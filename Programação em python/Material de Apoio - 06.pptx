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58184" y="569848"/>
            <a:ext cx="8641969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600200" y="1371600"/>
            <a:ext cx="8991600" cy="1645920"/>
          </a:xfrm>
          <a:custGeom>
            <a:avLst/>
            <a:gdLst/>
            <a:ahLst/>
            <a:cxnLst/>
            <a:rect l="l" t="t" r="r" b="b"/>
            <a:pathLst>
              <a:path w="8991600" h="1645920">
                <a:moveTo>
                  <a:pt x="8991600" y="0"/>
                </a:moveTo>
                <a:lnTo>
                  <a:pt x="0" y="0"/>
                </a:lnTo>
                <a:lnTo>
                  <a:pt x="0" y="1645920"/>
                </a:lnTo>
                <a:lnTo>
                  <a:pt x="8991600" y="1645920"/>
                </a:lnTo>
                <a:lnTo>
                  <a:pt x="8991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600200" y="1371600"/>
            <a:ext cx="8991600" cy="1645920"/>
          </a:xfrm>
          <a:custGeom>
            <a:avLst/>
            <a:gdLst/>
            <a:ahLst/>
            <a:cxnLst/>
            <a:rect l="l" t="t" r="r" b="b"/>
            <a:pathLst>
              <a:path w="8991600" h="1645920">
                <a:moveTo>
                  <a:pt x="0" y="1645920"/>
                </a:moveTo>
                <a:lnTo>
                  <a:pt x="8991600" y="1645920"/>
                </a:lnTo>
                <a:lnTo>
                  <a:pt x="8991600" y="0"/>
                </a:lnTo>
                <a:lnTo>
                  <a:pt x="0" y="0"/>
                </a:lnTo>
                <a:lnTo>
                  <a:pt x="0" y="1645920"/>
                </a:lnTo>
                <a:close/>
              </a:path>
            </a:pathLst>
          </a:custGeom>
          <a:ln w="3810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858259" y="0"/>
            <a:ext cx="8333740" cy="6858000"/>
          </a:xfrm>
          <a:custGeom>
            <a:avLst/>
            <a:gdLst/>
            <a:ahLst/>
            <a:cxnLst/>
            <a:rect l="l" t="t" r="r" b="b"/>
            <a:pathLst>
              <a:path w="8333740" h="6858000">
                <a:moveTo>
                  <a:pt x="8333740" y="0"/>
                </a:moveTo>
                <a:lnTo>
                  <a:pt x="0" y="0"/>
                </a:lnTo>
                <a:lnTo>
                  <a:pt x="0" y="6858000"/>
                </a:lnTo>
                <a:lnTo>
                  <a:pt x="8333740" y="6858000"/>
                </a:lnTo>
                <a:lnTo>
                  <a:pt x="833374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858259" y="0"/>
            <a:ext cx="8333740" cy="6858000"/>
          </a:xfrm>
          <a:custGeom>
            <a:avLst/>
            <a:gdLst/>
            <a:ahLst/>
            <a:cxnLst/>
            <a:rect l="l" t="t" r="r" b="b"/>
            <a:pathLst>
              <a:path w="8333740" h="6858000">
                <a:moveTo>
                  <a:pt x="0" y="6858000"/>
                </a:moveTo>
                <a:lnTo>
                  <a:pt x="8333740" y="6858000"/>
                </a:lnTo>
                <a:lnTo>
                  <a:pt x="833374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12700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76225" y="273684"/>
            <a:ext cx="3169920" cy="972819"/>
          </a:xfrm>
          <a:custGeom>
            <a:avLst/>
            <a:gdLst/>
            <a:ahLst/>
            <a:cxnLst/>
            <a:rect l="l" t="t" r="r" b="b"/>
            <a:pathLst>
              <a:path w="3169920" h="972819">
                <a:moveTo>
                  <a:pt x="3169920" y="0"/>
                </a:moveTo>
                <a:lnTo>
                  <a:pt x="0" y="0"/>
                </a:lnTo>
                <a:lnTo>
                  <a:pt x="0" y="972820"/>
                </a:lnTo>
                <a:lnTo>
                  <a:pt x="3169920" y="972820"/>
                </a:lnTo>
                <a:lnTo>
                  <a:pt x="31699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76225" y="273684"/>
            <a:ext cx="3169920" cy="972819"/>
          </a:xfrm>
          <a:custGeom>
            <a:avLst/>
            <a:gdLst/>
            <a:ahLst/>
            <a:cxnLst/>
            <a:rect l="l" t="t" r="r" b="b"/>
            <a:pathLst>
              <a:path w="3169920" h="972819">
                <a:moveTo>
                  <a:pt x="0" y="972820"/>
                </a:moveTo>
                <a:lnTo>
                  <a:pt x="3169920" y="972820"/>
                </a:lnTo>
                <a:lnTo>
                  <a:pt x="3169920" y="0"/>
                </a:lnTo>
                <a:lnTo>
                  <a:pt x="0" y="0"/>
                </a:lnTo>
                <a:lnTo>
                  <a:pt x="0" y="972820"/>
                </a:lnTo>
                <a:close/>
              </a:path>
            </a:pathLst>
          </a:custGeom>
          <a:ln w="3175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73803" y="569848"/>
            <a:ext cx="7623175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73803" y="2514600"/>
            <a:ext cx="7627620" cy="28403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jp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7.png"/><Relationship Id="rId7" Type="http://schemas.openxmlformats.org/officeDocument/2006/relationships/image" Target="../media/image1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7.png"/><Relationship Id="rId7" Type="http://schemas.openxmlformats.org/officeDocument/2006/relationships/image" Target="../media/image2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7.png"/><Relationship Id="rId7" Type="http://schemas.openxmlformats.org/officeDocument/2006/relationships/image" Target="../media/image2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16.png"/><Relationship Id="rId10" Type="http://schemas.openxmlformats.org/officeDocument/2006/relationships/image" Target="../media/image30.png"/><Relationship Id="rId4" Type="http://schemas.openxmlformats.org/officeDocument/2006/relationships/image" Target="../media/image8.png"/><Relationship Id="rId9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7.png"/><Relationship Id="rId7" Type="http://schemas.openxmlformats.org/officeDocument/2006/relationships/image" Target="../media/image2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7.png"/><Relationship Id="rId7" Type="http://schemas.openxmlformats.org/officeDocument/2006/relationships/image" Target="../media/image2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16.png"/><Relationship Id="rId10" Type="http://schemas.openxmlformats.org/officeDocument/2006/relationships/image" Target="../media/image31.png"/><Relationship Id="rId4" Type="http://schemas.openxmlformats.org/officeDocument/2006/relationships/image" Target="../media/image8.png"/><Relationship Id="rId9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7.png"/><Relationship Id="rId7" Type="http://schemas.openxmlformats.org/officeDocument/2006/relationships/image" Target="../media/image2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2.png"/><Relationship Id="rId18" Type="http://schemas.openxmlformats.org/officeDocument/2006/relationships/image" Target="../media/image47.png"/><Relationship Id="rId26" Type="http://schemas.openxmlformats.org/officeDocument/2006/relationships/image" Target="../media/image55.png"/><Relationship Id="rId39" Type="http://schemas.openxmlformats.org/officeDocument/2006/relationships/image" Target="../media/image68.png"/><Relationship Id="rId21" Type="http://schemas.openxmlformats.org/officeDocument/2006/relationships/image" Target="../media/image50.png"/><Relationship Id="rId34" Type="http://schemas.openxmlformats.org/officeDocument/2006/relationships/image" Target="../media/image63.png"/><Relationship Id="rId42" Type="http://schemas.openxmlformats.org/officeDocument/2006/relationships/image" Target="../media/image71.png"/><Relationship Id="rId47" Type="http://schemas.openxmlformats.org/officeDocument/2006/relationships/image" Target="../media/image76.png"/><Relationship Id="rId50" Type="http://schemas.openxmlformats.org/officeDocument/2006/relationships/image" Target="../media/image79.png"/><Relationship Id="rId55" Type="http://schemas.openxmlformats.org/officeDocument/2006/relationships/image" Target="../media/image2.jpg"/><Relationship Id="rId7" Type="http://schemas.openxmlformats.org/officeDocument/2006/relationships/image" Target="../media/image36.png"/><Relationship Id="rId2" Type="http://schemas.openxmlformats.org/officeDocument/2006/relationships/image" Target="../media/image6.png"/><Relationship Id="rId16" Type="http://schemas.openxmlformats.org/officeDocument/2006/relationships/image" Target="../media/image45.png"/><Relationship Id="rId29" Type="http://schemas.openxmlformats.org/officeDocument/2006/relationships/image" Target="../media/image58.png"/><Relationship Id="rId11" Type="http://schemas.openxmlformats.org/officeDocument/2006/relationships/image" Target="../media/image40.png"/><Relationship Id="rId24" Type="http://schemas.openxmlformats.org/officeDocument/2006/relationships/image" Target="../media/image53.png"/><Relationship Id="rId32" Type="http://schemas.openxmlformats.org/officeDocument/2006/relationships/image" Target="../media/image61.png"/><Relationship Id="rId37" Type="http://schemas.openxmlformats.org/officeDocument/2006/relationships/image" Target="../media/image66.png"/><Relationship Id="rId40" Type="http://schemas.openxmlformats.org/officeDocument/2006/relationships/image" Target="../media/image69.png"/><Relationship Id="rId45" Type="http://schemas.openxmlformats.org/officeDocument/2006/relationships/image" Target="../media/image74.png"/><Relationship Id="rId53" Type="http://schemas.openxmlformats.org/officeDocument/2006/relationships/image" Target="../media/image82.png"/><Relationship Id="rId58" Type="http://schemas.openxmlformats.org/officeDocument/2006/relationships/image" Target="../media/image86.png"/><Relationship Id="rId5" Type="http://schemas.openxmlformats.org/officeDocument/2006/relationships/image" Target="../media/image34.pn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Relationship Id="rId22" Type="http://schemas.openxmlformats.org/officeDocument/2006/relationships/image" Target="../media/image51.png"/><Relationship Id="rId27" Type="http://schemas.openxmlformats.org/officeDocument/2006/relationships/image" Target="../media/image56.png"/><Relationship Id="rId30" Type="http://schemas.openxmlformats.org/officeDocument/2006/relationships/image" Target="../media/image59.png"/><Relationship Id="rId35" Type="http://schemas.openxmlformats.org/officeDocument/2006/relationships/image" Target="../media/image64.png"/><Relationship Id="rId43" Type="http://schemas.openxmlformats.org/officeDocument/2006/relationships/image" Target="../media/image72.png"/><Relationship Id="rId48" Type="http://schemas.openxmlformats.org/officeDocument/2006/relationships/image" Target="../media/image77.png"/><Relationship Id="rId56" Type="http://schemas.openxmlformats.org/officeDocument/2006/relationships/image" Target="../media/image84.png"/><Relationship Id="rId8" Type="http://schemas.openxmlformats.org/officeDocument/2006/relationships/image" Target="../media/image37.png"/><Relationship Id="rId51" Type="http://schemas.openxmlformats.org/officeDocument/2006/relationships/image" Target="../media/image80.png"/><Relationship Id="rId3" Type="http://schemas.openxmlformats.org/officeDocument/2006/relationships/image" Target="../media/image32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5" Type="http://schemas.openxmlformats.org/officeDocument/2006/relationships/image" Target="../media/image54.png"/><Relationship Id="rId33" Type="http://schemas.openxmlformats.org/officeDocument/2006/relationships/image" Target="../media/image62.png"/><Relationship Id="rId38" Type="http://schemas.openxmlformats.org/officeDocument/2006/relationships/image" Target="../media/image67.png"/><Relationship Id="rId46" Type="http://schemas.openxmlformats.org/officeDocument/2006/relationships/image" Target="../media/image75.png"/><Relationship Id="rId20" Type="http://schemas.openxmlformats.org/officeDocument/2006/relationships/image" Target="../media/image49.png"/><Relationship Id="rId41" Type="http://schemas.openxmlformats.org/officeDocument/2006/relationships/image" Target="../media/image70.png"/><Relationship Id="rId54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5" Type="http://schemas.openxmlformats.org/officeDocument/2006/relationships/image" Target="../media/image44.png"/><Relationship Id="rId23" Type="http://schemas.openxmlformats.org/officeDocument/2006/relationships/image" Target="../media/image52.png"/><Relationship Id="rId28" Type="http://schemas.openxmlformats.org/officeDocument/2006/relationships/image" Target="../media/image57.png"/><Relationship Id="rId36" Type="http://schemas.openxmlformats.org/officeDocument/2006/relationships/image" Target="../media/image65.png"/><Relationship Id="rId49" Type="http://schemas.openxmlformats.org/officeDocument/2006/relationships/image" Target="../media/image78.png"/><Relationship Id="rId57" Type="http://schemas.openxmlformats.org/officeDocument/2006/relationships/image" Target="../media/image85.png"/><Relationship Id="rId10" Type="http://schemas.openxmlformats.org/officeDocument/2006/relationships/image" Target="../media/image39.png"/><Relationship Id="rId31" Type="http://schemas.openxmlformats.org/officeDocument/2006/relationships/image" Target="../media/image60.png"/><Relationship Id="rId44" Type="http://schemas.openxmlformats.org/officeDocument/2006/relationships/image" Target="../media/image73.png"/><Relationship Id="rId52" Type="http://schemas.openxmlformats.org/officeDocument/2006/relationships/image" Target="../media/image8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7464" y="1844992"/>
            <a:ext cx="7003415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409" dirty="0">
                <a:solidFill>
                  <a:srgbClr val="252525"/>
                </a:solidFill>
              </a:rPr>
              <a:t>PROGRAMAÇÃO</a:t>
            </a:r>
            <a:r>
              <a:rPr sz="3800" spc="300" dirty="0">
                <a:solidFill>
                  <a:srgbClr val="252525"/>
                </a:solidFill>
              </a:rPr>
              <a:t> </a:t>
            </a:r>
            <a:r>
              <a:rPr sz="3800" spc="145" dirty="0">
                <a:solidFill>
                  <a:srgbClr val="252525"/>
                </a:solidFill>
              </a:rPr>
              <a:t>EM</a:t>
            </a:r>
            <a:r>
              <a:rPr sz="3800" spc="310" dirty="0">
                <a:solidFill>
                  <a:srgbClr val="252525"/>
                </a:solidFill>
              </a:rPr>
              <a:t> </a:t>
            </a:r>
            <a:r>
              <a:rPr sz="3800" spc="380" dirty="0">
                <a:solidFill>
                  <a:srgbClr val="252525"/>
                </a:solidFill>
              </a:rPr>
              <a:t>PYTHON</a:t>
            </a:r>
            <a:endParaRPr sz="3800"/>
          </a:p>
        </p:txBody>
      </p:sp>
      <p:grpSp>
        <p:nvGrpSpPr>
          <p:cNvPr id="3" name="object 3"/>
          <p:cNvGrpSpPr/>
          <p:nvPr/>
        </p:nvGrpSpPr>
        <p:grpSpPr>
          <a:xfrm>
            <a:off x="2117089" y="2579370"/>
            <a:ext cx="9859010" cy="4083050"/>
            <a:chOff x="2117089" y="2579370"/>
            <a:chExt cx="9859010" cy="40830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5799" y="6374129"/>
              <a:ext cx="1130300" cy="28829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17089" y="2747010"/>
              <a:ext cx="2293619" cy="14795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02269" y="2631440"/>
              <a:ext cx="2142489" cy="159511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66689" y="2579370"/>
              <a:ext cx="1658619" cy="159511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-1"/>
            <a:ext cx="6096000" cy="6858000"/>
            <a:chOff x="0" y="-1"/>
            <a:chExt cx="6096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6096000" cy="6858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0379" y="1205230"/>
              <a:ext cx="788669" cy="508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3270" y="1164589"/>
              <a:ext cx="735329" cy="54863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7979" y="2245347"/>
              <a:ext cx="5405374" cy="79782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36470" y="2562225"/>
              <a:ext cx="650367" cy="22085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85389" y="2561335"/>
              <a:ext cx="900683" cy="221741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749415" y="634365"/>
            <a:ext cx="88709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Trebuchet MS"/>
                <a:cs typeface="Trebuchet MS"/>
              </a:rPr>
              <a:t>Inicio: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78015" y="1128395"/>
            <a:ext cx="469201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537845" algn="l"/>
                <a:tab pos="2056130" algn="l"/>
                <a:tab pos="2871470" algn="l"/>
                <a:tab pos="4109720" algn="l"/>
              </a:tabLst>
            </a:pPr>
            <a:r>
              <a:rPr sz="2000" spc="-25" dirty="0">
                <a:latin typeface="Trebuchet MS"/>
                <a:cs typeface="Trebuchet MS"/>
              </a:rPr>
              <a:t>As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informações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deste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conteúdo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35" dirty="0">
                <a:latin typeface="Trebuchet MS"/>
                <a:cs typeface="Trebuchet MS"/>
              </a:rPr>
              <a:t>visam </a:t>
            </a:r>
            <a:r>
              <a:rPr sz="2000" spc="-95" dirty="0">
                <a:latin typeface="Trebuchet MS"/>
                <a:cs typeface="Trebuchet MS"/>
              </a:rPr>
              <a:t>compreender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conteúdo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do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curso.</a:t>
            </a:r>
            <a:endParaRPr sz="2000">
              <a:latin typeface="Trebuchet MS"/>
              <a:cs typeface="Trebuchet MS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276225" y="3176854"/>
          <a:ext cx="3863340" cy="903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5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3605">
                <a:tc>
                  <a:txBody>
                    <a:bodyPr/>
                    <a:lstStyle/>
                    <a:p>
                      <a:pPr marL="31750">
                        <a:lnSpc>
                          <a:spcPts val="2260"/>
                        </a:lnSpc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Conteúdo: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7825" indent="-285750">
                        <a:lnSpc>
                          <a:spcPts val="226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Desvio</a:t>
                      </a:r>
                      <a:r>
                        <a:rPr sz="2000" spc="-114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7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Condicional;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  <a:p>
                      <a:pPr marL="377825" indent="-28575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2000" spc="-8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Laço</a:t>
                      </a:r>
                      <a:r>
                        <a:rPr sz="2000" spc="-6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sz="2000" spc="-3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Repetição;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  <a:p>
                      <a:pPr marL="377825" indent="-285750">
                        <a:lnSpc>
                          <a:spcPts val="236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2000" spc="-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Atividades;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845800" y="6374129"/>
            <a:ext cx="1130300" cy="28829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85229" y="2359660"/>
            <a:ext cx="5725160" cy="3754120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789940" y="218440"/>
            <a:ext cx="5067300" cy="1173480"/>
            <a:chOff x="789940" y="218440"/>
            <a:chExt cx="5067300" cy="1173480"/>
          </a:xfrm>
        </p:grpSpPr>
        <p:sp>
          <p:nvSpPr>
            <p:cNvPr id="16" name="object 16"/>
            <p:cNvSpPr/>
            <p:nvPr/>
          </p:nvSpPr>
          <p:spPr>
            <a:xfrm>
              <a:off x="805815" y="234315"/>
              <a:ext cx="5035550" cy="1141730"/>
            </a:xfrm>
            <a:custGeom>
              <a:avLst/>
              <a:gdLst/>
              <a:ahLst/>
              <a:cxnLst/>
              <a:rect l="l" t="t" r="r" b="b"/>
              <a:pathLst>
                <a:path w="5035550" h="1141730">
                  <a:moveTo>
                    <a:pt x="5035550" y="0"/>
                  </a:moveTo>
                  <a:lnTo>
                    <a:pt x="0" y="0"/>
                  </a:lnTo>
                  <a:lnTo>
                    <a:pt x="0" y="1141729"/>
                  </a:lnTo>
                  <a:lnTo>
                    <a:pt x="5035550" y="1141729"/>
                  </a:lnTo>
                  <a:lnTo>
                    <a:pt x="5035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05815" y="234315"/>
              <a:ext cx="5035550" cy="1141730"/>
            </a:xfrm>
            <a:custGeom>
              <a:avLst/>
              <a:gdLst/>
              <a:ahLst/>
              <a:cxnLst/>
              <a:rect l="l" t="t" r="r" b="b"/>
              <a:pathLst>
                <a:path w="5035550" h="1141730">
                  <a:moveTo>
                    <a:pt x="0" y="1141729"/>
                  </a:moveTo>
                  <a:lnTo>
                    <a:pt x="5035550" y="1141729"/>
                  </a:lnTo>
                  <a:lnTo>
                    <a:pt x="5035550" y="0"/>
                  </a:lnTo>
                  <a:lnTo>
                    <a:pt x="0" y="0"/>
                  </a:lnTo>
                  <a:lnTo>
                    <a:pt x="0" y="1141729"/>
                  </a:lnTo>
                  <a:close/>
                </a:path>
              </a:pathLst>
            </a:custGeom>
            <a:ln w="31749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999172" y="579373"/>
            <a:ext cx="46177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25" dirty="0">
                <a:solidFill>
                  <a:srgbClr val="252525"/>
                </a:solidFill>
              </a:rPr>
              <a:t>PROGRAMAÇÃO</a:t>
            </a:r>
            <a:r>
              <a:rPr spc="345" dirty="0">
                <a:solidFill>
                  <a:srgbClr val="252525"/>
                </a:solidFill>
              </a:rPr>
              <a:t> </a:t>
            </a:r>
            <a:r>
              <a:rPr spc="135" dirty="0">
                <a:solidFill>
                  <a:srgbClr val="252525"/>
                </a:solidFill>
              </a:rPr>
              <a:t>EM</a:t>
            </a:r>
            <a:r>
              <a:rPr spc="355" dirty="0">
                <a:solidFill>
                  <a:srgbClr val="252525"/>
                </a:solidFill>
              </a:rPr>
              <a:t> </a:t>
            </a:r>
            <a:r>
              <a:rPr spc="295" dirty="0">
                <a:solidFill>
                  <a:srgbClr val="252525"/>
                </a:solidFill>
              </a:rPr>
              <a:t>PYTHON</a:t>
            </a:r>
          </a:p>
        </p:txBody>
      </p:sp>
      <p:grpSp>
        <p:nvGrpSpPr>
          <p:cNvPr id="19" name="object 19"/>
          <p:cNvGrpSpPr/>
          <p:nvPr/>
        </p:nvGrpSpPr>
        <p:grpSpPr>
          <a:xfrm>
            <a:off x="3040379" y="1164589"/>
            <a:ext cx="2268220" cy="588010"/>
            <a:chOff x="3040379" y="1164589"/>
            <a:chExt cx="2268220" cy="58801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0379" y="1205229"/>
              <a:ext cx="788669" cy="5080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3269" y="1164589"/>
              <a:ext cx="735329" cy="54863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16679" y="1205229"/>
              <a:ext cx="568960" cy="54737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05815" y="234315"/>
              <a:ext cx="5035550" cy="1141730"/>
            </a:xfrm>
            <a:custGeom>
              <a:avLst/>
              <a:gdLst/>
              <a:ahLst/>
              <a:cxnLst/>
              <a:rect l="l" t="t" r="r" b="b"/>
              <a:pathLst>
                <a:path w="5035550" h="1141730">
                  <a:moveTo>
                    <a:pt x="5035550" y="0"/>
                  </a:moveTo>
                  <a:lnTo>
                    <a:pt x="0" y="0"/>
                  </a:lnTo>
                  <a:lnTo>
                    <a:pt x="0" y="1141729"/>
                  </a:lnTo>
                  <a:lnTo>
                    <a:pt x="5035550" y="1141729"/>
                  </a:lnTo>
                  <a:lnTo>
                    <a:pt x="5035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05815" y="234315"/>
              <a:ext cx="5035550" cy="1141730"/>
            </a:xfrm>
            <a:custGeom>
              <a:avLst/>
              <a:gdLst/>
              <a:ahLst/>
              <a:cxnLst/>
              <a:rect l="l" t="t" r="r" b="b"/>
              <a:pathLst>
                <a:path w="5035550" h="1141730">
                  <a:moveTo>
                    <a:pt x="0" y="1141729"/>
                  </a:moveTo>
                  <a:lnTo>
                    <a:pt x="5035550" y="1141729"/>
                  </a:lnTo>
                  <a:lnTo>
                    <a:pt x="5035550" y="0"/>
                  </a:lnTo>
                  <a:lnTo>
                    <a:pt x="0" y="0"/>
                  </a:lnTo>
                  <a:lnTo>
                    <a:pt x="0" y="1141729"/>
                  </a:lnTo>
                  <a:close/>
                </a:path>
              </a:pathLst>
            </a:custGeom>
            <a:ln w="31749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9172" y="579373"/>
            <a:ext cx="46177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25" dirty="0">
                <a:solidFill>
                  <a:srgbClr val="252525"/>
                </a:solidFill>
              </a:rPr>
              <a:t>PROGRAMAÇÃO</a:t>
            </a:r>
            <a:r>
              <a:rPr spc="345" dirty="0">
                <a:solidFill>
                  <a:srgbClr val="252525"/>
                </a:solidFill>
              </a:rPr>
              <a:t> </a:t>
            </a:r>
            <a:r>
              <a:rPr spc="135" dirty="0">
                <a:solidFill>
                  <a:srgbClr val="252525"/>
                </a:solidFill>
              </a:rPr>
              <a:t>EM</a:t>
            </a:r>
            <a:r>
              <a:rPr spc="355" dirty="0">
                <a:solidFill>
                  <a:srgbClr val="252525"/>
                </a:solidFill>
              </a:rPr>
              <a:t> </a:t>
            </a:r>
            <a:r>
              <a:rPr spc="295" dirty="0">
                <a:solidFill>
                  <a:srgbClr val="252525"/>
                </a:solidFill>
              </a:rPr>
              <a:t>PYTHON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3040379" y="1164589"/>
            <a:ext cx="8935720" cy="5497830"/>
            <a:chOff x="3040379" y="1164589"/>
            <a:chExt cx="8935720" cy="549783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45799" y="6374130"/>
              <a:ext cx="1130300" cy="28829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38169" y="2263127"/>
              <a:ext cx="5404104" cy="79528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09742" y="2575686"/>
              <a:ext cx="1066926" cy="29082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40379" y="1205229"/>
              <a:ext cx="788669" cy="508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73269" y="1164589"/>
              <a:ext cx="735329" cy="54863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16679" y="1205229"/>
              <a:ext cx="568960" cy="54737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425767" y="3556253"/>
            <a:ext cx="1134046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1344930" algn="l"/>
                <a:tab pos="3009900" algn="l"/>
                <a:tab pos="3696970" algn="l"/>
                <a:tab pos="5319395" algn="l"/>
                <a:tab pos="6712584" algn="l"/>
                <a:tab pos="7247255" algn="l"/>
                <a:tab pos="8611235" algn="l"/>
                <a:tab pos="10257155" algn="l"/>
                <a:tab pos="11026775" algn="l"/>
              </a:tabLst>
            </a:pP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Capacitar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FFFFFF"/>
                </a:solidFill>
                <a:latin typeface="Trebuchet MS"/>
                <a:cs typeface="Trebuchet MS"/>
              </a:rPr>
              <a:t>profissionais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desenvolver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35" dirty="0">
                <a:solidFill>
                  <a:srgbClr val="FFFFFF"/>
                </a:solidFill>
                <a:latin typeface="Trebuchet MS"/>
                <a:cs typeface="Trebuchet MS"/>
              </a:rPr>
              <a:t>aplicações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40" dirty="0">
                <a:solidFill>
                  <a:srgbClr val="FFFFFF"/>
                </a:solidFill>
                <a:latin typeface="Trebuchet MS"/>
                <a:cs typeface="Trebuchet MS"/>
              </a:rPr>
              <a:t>linguagem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100" dirty="0">
                <a:solidFill>
                  <a:srgbClr val="FFFFFF"/>
                </a:solidFill>
                <a:latin typeface="Trebuchet MS"/>
                <a:cs typeface="Trebuchet MS"/>
              </a:rPr>
              <a:t>Python,</a:t>
            </a:r>
            <a:r>
              <a:rPr sz="24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rebuchet MS"/>
                <a:cs typeface="Trebuchet MS"/>
              </a:rPr>
              <a:t>por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meio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16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400" spc="-150" dirty="0">
                <a:solidFill>
                  <a:srgbClr val="FFFFFF"/>
                </a:solidFill>
                <a:latin typeface="Trebuchet MS"/>
                <a:cs typeface="Trebuchet MS"/>
              </a:rPr>
              <a:t>técnicas</a:t>
            </a:r>
            <a:r>
              <a:rPr sz="24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4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FFFFFF"/>
                </a:solidFill>
                <a:latin typeface="Trebuchet MS"/>
                <a:cs typeface="Trebuchet MS"/>
              </a:rPr>
              <a:t>programação,</a:t>
            </a:r>
            <a:r>
              <a:rPr sz="2400" spc="-2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14" dirty="0">
                <a:solidFill>
                  <a:srgbClr val="FFFFFF"/>
                </a:solidFill>
                <a:latin typeface="Trebuchet MS"/>
                <a:cs typeface="Trebuchet MS"/>
              </a:rPr>
              <a:t>seguindo</a:t>
            </a:r>
            <a:r>
              <a:rPr sz="24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FFFFFF"/>
                </a:solidFill>
                <a:latin typeface="Trebuchet MS"/>
                <a:cs typeface="Trebuchet MS"/>
              </a:rPr>
              <a:t>boas</a:t>
            </a: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75" dirty="0">
                <a:solidFill>
                  <a:srgbClr val="FFFFFF"/>
                </a:solidFill>
                <a:latin typeface="Trebuchet MS"/>
                <a:cs typeface="Trebuchet MS"/>
              </a:rPr>
              <a:t>práticas,</a:t>
            </a:r>
            <a:r>
              <a:rPr sz="2400" spc="-2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FFFFFF"/>
                </a:solidFill>
                <a:latin typeface="Trebuchet MS"/>
                <a:cs typeface="Trebuchet MS"/>
              </a:rPr>
              <a:t>procedimentos</a:t>
            </a: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8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24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normas.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73803" y="569848"/>
            <a:ext cx="762508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dirty="0"/>
              <a:t>Um</a:t>
            </a:r>
            <a:r>
              <a:rPr spc="-25" dirty="0"/>
              <a:t> </a:t>
            </a:r>
            <a:r>
              <a:rPr spc="-60" dirty="0">
                <a:solidFill>
                  <a:srgbClr val="964D24"/>
                </a:solidFill>
              </a:rPr>
              <a:t>desvio</a:t>
            </a:r>
            <a:r>
              <a:rPr spc="-30" dirty="0">
                <a:solidFill>
                  <a:srgbClr val="964D24"/>
                </a:solidFill>
              </a:rPr>
              <a:t> </a:t>
            </a:r>
            <a:r>
              <a:rPr spc="-110" dirty="0">
                <a:solidFill>
                  <a:srgbClr val="964D24"/>
                </a:solidFill>
              </a:rPr>
              <a:t>condicional</a:t>
            </a:r>
            <a:r>
              <a:rPr spc="-20" dirty="0">
                <a:solidFill>
                  <a:srgbClr val="964D24"/>
                </a:solidFill>
              </a:rPr>
              <a:t> </a:t>
            </a:r>
            <a:r>
              <a:rPr dirty="0"/>
              <a:t>é</a:t>
            </a:r>
            <a:r>
              <a:rPr spc="-30" dirty="0"/>
              <a:t> </a:t>
            </a:r>
            <a:r>
              <a:rPr spc="-80" dirty="0"/>
              <a:t>uma</a:t>
            </a:r>
            <a:r>
              <a:rPr spc="-25" dirty="0"/>
              <a:t> </a:t>
            </a:r>
            <a:r>
              <a:rPr spc="-85" dirty="0"/>
              <a:t>estrutura</a:t>
            </a:r>
            <a:r>
              <a:rPr spc="-35" dirty="0"/>
              <a:t> </a:t>
            </a:r>
            <a:r>
              <a:rPr spc="-40" dirty="0"/>
              <a:t>que</a:t>
            </a:r>
            <a:r>
              <a:rPr spc="-30" dirty="0"/>
              <a:t> </a:t>
            </a:r>
            <a:r>
              <a:rPr spc="-105" dirty="0">
                <a:solidFill>
                  <a:srgbClr val="006FC0"/>
                </a:solidFill>
              </a:rPr>
              <a:t>permite</a:t>
            </a:r>
            <a:r>
              <a:rPr spc="-25" dirty="0">
                <a:solidFill>
                  <a:srgbClr val="006FC0"/>
                </a:solidFill>
              </a:rPr>
              <a:t> </a:t>
            </a:r>
            <a:r>
              <a:rPr spc="-95" dirty="0">
                <a:solidFill>
                  <a:srgbClr val="006FC0"/>
                </a:solidFill>
              </a:rPr>
              <a:t>alterar </a:t>
            </a:r>
            <a:r>
              <a:rPr dirty="0">
                <a:solidFill>
                  <a:srgbClr val="006FC0"/>
                </a:solidFill>
              </a:rPr>
              <a:t>o</a:t>
            </a:r>
            <a:r>
              <a:rPr spc="-120" dirty="0">
                <a:solidFill>
                  <a:srgbClr val="006FC0"/>
                </a:solidFill>
              </a:rPr>
              <a:t> </a:t>
            </a:r>
            <a:r>
              <a:rPr spc="-80" dirty="0">
                <a:solidFill>
                  <a:srgbClr val="006FC0"/>
                </a:solidFill>
              </a:rPr>
              <a:t>fluxo </a:t>
            </a:r>
            <a:r>
              <a:rPr spc="-20" dirty="0">
                <a:solidFill>
                  <a:srgbClr val="006FC0"/>
                </a:solidFill>
              </a:rPr>
              <a:t>de</a:t>
            </a:r>
            <a:r>
              <a:rPr spc="-80" dirty="0">
                <a:solidFill>
                  <a:srgbClr val="006FC0"/>
                </a:solidFill>
              </a:rPr>
              <a:t> </a:t>
            </a:r>
            <a:r>
              <a:rPr spc="-110" dirty="0">
                <a:solidFill>
                  <a:srgbClr val="006FC0"/>
                </a:solidFill>
              </a:rPr>
              <a:t>execução</a:t>
            </a:r>
            <a:r>
              <a:rPr spc="-70" dirty="0">
                <a:solidFill>
                  <a:srgbClr val="006FC0"/>
                </a:solidFill>
              </a:rPr>
              <a:t> </a:t>
            </a:r>
            <a:r>
              <a:rPr spc="-20" dirty="0">
                <a:solidFill>
                  <a:srgbClr val="006FC0"/>
                </a:solidFill>
              </a:rPr>
              <a:t>de</a:t>
            </a:r>
            <a:r>
              <a:rPr spc="-80" dirty="0">
                <a:solidFill>
                  <a:srgbClr val="006FC0"/>
                </a:solidFill>
              </a:rPr>
              <a:t> </a:t>
            </a:r>
            <a:r>
              <a:rPr dirty="0">
                <a:solidFill>
                  <a:srgbClr val="006FC0"/>
                </a:solidFill>
              </a:rPr>
              <a:t>um</a:t>
            </a:r>
            <a:r>
              <a:rPr spc="-80" dirty="0">
                <a:solidFill>
                  <a:srgbClr val="006FC0"/>
                </a:solidFill>
              </a:rPr>
              <a:t> </a:t>
            </a:r>
            <a:r>
              <a:rPr spc="-105" dirty="0">
                <a:solidFill>
                  <a:srgbClr val="006FC0"/>
                </a:solidFill>
              </a:rPr>
              <a:t>programa</a:t>
            </a:r>
            <a:r>
              <a:rPr spc="-75" dirty="0">
                <a:solidFill>
                  <a:srgbClr val="006FC0"/>
                </a:solidFill>
              </a:rPr>
              <a:t> </a:t>
            </a:r>
            <a:r>
              <a:rPr dirty="0">
                <a:solidFill>
                  <a:srgbClr val="006FC0"/>
                </a:solidFill>
              </a:rPr>
              <a:t>com</a:t>
            </a:r>
            <a:r>
              <a:rPr spc="-85" dirty="0">
                <a:solidFill>
                  <a:srgbClr val="006FC0"/>
                </a:solidFill>
              </a:rPr>
              <a:t> </a:t>
            </a:r>
            <a:r>
              <a:rPr spc="-110" dirty="0">
                <a:solidFill>
                  <a:srgbClr val="006FC0"/>
                </a:solidFill>
              </a:rPr>
              <a:t>base</a:t>
            </a:r>
            <a:r>
              <a:rPr spc="-70" dirty="0">
                <a:solidFill>
                  <a:srgbClr val="006FC0"/>
                </a:solidFill>
              </a:rPr>
              <a:t> </a:t>
            </a:r>
            <a:r>
              <a:rPr spc="-85" dirty="0">
                <a:solidFill>
                  <a:srgbClr val="006FC0"/>
                </a:solidFill>
              </a:rPr>
              <a:t>na </a:t>
            </a:r>
            <a:r>
              <a:rPr spc="-165" dirty="0">
                <a:solidFill>
                  <a:srgbClr val="006FC0"/>
                </a:solidFill>
              </a:rPr>
              <a:t>avaliação </a:t>
            </a:r>
            <a:r>
              <a:rPr spc="-160" dirty="0">
                <a:solidFill>
                  <a:srgbClr val="006FC0"/>
                </a:solidFill>
              </a:rPr>
              <a:t>de</a:t>
            </a:r>
            <a:r>
              <a:rPr spc="-35" dirty="0">
                <a:solidFill>
                  <a:srgbClr val="006FC0"/>
                </a:solidFill>
              </a:rPr>
              <a:t> </a:t>
            </a:r>
            <a:r>
              <a:rPr spc="-175" dirty="0">
                <a:solidFill>
                  <a:srgbClr val="006FC0"/>
                </a:solidFill>
              </a:rPr>
              <a:t>uma</a:t>
            </a:r>
            <a:r>
              <a:rPr spc="-45" dirty="0">
                <a:solidFill>
                  <a:srgbClr val="006FC0"/>
                </a:solidFill>
              </a:rPr>
              <a:t> </a:t>
            </a:r>
            <a:r>
              <a:rPr spc="-40" dirty="0">
                <a:solidFill>
                  <a:srgbClr val="006FC0"/>
                </a:solidFill>
              </a:rPr>
              <a:t>condição</a:t>
            </a:r>
            <a:r>
              <a:rPr spc="-40" dirty="0"/>
              <a:t>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22642" y="1948179"/>
            <a:ext cx="224091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0005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Desvio </a:t>
            </a:r>
            <a:r>
              <a:rPr sz="3600" spc="-130" dirty="0">
                <a:solidFill>
                  <a:srgbClr val="FFFFFF"/>
                </a:solidFill>
                <a:latin typeface="Trebuchet MS"/>
                <a:cs typeface="Trebuchet MS"/>
              </a:rPr>
              <a:t>Condicional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56969" y="1089660"/>
            <a:ext cx="10927080" cy="5572760"/>
            <a:chOff x="1156969" y="1089660"/>
            <a:chExt cx="10927080" cy="55727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5800" y="6374130"/>
              <a:ext cx="1130300" cy="28829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69" y="1129030"/>
              <a:ext cx="787400" cy="508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76369" y="3714750"/>
              <a:ext cx="5492750" cy="227711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533889" y="5300980"/>
              <a:ext cx="2550159" cy="69087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273803" y="1794509"/>
            <a:ext cx="7626984" cy="2244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rebuchet MS"/>
                <a:cs typeface="Trebuchet MS"/>
              </a:rPr>
              <a:t>Em</a:t>
            </a:r>
            <a:r>
              <a:rPr sz="2400" spc="1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vez</a:t>
            </a:r>
            <a:r>
              <a:rPr sz="2400" spc="1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1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seguir</a:t>
            </a:r>
            <a:r>
              <a:rPr sz="2400" spc="1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uma</a:t>
            </a:r>
            <a:r>
              <a:rPr sz="2400" spc="18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sequência</a:t>
            </a:r>
            <a:r>
              <a:rPr sz="2400" spc="175" dirty="0">
                <a:latin typeface="Trebuchet MS"/>
                <a:cs typeface="Trebuchet MS"/>
              </a:rPr>
              <a:t> </a:t>
            </a:r>
            <a:r>
              <a:rPr sz="2400" u="sng" spc="-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linear</a:t>
            </a:r>
            <a:r>
              <a:rPr sz="2400" u="sng" spc="18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13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fixa</a:t>
            </a:r>
            <a:r>
              <a:rPr sz="2400" spc="-130" dirty="0">
                <a:latin typeface="Trebuchet MS"/>
                <a:cs typeface="Trebuchet MS"/>
              </a:rPr>
              <a:t>,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AF50"/>
                </a:solidFill>
                <a:latin typeface="Trebuchet MS"/>
                <a:cs typeface="Trebuchet MS"/>
              </a:rPr>
              <a:t>o</a:t>
            </a:r>
            <a:r>
              <a:rPr sz="2400" spc="18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100" dirty="0">
                <a:solidFill>
                  <a:srgbClr val="00AF50"/>
                </a:solidFill>
                <a:latin typeface="Trebuchet MS"/>
                <a:cs typeface="Trebuchet MS"/>
              </a:rPr>
              <a:t>programa </a:t>
            </a:r>
            <a:r>
              <a:rPr sz="2400" spc="-20" dirty="0">
                <a:solidFill>
                  <a:srgbClr val="00AF50"/>
                </a:solidFill>
                <a:latin typeface="Trebuchet MS"/>
                <a:cs typeface="Trebuchet MS"/>
              </a:rPr>
              <a:t>decide</a:t>
            </a:r>
            <a:r>
              <a:rPr sz="2400" spc="-6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AF50"/>
                </a:solidFill>
                <a:latin typeface="Trebuchet MS"/>
                <a:cs typeface="Trebuchet MS"/>
              </a:rPr>
              <a:t>qual</a:t>
            </a:r>
            <a:r>
              <a:rPr sz="2400" spc="-5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30" dirty="0">
                <a:solidFill>
                  <a:srgbClr val="00AF50"/>
                </a:solidFill>
                <a:latin typeface="Trebuchet MS"/>
                <a:cs typeface="Trebuchet MS"/>
              </a:rPr>
              <a:t>conjunto</a:t>
            </a:r>
            <a:r>
              <a:rPr sz="2400" spc="-6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AF50"/>
                </a:solidFill>
                <a:latin typeface="Trebuchet MS"/>
                <a:cs typeface="Trebuchet MS"/>
              </a:rPr>
              <a:t>de</a:t>
            </a:r>
            <a:r>
              <a:rPr sz="2400" spc="-6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0AF50"/>
                </a:solidFill>
                <a:latin typeface="Trebuchet MS"/>
                <a:cs typeface="Trebuchet MS"/>
              </a:rPr>
              <a:t>instruções</a:t>
            </a:r>
            <a:r>
              <a:rPr sz="2400" spc="-6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00AF50"/>
                </a:solidFill>
                <a:latin typeface="Trebuchet MS"/>
                <a:cs typeface="Trebuchet MS"/>
              </a:rPr>
              <a:t>executar</a:t>
            </a:r>
            <a:r>
              <a:rPr sz="2400" spc="-6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AF50"/>
                </a:solidFill>
                <a:latin typeface="Trebuchet MS"/>
                <a:cs typeface="Trebuchet MS"/>
              </a:rPr>
              <a:t>conforme</a:t>
            </a:r>
            <a:r>
              <a:rPr sz="2400" spc="-5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00AF50"/>
                </a:solidFill>
                <a:latin typeface="Trebuchet MS"/>
                <a:cs typeface="Trebuchet MS"/>
              </a:rPr>
              <a:t>o </a:t>
            </a:r>
            <a:r>
              <a:rPr sz="2400" spc="-45" dirty="0">
                <a:solidFill>
                  <a:srgbClr val="00AF50"/>
                </a:solidFill>
                <a:latin typeface="Trebuchet MS"/>
                <a:cs typeface="Trebuchet MS"/>
              </a:rPr>
              <a:t>resultado</a:t>
            </a:r>
            <a:r>
              <a:rPr sz="2400" spc="-7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AF50"/>
                </a:solidFill>
                <a:latin typeface="Trebuchet MS"/>
                <a:cs typeface="Trebuchet MS"/>
              </a:rPr>
              <a:t>dessa</a:t>
            </a:r>
            <a:r>
              <a:rPr sz="2400" spc="2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165" dirty="0">
                <a:solidFill>
                  <a:srgbClr val="00AF50"/>
                </a:solidFill>
                <a:latin typeface="Trebuchet MS"/>
                <a:cs typeface="Trebuchet MS"/>
              </a:rPr>
              <a:t>verificação</a:t>
            </a:r>
            <a:r>
              <a:rPr sz="2400" spc="-165" dirty="0">
                <a:latin typeface="Trebuchet MS"/>
                <a:cs typeface="Trebuchet MS"/>
              </a:rPr>
              <a:t>,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possibilitando</a:t>
            </a:r>
            <a:r>
              <a:rPr sz="2400" spc="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implementação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1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lógicas</a:t>
            </a:r>
            <a:r>
              <a:rPr sz="2400" spc="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1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tomada</a:t>
            </a:r>
            <a:r>
              <a:rPr sz="2400" spc="1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1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decisão</a:t>
            </a:r>
            <a:r>
              <a:rPr sz="2400" spc="1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essenciais</a:t>
            </a:r>
            <a:r>
              <a:rPr sz="2400" spc="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para</a:t>
            </a:r>
            <a:r>
              <a:rPr sz="2400" spc="5" dirty="0">
                <a:latin typeface="Trebuchet MS"/>
                <a:cs typeface="Trebuchet MS"/>
              </a:rPr>
              <a:t>  </a:t>
            </a:r>
            <a:r>
              <a:rPr sz="2400" spc="-90" dirty="0">
                <a:latin typeface="Trebuchet MS"/>
                <a:cs typeface="Trebuchet MS"/>
              </a:rPr>
              <a:t>a </a:t>
            </a:r>
            <a:r>
              <a:rPr sz="2400" spc="-175" dirty="0">
                <a:latin typeface="Trebuchet MS"/>
                <a:cs typeface="Trebuchet MS"/>
              </a:rPr>
              <a:t>flexibilidade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180" dirty="0">
                <a:latin typeface="Trebuchet MS"/>
                <a:cs typeface="Trebuchet MS"/>
              </a:rPr>
              <a:t>e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spc="-190" dirty="0">
                <a:latin typeface="Trebuchet MS"/>
                <a:cs typeface="Trebuchet MS"/>
              </a:rPr>
              <a:t>adaptabilidade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do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código.</a:t>
            </a:r>
            <a:endParaRPr sz="2400">
              <a:latin typeface="Trebuchet MS"/>
              <a:cs typeface="Trebuchet MS"/>
            </a:endParaRPr>
          </a:p>
          <a:p>
            <a:pPr marR="6350" algn="r">
              <a:lnSpc>
                <a:spcPct val="100000"/>
              </a:lnSpc>
              <a:spcBef>
                <a:spcPts val="915"/>
              </a:spcBef>
            </a:pPr>
            <a:r>
              <a:rPr sz="1800" spc="265" dirty="0">
                <a:solidFill>
                  <a:srgbClr val="7E7E7E"/>
                </a:solidFill>
                <a:latin typeface="Trebuchet MS"/>
                <a:cs typeface="Trebuchet MS"/>
              </a:rPr>
              <a:t>O</a:t>
            </a:r>
            <a:r>
              <a:rPr sz="1800" spc="15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7E7E7E"/>
                </a:solidFill>
                <a:latin typeface="Trebuchet MS"/>
                <a:cs typeface="Trebuchet MS"/>
              </a:rPr>
              <a:t>aluno</a:t>
            </a:r>
            <a:r>
              <a:rPr sz="1800" spc="15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pode</a:t>
            </a:r>
            <a:r>
              <a:rPr sz="1800" spc="15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7E7E7E"/>
                </a:solidFill>
                <a:latin typeface="Trebuchet MS"/>
                <a:cs typeface="Trebuchet MS"/>
              </a:rPr>
              <a:t>testar</a:t>
            </a:r>
            <a:r>
              <a:rPr sz="1800" spc="15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7E7E7E"/>
                </a:solidFill>
                <a:latin typeface="Trebuchet MS"/>
                <a:cs typeface="Trebuchet MS"/>
              </a:rPr>
              <a:t>a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610343" y="4013834"/>
            <a:ext cx="228917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variável</a:t>
            </a:r>
            <a:r>
              <a:rPr sz="1800" spc="440" dirty="0">
                <a:solidFill>
                  <a:srgbClr val="7E7E7E"/>
                </a:solidFill>
                <a:latin typeface="Trebuchet MS"/>
                <a:cs typeface="Trebuchet MS"/>
              </a:rPr>
              <a:t> 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idade</a:t>
            </a:r>
            <a:r>
              <a:rPr sz="1800" spc="440" dirty="0">
                <a:solidFill>
                  <a:srgbClr val="7E7E7E"/>
                </a:solidFill>
                <a:latin typeface="Trebuchet MS"/>
                <a:cs typeface="Trebuchet MS"/>
              </a:rPr>
              <a:t>  </a:t>
            </a:r>
            <a:r>
              <a:rPr sz="1800" spc="-70" dirty="0">
                <a:solidFill>
                  <a:srgbClr val="7E7E7E"/>
                </a:solidFill>
                <a:latin typeface="Trebuchet MS"/>
                <a:cs typeface="Trebuchet MS"/>
              </a:rPr>
              <a:t>sem </a:t>
            </a:r>
            <a:r>
              <a:rPr sz="1800" spc="-85" dirty="0">
                <a:solidFill>
                  <a:srgbClr val="7E7E7E"/>
                </a:solidFill>
                <a:latin typeface="Trebuchet MS"/>
                <a:cs typeface="Trebuchet MS"/>
              </a:rPr>
              <a:t>utilizar</a:t>
            </a:r>
            <a:r>
              <a:rPr sz="1800" spc="-5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a</a:t>
            </a:r>
            <a:r>
              <a:rPr sz="1800" spc="4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7E7E7E"/>
                </a:solidFill>
                <a:latin typeface="Trebuchet MS"/>
                <a:cs typeface="Trebuchet MS"/>
              </a:rPr>
              <a:t>função</a:t>
            </a:r>
            <a:r>
              <a:rPr sz="1800" spc="3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7E7E7E"/>
                </a:solidFill>
                <a:latin typeface="Trebuchet MS"/>
                <a:cs typeface="Trebuchet MS"/>
              </a:rPr>
              <a:t>int(),</a:t>
            </a:r>
            <a:r>
              <a:rPr sz="1800" spc="-1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7E7E7E"/>
                </a:solidFill>
                <a:latin typeface="Trebuchet MS"/>
                <a:cs typeface="Trebuchet MS"/>
              </a:rPr>
              <a:t>o </a:t>
            </a:r>
            <a:r>
              <a:rPr sz="1800" spc="-55" dirty="0">
                <a:solidFill>
                  <a:srgbClr val="7E7E7E"/>
                </a:solidFill>
                <a:latin typeface="Trebuchet MS"/>
                <a:cs typeface="Trebuchet MS"/>
              </a:rPr>
              <a:t>que</a:t>
            </a:r>
            <a:r>
              <a:rPr sz="1800" spc="-8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7E7E7E"/>
                </a:solidFill>
                <a:latin typeface="Trebuchet MS"/>
                <a:cs typeface="Trebuchet MS"/>
              </a:rPr>
              <a:t>causará</a:t>
            </a:r>
            <a:r>
              <a:rPr sz="1800" spc="-3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7E7E7E"/>
                </a:solidFill>
                <a:latin typeface="Trebuchet MS"/>
                <a:cs typeface="Trebuchet MS"/>
              </a:rPr>
              <a:t>um</a:t>
            </a:r>
            <a:r>
              <a:rPr sz="1800" spc="-10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erro</a:t>
            </a:r>
            <a:r>
              <a:rPr sz="1800" spc="-7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7E7E7E"/>
                </a:solidFill>
                <a:latin typeface="Trebuchet MS"/>
                <a:cs typeface="Trebuchet MS"/>
              </a:rPr>
              <a:t>de </a:t>
            </a:r>
            <a:r>
              <a:rPr sz="1800" spc="-10" dirty="0">
                <a:solidFill>
                  <a:srgbClr val="7E7E7E"/>
                </a:solidFill>
                <a:latin typeface="Trebuchet MS"/>
                <a:cs typeface="Trebuchet MS"/>
              </a:rPr>
              <a:t>tipo.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21640" y="3327400"/>
            <a:ext cx="3046730" cy="30467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56969" y="1089660"/>
            <a:ext cx="10819130" cy="5572760"/>
            <a:chOff x="1156969" y="1089660"/>
            <a:chExt cx="10819130" cy="55727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5800" y="6374130"/>
              <a:ext cx="1130300" cy="28829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69" y="1129030"/>
              <a:ext cx="787400" cy="508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73190" y="5116830"/>
              <a:ext cx="3409950" cy="7620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886199" y="5033010"/>
              <a:ext cx="2505710" cy="1107440"/>
            </a:xfrm>
            <a:custGeom>
              <a:avLst/>
              <a:gdLst/>
              <a:ahLst/>
              <a:cxnLst/>
              <a:rect l="l" t="t" r="r" b="b"/>
              <a:pathLst>
                <a:path w="2505710" h="1107439">
                  <a:moveTo>
                    <a:pt x="0" y="1107439"/>
                  </a:moveTo>
                  <a:lnTo>
                    <a:pt x="2505710" y="1107439"/>
                  </a:lnTo>
                  <a:lnTo>
                    <a:pt x="2505710" y="0"/>
                  </a:lnTo>
                  <a:lnTo>
                    <a:pt x="0" y="0"/>
                  </a:lnTo>
                  <a:lnTo>
                    <a:pt x="0" y="1107439"/>
                  </a:lnTo>
                  <a:close/>
                </a:path>
              </a:pathLst>
            </a:custGeom>
            <a:ln w="10160">
              <a:solidFill>
                <a:srgbClr val="C867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965955" y="5059426"/>
            <a:ext cx="2207895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572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Trebuchet MS"/>
                <a:cs typeface="Trebuchet MS"/>
              </a:rPr>
              <a:t>Indentação </a:t>
            </a:r>
            <a:r>
              <a:rPr sz="1600" spc="-80" dirty="0">
                <a:latin typeface="Trebuchet MS"/>
                <a:cs typeface="Trebuchet MS"/>
              </a:rPr>
              <a:t>Utilizamos</a:t>
            </a:r>
            <a:r>
              <a:rPr sz="1600" spc="25" dirty="0">
                <a:latin typeface="Trebuchet MS"/>
                <a:cs typeface="Trebuchet MS"/>
              </a:rPr>
              <a:t> </a:t>
            </a:r>
            <a:r>
              <a:rPr sz="1600" spc="-165" dirty="0">
                <a:latin typeface="Trebuchet MS"/>
                <a:cs typeface="Trebuchet MS"/>
              </a:rPr>
              <a:t>a</a:t>
            </a:r>
            <a:r>
              <a:rPr sz="1600" spc="10" dirty="0">
                <a:latin typeface="Trebuchet MS"/>
                <a:cs typeface="Trebuchet MS"/>
              </a:rPr>
              <a:t> </a:t>
            </a:r>
            <a:r>
              <a:rPr sz="1600" spc="-130" dirty="0">
                <a:latin typeface="Trebuchet MS"/>
                <a:cs typeface="Trebuchet MS"/>
              </a:rPr>
              <a:t>tecla</a:t>
            </a:r>
            <a:r>
              <a:rPr sz="1600" spc="-210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TAB </a:t>
            </a:r>
            <a:r>
              <a:rPr sz="1600" spc="-110" dirty="0">
                <a:latin typeface="Trebuchet MS"/>
                <a:cs typeface="Trebuchet MS"/>
              </a:rPr>
              <a:t>para</a:t>
            </a:r>
            <a:r>
              <a:rPr sz="1600" spc="10" dirty="0">
                <a:latin typeface="Trebuchet MS"/>
                <a:cs typeface="Trebuchet MS"/>
              </a:rPr>
              <a:t> </a:t>
            </a:r>
            <a:r>
              <a:rPr sz="1600" spc="-130" dirty="0">
                <a:latin typeface="Trebuchet MS"/>
                <a:cs typeface="Trebuchet MS"/>
              </a:rPr>
              <a:t>facilitar</a:t>
            </a:r>
            <a:r>
              <a:rPr sz="1600" spc="25" dirty="0">
                <a:latin typeface="Trebuchet MS"/>
                <a:cs typeface="Trebuchet MS"/>
              </a:rPr>
              <a:t> </a:t>
            </a:r>
            <a:r>
              <a:rPr sz="1600" spc="-165" dirty="0">
                <a:latin typeface="Trebuchet MS"/>
                <a:cs typeface="Trebuchet MS"/>
              </a:rPr>
              <a:t>a</a:t>
            </a:r>
            <a:r>
              <a:rPr sz="1600" dirty="0">
                <a:latin typeface="Trebuchet MS"/>
                <a:cs typeface="Trebuchet MS"/>
              </a:rPr>
              <a:t> </a:t>
            </a:r>
            <a:r>
              <a:rPr sz="1600" spc="-85" dirty="0">
                <a:latin typeface="Trebuchet MS"/>
                <a:cs typeface="Trebuchet MS"/>
              </a:rPr>
              <a:t>organização </a:t>
            </a:r>
            <a:r>
              <a:rPr sz="1600" spc="-120" dirty="0">
                <a:latin typeface="Trebuchet MS"/>
                <a:cs typeface="Trebuchet MS"/>
              </a:rPr>
              <a:t>e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spc="-114" dirty="0">
                <a:latin typeface="Trebuchet MS"/>
                <a:cs typeface="Trebuchet MS"/>
              </a:rPr>
              <a:t>legibilidade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do</a:t>
            </a:r>
            <a:r>
              <a:rPr sz="1600" spc="-8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código.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728459" y="5617209"/>
            <a:ext cx="460375" cy="400050"/>
            <a:chOff x="6728459" y="5617209"/>
            <a:chExt cx="460375" cy="400050"/>
          </a:xfrm>
        </p:grpSpPr>
        <p:sp>
          <p:nvSpPr>
            <p:cNvPr id="12" name="object 12"/>
            <p:cNvSpPr/>
            <p:nvPr/>
          </p:nvSpPr>
          <p:spPr>
            <a:xfrm>
              <a:off x="6744334" y="5633084"/>
              <a:ext cx="428625" cy="0"/>
            </a:xfrm>
            <a:custGeom>
              <a:avLst/>
              <a:gdLst/>
              <a:ahLst/>
              <a:cxnLst/>
              <a:rect l="l" t="t" r="r" b="b"/>
              <a:pathLst>
                <a:path w="428625">
                  <a:moveTo>
                    <a:pt x="428625" y="0"/>
                  </a:moveTo>
                  <a:lnTo>
                    <a:pt x="0" y="0"/>
                  </a:lnTo>
                </a:path>
              </a:pathLst>
            </a:custGeom>
            <a:ln w="31750">
              <a:solidFill>
                <a:srgbClr val="C867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15784" y="5742304"/>
              <a:ext cx="76200" cy="274955"/>
            </a:xfrm>
            <a:custGeom>
              <a:avLst/>
              <a:gdLst/>
              <a:ahLst/>
              <a:cxnLst/>
              <a:rect l="l" t="t" r="r" b="b"/>
              <a:pathLst>
                <a:path w="76200" h="274954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74853"/>
                  </a:lnTo>
                  <a:lnTo>
                    <a:pt x="44450" y="274853"/>
                  </a:lnTo>
                  <a:lnTo>
                    <a:pt x="44450" y="63500"/>
                  </a:lnTo>
                  <a:close/>
                </a:path>
                <a:path w="76200" h="274954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274954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867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0107930" y="4860290"/>
            <a:ext cx="1643380" cy="830580"/>
          </a:xfrm>
          <a:prstGeom prst="rect">
            <a:avLst/>
          </a:prstGeom>
          <a:solidFill>
            <a:srgbClr val="F1F1F1"/>
          </a:solidFill>
          <a:ln w="10159">
            <a:solidFill>
              <a:srgbClr val="006F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664210">
              <a:lnSpc>
                <a:spcPct val="100000"/>
              </a:lnSpc>
              <a:spcBef>
                <a:spcPts val="300"/>
              </a:spcBef>
            </a:pPr>
            <a:r>
              <a:rPr sz="1600" b="1" spc="-50" dirty="0">
                <a:latin typeface="Trebuchet MS"/>
                <a:cs typeface="Trebuchet MS"/>
              </a:rPr>
              <a:t>:</a:t>
            </a:r>
            <a:endParaRPr sz="1600">
              <a:latin typeface="Trebuchet MS"/>
              <a:cs typeface="Trebuchet MS"/>
            </a:endParaRPr>
          </a:p>
          <a:p>
            <a:pPr marL="92710" marR="184785">
              <a:lnSpc>
                <a:spcPct val="100000"/>
              </a:lnSpc>
            </a:pPr>
            <a:r>
              <a:rPr sz="1600" spc="-75" dirty="0">
                <a:latin typeface="Trebuchet MS"/>
                <a:cs typeface="Trebuchet MS"/>
              </a:rPr>
              <a:t>Início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spc="-100" dirty="0">
                <a:latin typeface="Trebuchet MS"/>
                <a:cs typeface="Trebuchet MS"/>
              </a:rPr>
              <a:t>de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um </a:t>
            </a:r>
            <a:r>
              <a:rPr sz="1600" spc="-50" dirty="0">
                <a:latin typeface="Trebuchet MS"/>
                <a:cs typeface="Trebuchet MS"/>
              </a:rPr>
              <a:t>bloco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spc="-100" dirty="0">
                <a:latin typeface="Trebuchet MS"/>
                <a:cs typeface="Trebuchet MS"/>
              </a:rPr>
              <a:t>de</a:t>
            </a:r>
            <a:r>
              <a:rPr sz="1600" spc="-50" dirty="0">
                <a:latin typeface="Trebuchet MS"/>
                <a:cs typeface="Trebuchet MS"/>
              </a:rPr>
              <a:t> </a:t>
            </a:r>
            <a:r>
              <a:rPr sz="1600" spc="-105" dirty="0">
                <a:latin typeface="Trebuchet MS"/>
                <a:cs typeface="Trebuchet MS"/>
              </a:rPr>
              <a:t>código.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21640" y="3327400"/>
            <a:ext cx="9687560" cy="3046730"/>
            <a:chOff x="421640" y="3327400"/>
            <a:chExt cx="9687560" cy="3046730"/>
          </a:xfrm>
        </p:grpSpPr>
        <p:sp>
          <p:nvSpPr>
            <p:cNvPr id="16" name="object 16"/>
            <p:cNvSpPr/>
            <p:nvPr/>
          </p:nvSpPr>
          <p:spPr>
            <a:xfrm>
              <a:off x="6392544" y="6014085"/>
              <a:ext cx="561975" cy="0"/>
            </a:xfrm>
            <a:custGeom>
              <a:avLst/>
              <a:gdLst/>
              <a:ahLst/>
              <a:cxnLst/>
              <a:rect l="l" t="t" r="r" b="b"/>
              <a:pathLst>
                <a:path w="561975">
                  <a:moveTo>
                    <a:pt x="0" y="0"/>
                  </a:moveTo>
                  <a:lnTo>
                    <a:pt x="561975" y="0"/>
                  </a:lnTo>
                </a:path>
              </a:pathLst>
            </a:custGeom>
            <a:ln w="6350">
              <a:solidFill>
                <a:srgbClr val="C867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349615" y="4946014"/>
              <a:ext cx="76200" cy="300355"/>
            </a:xfrm>
            <a:custGeom>
              <a:avLst/>
              <a:gdLst/>
              <a:ahLst/>
              <a:cxnLst/>
              <a:rect l="l" t="t" r="r" b="b"/>
              <a:pathLst>
                <a:path w="76200" h="300354">
                  <a:moveTo>
                    <a:pt x="31750" y="223774"/>
                  </a:moveTo>
                  <a:lnTo>
                    <a:pt x="0" y="223774"/>
                  </a:lnTo>
                  <a:lnTo>
                    <a:pt x="38100" y="299974"/>
                  </a:lnTo>
                  <a:lnTo>
                    <a:pt x="69850" y="236474"/>
                  </a:lnTo>
                  <a:lnTo>
                    <a:pt x="31750" y="236474"/>
                  </a:lnTo>
                  <a:lnTo>
                    <a:pt x="31750" y="223774"/>
                  </a:lnTo>
                  <a:close/>
                </a:path>
                <a:path w="76200" h="300354">
                  <a:moveTo>
                    <a:pt x="44450" y="0"/>
                  </a:moveTo>
                  <a:lnTo>
                    <a:pt x="31750" y="0"/>
                  </a:lnTo>
                  <a:lnTo>
                    <a:pt x="31750" y="236474"/>
                  </a:lnTo>
                  <a:lnTo>
                    <a:pt x="44450" y="236474"/>
                  </a:lnTo>
                  <a:lnTo>
                    <a:pt x="44450" y="0"/>
                  </a:lnTo>
                  <a:close/>
                </a:path>
                <a:path w="76200" h="300354">
                  <a:moveTo>
                    <a:pt x="76200" y="223774"/>
                  </a:moveTo>
                  <a:lnTo>
                    <a:pt x="44450" y="223774"/>
                  </a:lnTo>
                  <a:lnTo>
                    <a:pt x="44450" y="236474"/>
                  </a:lnTo>
                  <a:lnTo>
                    <a:pt x="69850" y="236474"/>
                  </a:lnTo>
                  <a:lnTo>
                    <a:pt x="76200" y="223774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387715" y="4946014"/>
              <a:ext cx="1721485" cy="0"/>
            </a:xfrm>
            <a:custGeom>
              <a:avLst/>
              <a:gdLst/>
              <a:ahLst/>
              <a:cxnLst/>
              <a:rect l="l" t="t" r="r" b="b"/>
              <a:pathLst>
                <a:path w="1721484">
                  <a:moveTo>
                    <a:pt x="0" y="0"/>
                  </a:moveTo>
                  <a:lnTo>
                    <a:pt x="1721230" y="0"/>
                  </a:lnTo>
                </a:path>
              </a:pathLst>
            </a:custGeom>
            <a:ln w="635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1640" y="3327400"/>
              <a:ext cx="3046730" cy="304673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4273803" y="442848"/>
            <a:ext cx="7656195" cy="442023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00"/>
              </a:spcBef>
            </a:pPr>
            <a:r>
              <a:rPr sz="2400" b="1" spc="180" dirty="0">
                <a:latin typeface="Trebuchet MS"/>
                <a:cs typeface="Trebuchet MS"/>
              </a:rPr>
              <a:t>Uma</a:t>
            </a:r>
            <a:r>
              <a:rPr sz="2400" b="1" spc="-6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observação</a:t>
            </a:r>
            <a:r>
              <a:rPr sz="2400" b="1" spc="-2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no</a:t>
            </a:r>
            <a:r>
              <a:rPr sz="2400" b="1" spc="-6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nosso</a:t>
            </a:r>
            <a:r>
              <a:rPr sz="2400" b="1" spc="-40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código:</a:t>
            </a:r>
            <a:endParaRPr sz="24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1000"/>
              </a:spcBef>
            </a:pPr>
            <a:r>
              <a:rPr sz="2400" dirty="0">
                <a:latin typeface="Trebuchet MS"/>
                <a:cs typeface="Trebuchet MS"/>
              </a:rPr>
              <a:t>Em</a:t>
            </a:r>
            <a:r>
              <a:rPr sz="2400" spc="125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Python,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</a:t>
            </a:r>
            <a:r>
              <a:rPr sz="2400" spc="114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caractere</a:t>
            </a:r>
            <a:r>
              <a:rPr sz="2400" spc="130" dirty="0"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006FC0"/>
                </a:solidFill>
                <a:latin typeface="Trebuchet MS"/>
                <a:cs typeface="Trebuchet MS"/>
              </a:rPr>
              <a:t>dois-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pontos</a:t>
            </a:r>
            <a:r>
              <a:rPr sz="2400" spc="12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310" dirty="0">
                <a:solidFill>
                  <a:srgbClr val="006FC0"/>
                </a:solidFill>
                <a:latin typeface="Trebuchet MS"/>
                <a:cs typeface="Trebuchet MS"/>
              </a:rPr>
              <a:t>(`:`)</a:t>
            </a:r>
            <a:r>
              <a:rPr sz="2400" spc="13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indica</a:t>
            </a:r>
            <a:r>
              <a:rPr sz="2400" spc="114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</a:t>
            </a:r>
            <a:r>
              <a:rPr sz="2400" spc="13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início</a:t>
            </a:r>
            <a:r>
              <a:rPr sz="2400" spc="13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de </a:t>
            </a:r>
            <a:r>
              <a:rPr sz="2400" dirty="0">
                <a:latin typeface="Trebuchet MS"/>
                <a:cs typeface="Trebuchet MS"/>
              </a:rPr>
              <a:t>um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novo</a:t>
            </a:r>
            <a:r>
              <a:rPr sz="2400" u="sng" spc="-14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bloco</a:t>
            </a:r>
            <a:r>
              <a:rPr sz="2400" u="sng" spc="-7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de</a:t>
            </a:r>
            <a:r>
              <a:rPr sz="2400" u="sng" spc="-6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15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código</a:t>
            </a:r>
            <a:r>
              <a:rPr sz="2400" spc="-150" dirty="0">
                <a:latin typeface="Trebuchet MS"/>
                <a:cs typeface="Trebuchet MS"/>
              </a:rPr>
              <a:t>.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Ele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informa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ao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interpretador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que </a:t>
            </a:r>
            <a:r>
              <a:rPr sz="2400" dirty="0">
                <a:latin typeface="Trebuchet MS"/>
                <a:cs typeface="Trebuchet MS"/>
              </a:rPr>
              <a:t>as</a:t>
            </a:r>
            <a:r>
              <a:rPr sz="2400" spc="204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instruções</a:t>
            </a:r>
            <a:r>
              <a:rPr sz="2400" spc="20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que</a:t>
            </a:r>
            <a:r>
              <a:rPr sz="2400" spc="20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seguem</a:t>
            </a:r>
            <a:r>
              <a:rPr sz="2400" spc="204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</a:t>
            </a:r>
            <a:r>
              <a:rPr sz="2400" spc="204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que</a:t>
            </a:r>
            <a:r>
              <a:rPr sz="2400" spc="204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estiverem</a:t>
            </a:r>
            <a:r>
              <a:rPr sz="2400" spc="200" dirty="0">
                <a:latin typeface="Trebuchet MS"/>
                <a:cs typeface="Trebuchet MS"/>
              </a:rPr>
              <a:t> </a:t>
            </a:r>
            <a:r>
              <a:rPr sz="2400" b="1" spc="-30" dirty="0">
                <a:latin typeface="Trebuchet MS"/>
                <a:cs typeface="Trebuchet MS"/>
              </a:rPr>
              <a:t>indentadas</a:t>
            </a:r>
            <a:r>
              <a:rPr sz="2400" spc="-30" dirty="0">
                <a:latin typeface="Trebuchet MS"/>
                <a:cs typeface="Trebuchet MS"/>
              </a:rPr>
              <a:t>, </a:t>
            </a:r>
            <a:r>
              <a:rPr sz="2400" u="sng" spc="-20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fazem</a:t>
            </a:r>
            <a:r>
              <a:rPr sz="2400" u="sng" spc="-3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14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parte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17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daquele</a:t>
            </a:r>
            <a:r>
              <a:rPr sz="2400" u="sng" spc="-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bloco</a:t>
            </a:r>
            <a:r>
              <a:rPr sz="2400" spc="-10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  <a:p>
            <a:pPr marL="12700" marR="33655" algn="just">
              <a:lnSpc>
                <a:spcPct val="100000"/>
              </a:lnSpc>
              <a:spcBef>
                <a:spcPts val="1000"/>
              </a:spcBef>
            </a:pPr>
            <a:r>
              <a:rPr sz="2400" spc="180" dirty="0">
                <a:latin typeface="Trebuchet MS"/>
                <a:cs typeface="Trebuchet MS"/>
              </a:rPr>
              <a:t>A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indentação</a:t>
            </a:r>
            <a:r>
              <a:rPr sz="2400" b="1" spc="-15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(</a:t>
            </a:r>
            <a:r>
              <a:rPr sz="2400" spc="-130" dirty="0">
                <a:solidFill>
                  <a:srgbClr val="00AF50"/>
                </a:solidFill>
                <a:latin typeface="Trebuchet MS"/>
                <a:cs typeface="Trebuchet MS"/>
              </a:rPr>
              <a:t>normalmente</a:t>
            </a:r>
            <a:r>
              <a:rPr sz="2400" spc="-1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00AF50"/>
                </a:solidFill>
                <a:latin typeface="Trebuchet MS"/>
                <a:cs typeface="Trebuchet MS"/>
              </a:rPr>
              <a:t>de</a:t>
            </a:r>
            <a:r>
              <a:rPr sz="2400" spc="-2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AF50"/>
                </a:solidFill>
                <a:latin typeface="Trebuchet MS"/>
                <a:cs typeface="Trebuchet MS"/>
              </a:rPr>
              <a:t>4</a:t>
            </a:r>
            <a:r>
              <a:rPr sz="2400" spc="-3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00AF50"/>
                </a:solidFill>
                <a:latin typeface="Trebuchet MS"/>
                <a:cs typeface="Trebuchet MS"/>
              </a:rPr>
              <a:t>espaços</a:t>
            </a:r>
            <a:r>
              <a:rPr sz="2400" spc="-110" dirty="0">
                <a:latin typeface="Trebuchet MS"/>
                <a:cs typeface="Trebuchet MS"/>
              </a:rPr>
              <a:t>)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define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escopo </a:t>
            </a:r>
            <a:r>
              <a:rPr sz="2400" spc="-110" dirty="0">
                <a:latin typeface="Trebuchet MS"/>
                <a:cs typeface="Trebuchet MS"/>
              </a:rPr>
              <a:t>desse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90" dirty="0">
                <a:latin typeface="Trebuchet MS"/>
                <a:cs typeface="Trebuchet MS"/>
              </a:rPr>
              <a:t>bloco,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ou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330" dirty="0">
                <a:latin typeface="Trebuchet MS"/>
                <a:cs typeface="Trebuchet MS"/>
              </a:rPr>
              <a:t>seja,</a:t>
            </a:r>
            <a:r>
              <a:rPr sz="2400" spc="150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quais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comandos </a:t>
            </a:r>
            <a:r>
              <a:rPr sz="2400" spc="-70" dirty="0">
                <a:latin typeface="Trebuchet MS"/>
                <a:cs typeface="Trebuchet MS"/>
              </a:rPr>
              <a:t>serão</a:t>
            </a:r>
            <a:r>
              <a:rPr sz="2400" spc="40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executados</a:t>
            </a:r>
            <a:r>
              <a:rPr sz="2400" spc="5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como </a:t>
            </a:r>
            <a:r>
              <a:rPr sz="2400" spc="-65" dirty="0">
                <a:latin typeface="Trebuchet MS"/>
                <a:cs typeface="Trebuchet MS"/>
              </a:rPr>
              <a:t>parte</a:t>
            </a:r>
            <a:r>
              <a:rPr sz="2400" spc="-1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da</a:t>
            </a:r>
            <a:r>
              <a:rPr sz="2400" spc="-13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estrutura</a:t>
            </a:r>
            <a:r>
              <a:rPr sz="2400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condicional.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Sem a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FF0000"/>
                </a:solidFill>
                <a:latin typeface="Trebuchet MS"/>
                <a:cs typeface="Trebuchet MS"/>
              </a:rPr>
              <a:t>indentação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FF0000"/>
                </a:solidFill>
                <a:latin typeface="Trebuchet MS"/>
                <a:cs typeface="Trebuchet MS"/>
              </a:rPr>
              <a:t>correta,</a:t>
            </a:r>
            <a:r>
              <a:rPr sz="2400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Trebuchet MS"/>
                <a:cs typeface="Trebuchet MS"/>
              </a:rPr>
              <a:t>o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Python</a:t>
            </a:r>
            <a:r>
              <a:rPr sz="2400" spc="-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não</a:t>
            </a:r>
            <a:r>
              <a:rPr sz="2400" spc="2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Trebuchet MS"/>
                <a:cs typeface="Trebuchet MS"/>
              </a:rPr>
              <a:t>consegue</a:t>
            </a:r>
            <a:r>
              <a:rPr sz="2400" spc="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FF0000"/>
                </a:solidFill>
                <a:latin typeface="Trebuchet MS"/>
                <a:cs typeface="Trebuchet MS"/>
              </a:rPr>
              <a:t>determinar</a:t>
            </a:r>
            <a:r>
              <a:rPr sz="2400" spc="3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onde</a:t>
            </a:r>
            <a:r>
              <a:rPr sz="2400" spc="3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2400" spc="3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bloco</a:t>
            </a:r>
            <a:r>
              <a:rPr sz="2400" spc="3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FF0000"/>
                </a:solidFill>
                <a:latin typeface="Trebuchet MS"/>
                <a:cs typeface="Trebuchet MS"/>
              </a:rPr>
              <a:t>termina,</a:t>
            </a:r>
            <a:r>
              <a:rPr sz="2400" spc="-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Trebuchet MS"/>
                <a:cs typeface="Trebuchet MS"/>
              </a:rPr>
              <a:t>o </a:t>
            </a:r>
            <a:r>
              <a:rPr sz="2400" spc="-150" dirty="0">
                <a:solidFill>
                  <a:srgbClr val="FF0000"/>
                </a:solidFill>
                <a:latin typeface="Trebuchet MS"/>
                <a:cs typeface="Trebuchet MS"/>
              </a:rPr>
              <a:t>que</a:t>
            </a:r>
            <a:r>
              <a:rPr sz="2400" spc="-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FF0000"/>
                </a:solidFill>
                <a:latin typeface="Trebuchet MS"/>
                <a:cs typeface="Trebuchet MS"/>
              </a:rPr>
              <a:t>pode</a:t>
            </a:r>
            <a:r>
              <a:rPr sz="2400" spc="-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65" dirty="0">
                <a:solidFill>
                  <a:srgbClr val="FF0000"/>
                </a:solidFill>
                <a:latin typeface="Trebuchet MS"/>
                <a:cs typeface="Trebuchet MS"/>
              </a:rPr>
              <a:t>levar</a:t>
            </a:r>
            <a:r>
              <a:rPr sz="2400" spc="-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24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2400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35" dirty="0">
                <a:solidFill>
                  <a:srgbClr val="FF0000"/>
                </a:solidFill>
                <a:latin typeface="Trebuchet MS"/>
                <a:cs typeface="Trebuchet MS"/>
              </a:rPr>
              <a:t>erros</a:t>
            </a:r>
            <a:r>
              <a:rPr sz="2400" spc="-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FF0000"/>
                </a:solidFill>
                <a:latin typeface="Trebuchet MS"/>
                <a:cs typeface="Trebuchet MS"/>
              </a:rPr>
              <a:t>de</a:t>
            </a:r>
            <a:r>
              <a:rPr sz="2400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FF0000"/>
                </a:solidFill>
                <a:latin typeface="Trebuchet MS"/>
                <a:cs typeface="Trebuchet MS"/>
              </a:rPr>
              <a:t>execução.</a:t>
            </a:r>
            <a:endParaRPr sz="2400">
              <a:latin typeface="Trebuchet MS"/>
              <a:cs typeface="Trebuchet MS"/>
            </a:endParaRPr>
          </a:p>
          <a:p>
            <a:pPr marL="2209165">
              <a:lnSpc>
                <a:spcPct val="100000"/>
              </a:lnSpc>
              <a:spcBef>
                <a:spcPts val="880"/>
              </a:spcBef>
            </a:pPr>
            <a:r>
              <a:rPr sz="1600" b="1" dirty="0">
                <a:latin typeface="Trebuchet MS"/>
                <a:cs typeface="Trebuchet MS"/>
              </a:rPr>
              <a:t>Condicional</a:t>
            </a:r>
            <a:r>
              <a:rPr sz="1600" b="1" spc="100" dirty="0">
                <a:latin typeface="Trebuchet MS"/>
                <a:cs typeface="Trebuchet MS"/>
              </a:rPr>
              <a:t> </a:t>
            </a:r>
            <a:r>
              <a:rPr sz="1600" b="1" spc="-10" dirty="0">
                <a:latin typeface="Trebuchet MS"/>
                <a:cs typeface="Trebuchet MS"/>
              </a:rPr>
              <a:t>Simples</a:t>
            </a:r>
            <a:r>
              <a:rPr sz="1600" spc="-10" dirty="0">
                <a:latin typeface="Trebuchet MS"/>
                <a:cs typeface="Trebuchet MS"/>
              </a:rPr>
              <a:t>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22642" y="1948179"/>
            <a:ext cx="224091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0005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Desvio </a:t>
            </a:r>
            <a:r>
              <a:rPr sz="3600" spc="-130" dirty="0">
                <a:solidFill>
                  <a:srgbClr val="FFFFFF"/>
                </a:solidFill>
                <a:latin typeface="Trebuchet MS"/>
                <a:cs typeface="Trebuchet MS"/>
              </a:rPr>
              <a:t>Condicional</a:t>
            </a:r>
            <a:endParaRPr sz="3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rebuchet MS"/>
                <a:cs typeface="Trebuchet MS"/>
              </a:rPr>
              <a:t>Condicional</a:t>
            </a:r>
            <a:r>
              <a:rPr b="1" spc="40" dirty="0">
                <a:latin typeface="Trebuchet MS"/>
                <a:cs typeface="Trebuchet MS"/>
              </a:rPr>
              <a:t> </a:t>
            </a:r>
            <a:r>
              <a:rPr b="1" spc="80" dirty="0">
                <a:latin typeface="Trebuchet MS"/>
                <a:cs typeface="Trebuchet MS"/>
              </a:rPr>
              <a:t>Composta</a:t>
            </a:r>
            <a:r>
              <a:rPr b="1" spc="45" dirty="0">
                <a:latin typeface="Trebuchet MS"/>
                <a:cs typeface="Trebuchet MS"/>
              </a:rPr>
              <a:t> </a:t>
            </a:r>
            <a:r>
              <a:rPr b="1" spc="-85" dirty="0">
                <a:latin typeface="Trebuchet MS"/>
                <a:cs typeface="Trebuchet MS"/>
              </a:rPr>
              <a:t>(if-</a:t>
            </a:r>
            <a:r>
              <a:rPr b="1" spc="-10" dirty="0">
                <a:latin typeface="Trebuchet MS"/>
                <a:cs typeface="Trebuchet MS"/>
              </a:rPr>
              <a:t>else)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156969" y="1078230"/>
            <a:ext cx="10819130" cy="5584190"/>
            <a:chOff x="1156969" y="1078230"/>
            <a:chExt cx="10819130" cy="55841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5800" y="6374130"/>
              <a:ext cx="1130300" cy="28829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69" y="1129030"/>
              <a:ext cx="787400" cy="508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75579" y="1078230"/>
              <a:ext cx="5678170" cy="42672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166234" y="5397182"/>
            <a:ext cx="755713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0" dirty="0">
                <a:latin typeface="Trebuchet MS"/>
                <a:cs typeface="Trebuchet MS"/>
              </a:rPr>
              <a:t>Permite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006FC0"/>
                </a:solidFill>
                <a:latin typeface="Trebuchet MS"/>
                <a:cs typeface="Trebuchet MS"/>
              </a:rPr>
              <a:t>definir</a:t>
            </a:r>
            <a:r>
              <a:rPr sz="1800" spc="-1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006FC0"/>
                </a:solidFill>
                <a:latin typeface="Trebuchet MS"/>
                <a:cs typeface="Trebuchet MS"/>
              </a:rPr>
              <a:t>um</a:t>
            </a:r>
            <a:r>
              <a:rPr sz="1800" spc="-1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006FC0"/>
                </a:solidFill>
                <a:latin typeface="Trebuchet MS"/>
                <a:cs typeface="Trebuchet MS"/>
              </a:rPr>
              <a:t>caminho</a:t>
            </a:r>
            <a:r>
              <a:rPr sz="1800" spc="-1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006FC0"/>
                </a:solidFill>
                <a:latin typeface="Trebuchet MS"/>
                <a:cs typeface="Trebuchet MS"/>
              </a:rPr>
              <a:t>alternativo</a:t>
            </a:r>
            <a:r>
              <a:rPr sz="1800" spc="-2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com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b="1" spc="-20" dirty="0">
                <a:latin typeface="Trebuchet MS"/>
                <a:cs typeface="Trebuchet MS"/>
              </a:rPr>
              <a:t>else </a:t>
            </a:r>
            <a:r>
              <a:rPr sz="1800" spc="-125" dirty="0">
                <a:latin typeface="Trebuchet MS"/>
                <a:cs typeface="Trebuchet MS"/>
              </a:rPr>
              <a:t>para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u="sng" spc="-9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quando</a:t>
            </a:r>
            <a:r>
              <a:rPr sz="1800" u="sng" spc="-3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1800" u="sng" spc="-19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</a:t>
            </a:r>
            <a:r>
              <a:rPr sz="1800" u="sng" spc="-1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1800" u="sng" spc="-8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condição</a:t>
            </a:r>
            <a:r>
              <a:rPr sz="1800" u="sng" spc="-3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do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1800" u="sng" spc="-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if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u="sng" spc="-9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não</a:t>
            </a:r>
            <a:r>
              <a:rPr sz="1800" u="sng" spc="-5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1800" u="sng" spc="-6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for</a:t>
            </a:r>
            <a:r>
              <a:rPr sz="1800" u="sng" spc="-5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1800" u="sng" spc="-6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satisfeita</a:t>
            </a:r>
            <a:r>
              <a:rPr sz="1800" spc="-60" dirty="0"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1640" y="2995929"/>
            <a:ext cx="5598795" cy="3378200"/>
            <a:chOff x="421640" y="2995929"/>
            <a:chExt cx="5598795" cy="3378200"/>
          </a:xfrm>
        </p:grpSpPr>
        <p:sp>
          <p:nvSpPr>
            <p:cNvPr id="12" name="object 12"/>
            <p:cNvSpPr/>
            <p:nvPr/>
          </p:nvSpPr>
          <p:spPr>
            <a:xfrm>
              <a:off x="5077460" y="2995929"/>
              <a:ext cx="942975" cy="2399030"/>
            </a:xfrm>
            <a:custGeom>
              <a:avLst/>
              <a:gdLst/>
              <a:ahLst/>
              <a:cxnLst/>
              <a:rect l="l" t="t" r="r" b="b"/>
              <a:pathLst>
                <a:path w="942975" h="2399029">
                  <a:moveTo>
                    <a:pt x="942975" y="47625"/>
                  </a:moveTo>
                  <a:lnTo>
                    <a:pt x="911225" y="31750"/>
                  </a:lnTo>
                  <a:lnTo>
                    <a:pt x="847725" y="0"/>
                  </a:lnTo>
                  <a:lnTo>
                    <a:pt x="847725" y="31750"/>
                  </a:lnTo>
                  <a:lnTo>
                    <a:pt x="47625" y="31750"/>
                  </a:lnTo>
                  <a:lnTo>
                    <a:pt x="47625" y="47625"/>
                  </a:lnTo>
                  <a:lnTo>
                    <a:pt x="31750" y="47625"/>
                  </a:lnTo>
                  <a:lnTo>
                    <a:pt x="31750" y="2306980"/>
                  </a:lnTo>
                  <a:lnTo>
                    <a:pt x="29083" y="2307513"/>
                  </a:lnTo>
                  <a:lnTo>
                    <a:pt x="13944" y="2317686"/>
                  </a:lnTo>
                  <a:lnTo>
                    <a:pt x="3733" y="2332825"/>
                  </a:lnTo>
                  <a:lnTo>
                    <a:pt x="0" y="2351405"/>
                  </a:lnTo>
                  <a:lnTo>
                    <a:pt x="3733" y="2369947"/>
                  </a:lnTo>
                  <a:lnTo>
                    <a:pt x="13944" y="2385085"/>
                  </a:lnTo>
                  <a:lnTo>
                    <a:pt x="29083" y="2395296"/>
                  </a:lnTo>
                  <a:lnTo>
                    <a:pt x="47625" y="2399030"/>
                  </a:lnTo>
                  <a:lnTo>
                    <a:pt x="66154" y="2395296"/>
                  </a:lnTo>
                  <a:lnTo>
                    <a:pt x="81292" y="2385085"/>
                  </a:lnTo>
                  <a:lnTo>
                    <a:pt x="91503" y="2369947"/>
                  </a:lnTo>
                  <a:lnTo>
                    <a:pt x="95250" y="2351405"/>
                  </a:lnTo>
                  <a:lnTo>
                    <a:pt x="91503" y="2332825"/>
                  </a:lnTo>
                  <a:lnTo>
                    <a:pt x="81292" y="2317686"/>
                  </a:lnTo>
                  <a:lnTo>
                    <a:pt x="66154" y="2307513"/>
                  </a:lnTo>
                  <a:lnTo>
                    <a:pt x="63500" y="2306980"/>
                  </a:lnTo>
                  <a:lnTo>
                    <a:pt x="63500" y="2303792"/>
                  </a:lnTo>
                  <a:lnTo>
                    <a:pt x="63500" y="63500"/>
                  </a:lnTo>
                  <a:lnTo>
                    <a:pt x="847725" y="63500"/>
                  </a:lnTo>
                  <a:lnTo>
                    <a:pt x="847725" y="95250"/>
                  </a:lnTo>
                  <a:lnTo>
                    <a:pt x="911225" y="63500"/>
                  </a:lnTo>
                  <a:lnTo>
                    <a:pt x="942975" y="47625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1640" y="3327399"/>
              <a:ext cx="3046730" cy="304673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822642" y="1948179"/>
            <a:ext cx="224091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0005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Desvio </a:t>
            </a:r>
            <a:r>
              <a:rPr sz="3600" spc="-130" dirty="0">
                <a:solidFill>
                  <a:srgbClr val="FFFFFF"/>
                </a:solidFill>
                <a:latin typeface="Trebuchet MS"/>
                <a:cs typeface="Trebuchet MS"/>
              </a:rPr>
              <a:t>Condicional</a:t>
            </a:r>
            <a:endParaRPr sz="3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rebuchet MS"/>
                <a:cs typeface="Trebuchet MS"/>
              </a:rPr>
              <a:t>Condicional</a:t>
            </a:r>
            <a:r>
              <a:rPr b="1" spc="-145" dirty="0">
                <a:latin typeface="Trebuchet MS"/>
                <a:cs typeface="Trebuchet MS"/>
              </a:rPr>
              <a:t> </a:t>
            </a:r>
            <a:r>
              <a:rPr b="1" spc="-10" dirty="0">
                <a:latin typeface="Trebuchet MS"/>
                <a:cs typeface="Trebuchet MS"/>
              </a:rPr>
              <a:t>Aninhada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21640" y="1089660"/>
            <a:ext cx="11554460" cy="5572760"/>
            <a:chOff x="421640" y="1089660"/>
            <a:chExt cx="11554460" cy="55727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5799" y="6374130"/>
              <a:ext cx="1130300" cy="28829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70" y="1129030"/>
              <a:ext cx="787400" cy="508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90" y="1089660"/>
              <a:ext cx="736600" cy="54737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01210" y="1089660"/>
              <a:ext cx="6774180" cy="42862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1640" y="3327400"/>
              <a:ext cx="3046730" cy="304673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058284" y="5557202"/>
            <a:ext cx="74472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rebuchet MS"/>
                <a:cs typeface="Trebuchet MS"/>
              </a:rPr>
              <a:t>Consiste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em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colocar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um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bloco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condicional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dentro </a:t>
            </a:r>
            <a:r>
              <a:rPr sz="1800" spc="-20" dirty="0">
                <a:latin typeface="Trebuchet MS"/>
                <a:cs typeface="Trebuchet MS"/>
              </a:rPr>
              <a:t>de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outro.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Isso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é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útil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quando </a:t>
            </a:r>
            <a:r>
              <a:rPr sz="1800" spc="-145" dirty="0">
                <a:latin typeface="Trebuchet MS"/>
                <a:cs typeface="Trebuchet MS"/>
              </a:rPr>
              <a:t>há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necessidade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de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verificar</a:t>
            </a:r>
            <a:r>
              <a:rPr sz="1800" spc="15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múltiplas</a:t>
            </a:r>
            <a:r>
              <a:rPr sz="1800" spc="2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condições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sequencialmente.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2642" y="1948179"/>
            <a:ext cx="224091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0005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Desvio </a:t>
            </a:r>
            <a:r>
              <a:rPr sz="3600" spc="-130" dirty="0">
                <a:solidFill>
                  <a:srgbClr val="FFFFFF"/>
                </a:solidFill>
                <a:latin typeface="Trebuchet MS"/>
                <a:cs typeface="Trebuchet MS"/>
              </a:rPr>
              <a:t>Condicional</a:t>
            </a:r>
            <a:endParaRPr sz="3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rebuchet MS"/>
                <a:cs typeface="Trebuchet MS"/>
              </a:rPr>
              <a:t>Condicional</a:t>
            </a:r>
            <a:r>
              <a:rPr b="1" spc="35" dirty="0">
                <a:latin typeface="Trebuchet MS"/>
                <a:cs typeface="Trebuchet MS"/>
              </a:rPr>
              <a:t> </a:t>
            </a:r>
            <a:r>
              <a:rPr b="1" spc="80" dirty="0">
                <a:latin typeface="Trebuchet MS"/>
                <a:cs typeface="Trebuchet MS"/>
              </a:rPr>
              <a:t>Composta</a:t>
            </a:r>
            <a:r>
              <a:rPr b="1" spc="40" dirty="0">
                <a:latin typeface="Trebuchet MS"/>
                <a:cs typeface="Trebuchet MS"/>
              </a:rPr>
              <a:t> </a:t>
            </a:r>
            <a:r>
              <a:rPr b="1" spc="75" dirty="0">
                <a:latin typeface="Trebuchet MS"/>
                <a:cs typeface="Trebuchet MS"/>
              </a:rPr>
              <a:t>com</a:t>
            </a:r>
            <a:r>
              <a:rPr b="1" spc="2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Múltiplos</a:t>
            </a:r>
            <a:r>
              <a:rPr b="1" spc="45" dirty="0">
                <a:latin typeface="Trebuchet MS"/>
                <a:cs typeface="Trebuchet MS"/>
              </a:rPr>
              <a:t> </a:t>
            </a:r>
            <a:r>
              <a:rPr b="1" spc="-85" dirty="0">
                <a:latin typeface="Trebuchet MS"/>
                <a:cs typeface="Trebuchet MS"/>
              </a:rPr>
              <a:t>(if-</a:t>
            </a:r>
            <a:r>
              <a:rPr b="1" spc="-105" dirty="0">
                <a:latin typeface="Trebuchet MS"/>
                <a:cs typeface="Trebuchet MS"/>
              </a:rPr>
              <a:t>elif-</a:t>
            </a:r>
            <a:r>
              <a:rPr b="1" spc="-10" dirty="0">
                <a:latin typeface="Trebuchet MS"/>
                <a:cs typeface="Trebuchet MS"/>
              </a:rPr>
              <a:t>else)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21640" y="1076960"/>
            <a:ext cx="11554460" cy="5585460"/>
            <a:chOff x="421640" y="1076960"/>
            <a:chExt cx="11554460" cy="55854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5799" y="6374130"/>
              <a:ext cx="1130300" cy="28829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70" y="1129030"/>
              <a:ext cx="787400" cy="508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90" y="1089660"/>
              <a:ext cx="736600" cy="54737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00830" y="1076960"/>
              <a:ext cx="7148830" cy="442087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1640" y="3327400"/>
              <a:ext cx="3046730" cy="304673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058284" y="5557202"/>
            <a:ext cx="744600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latin typeface="Trebuchet MS"/>
                <a:cs typeface="Trebuchet MS"/>
              </a:rPr>
              <a:t>Permite</a:t>
            </a:r>
            <a:r>
              <a:rPr sz="1800" spc="9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testar</a:t>
            </a:r>
            <a:r>
              <a:rPr sz="1800" spc="9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várias</a:t>
            </a:r>
            <a:r>
              <a:rPr sz="1800" spc="95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condições</a:t>
            </a:r>
            <a:r>
              <a:rPr sz="1800" spc="95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sequencialmente</a:t>
            </a:r>
            <a:r>
              <a:rPr sz="1800" spc="9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usando</a:t>
            </a:r>
            <a:r>
              <a:rPr sz="1800" spc="10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elif</a:t>
            </a:r>
            <a:r>
              <a:rPr sz="1800" spc="105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para</a:t>
            </a:r>
            <a:r>
              <a:rPr sz="1800" spc="9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condições </a:t>
            </a:r>
            <a:r>
              <a:rPr sz="1800" spc="-55" dirty="0">
                <a:latin typeface="Trebuchet MS"/>
                <a:cs typeface="Trebuchet MS"/>
              </a:rPr>
              <a:t>intermediárias.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2642" y="1948179"/>
            <a:ext cx="224091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0005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Desvio </a:t>
            </a:r>
            <a:r>
              <a:rPr sz="3600" spc="-130" dirty="0">
                <a:solidFill>
                  <a:srgbClr val="FFFFFF"/>
                </a:solidFill>
                <a:latin typeface="Trebuchet MS"/>
                <a:cs typeface="Trebuchet MS"/>
              </a:rPr>
              <a:t>Condicional</a:t>
            </a:r>
            <a:endParaRPr sz="3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2389" y="1089660"/>
            <a:ext cx="11903710" cy="5665470"/>
            <a:chOff x="72389" y="1089660"/>
            <a:chExt cx="11903710" cy="56654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5799" y="6374130"/>
              <a:ext cx="1130300" cy="28829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70" y="1129030"/>
              <a:ext cx="787400" cy="508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389" y="4009388"/>
              <a:ext cx="3624579" cy="274574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9375" y="2287270"/>
            <a:ext cx="3701415" cy="1310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2800" spc="-135" dirty="0">
                <a:solidFill>
                  <a:srgbClr val="FFFFFF"/>
                </a:solidFill>
                <a:latin typeface="Trebuchet MS"/>
                <a:cs typeface="Trebuchet MS"/>
              </a:rPr>
              <a:t>Apresentação</a:t>
            </a: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220" dirty="0">
                <a:solidFill>
                  <a:srgbClr val="FFFFFF"/>
                </a:solidFill>
                <a:latin typeface="Trebuchet MS"/>
                <a:cs typeface="Trebuchet MS"/>
              </a:rPr>
              <a:t>da</a:t>
            </a:r>
            <a:r>
              <a:rPr sz="28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45" dirty="0">
                <a:solidFill>
                  <a:srgbClr val="FFFFFF"/>
                </a:solidFill>
                <a:latin typeface="Trebuchet MS"/>
                <a:cs typeface="Trebuchet MS"/>
              </a:rPr>
              <a:t>situação </a:t>
            </a:r>
            <a:r>
              <a:rPr sz="2800" spc="-17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8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05" dirty="0">
                <a:solidFill>
                  <a:srgbClr val="FFFFFF"/>
                </a:solidFill>
                <a:latin typeface="Trebuchet MS"/>
                <a:cs typeface="Trebuchet MS"/>
              </a:rPr>
              <a:t>aprendizagem</a:t>
            </a:r>
            <a:endParaRPr sz="28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sz="2800" b="1" i="1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51300" y="93217"/>
            <a:ext cx="7642225" cy="243395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00"/>
              </a:spcBef>
            </a:pPr>
            <a:r>
              <a:rPr sz="1900" b="1" dirty="0">
                <a:latin typeface="Trebuchet MS"/>
                <a:cs typeface="Trebuchet MS"/>
              </a:rPr>
              <a:t>Sistema</a:t>
            </a:r>
            <a:r>
              <a:rPr sz="1900" b="1" spc="80" dirty="0">
                <a:latin typeface="Trebuchet MS"/>
                <a:cs typeface="Trebuchet MS"/>
              </a:rPr>
              <a:t> </a:t>
            </a:r>
            <a:r>
              <a:rPr sz="1900" b="1" spc="-30" dirty="0">
                <a:latin typeface="Trebuchet MS"/>
                <a:cs typeface="Trebuchet MS"/>
              </a:rPr>
              <a:t>de</a:t>
            </a:r>
            <a:r>
              <a:rPr sz="1900" b="1" spc="-150" dirty="0">
                <a:latin typeface="Trebuchet MS"/>
                <a:cs typeface="Trebuchet MS"/>
              </a:rPr>
              <a:t> </a:t>
            </a:r>
            <a:r>
              <a:rPr sz="1900" b="1" dirty="0">
                <a:latin typeface="Trebuchet MS"/>
                <a:cs typeface="Trebuchet MS"/>
              </a:rPr>
              <a:t>Avaliação</a:t>
            </a:r>
            <a:r>
              <a:rPr sz="1900" b="1" spc="100" dirty="0">
                <a:latin typeface="Trebuchet MS"/>
                <a:cs typeface="Trebuchet MS"/>
              </a:rPr>
              <a:t> </a:t>
            </a:r>
            <a:r>
              <a:rPr sz="1900" b="1" dirty="0">
                <a:latin typeface="Trebuchet MS"/>
                <a:cs typeface="Trebuchet MS"/>
              </a:rPr>
              <a:t>de</a:t>
            </a:r>
            <a:r>
              <a:rPr sz="1900" b="1" spc="65" dirty="0">
                <a:latin typeface="Trebuchet MS"/>
                <a:cs typeface="Trebuchet MS"/>
              </a:rPr>
              <a:t> </a:t>
            </a:r>
            <a:r>
              <a:rPr sz="1900" b="1" dirty="0">
                <a:latin typeface="Trebuchet MS"/>
                <a:cs typeface="Trebuchet MS"/>
              </a:rPr>
              <a:t>Desempenho</a:t>
            </a:r>
            <a:r>
              <a:rPr sz="1900" b="1" spc="110" dirty="0">
                <a:latin typeface="Trebuchet MS"/>
                <a:cs typeface="Trebuchet MS"/>
              </a:rPr>
              <a:t> </a:t>
            </a:r>
            <a:r>
              <a:rPr sz="1900" b="1" spc="-10" dirty="0">
                <a:latin typeface="Trebuchet MS"/>
                <a:cs typeface="Trebuchet MS"/>
              </a:rPr>
              <a:t>Escolar</a:t>
            </a:r>
            <a:endParaRPr sz="1900">
              <a:latin typeface="Trebuchet MS"/>
              <a:cs typeface="Trebuchet MS"/>
            </a:endParaRPr>
          </a:p>
          <a:p>
            <a:pPr marL="12700" marR="28575" algn="just">
              <a:lnSpc>
                <a:spcPct val="100000"/>
              </a:lnSpc>
              <a:spcBef>
                <a:spcPts val="994"/>
              </a:spcBef>
            </a:pPr>
            <a:r>
              <a:rPr sz="1900" spc="-125" dirty="0">
                <a:latin typeface="Trebuchet MS"/>
                <a:cs typeface="Trebuchet MS"/>
              </a:rPr>
              <a:t>Imagine</a:t>
            </a:r>
            <a:r>
              <a:rPr sz="1900" spc="-10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que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spc="-75" dirty="0">
                <a:latin typeface="Trebuchet MS"/>
                <a:cs typeface="Trebuchet MS"/>
              </a:rPr>
              <a:t>você</a:t>
            </a:r>
            <a:r>
              <a:rPr sz="1900" spc="-5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foi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spc="-90" dirty="0">
                <a:latin typeface="Trebuchet MS"/>
                <a:cs typeface="Trebuchet MS"/>
              </a:rPr>
              <a:t>contratado</a:t>
            </a:r>
            <a:r>
              <a:rPr sz="1900" dirty="0">
                <a:latin typeface="Trebuchet MS"/>
                <a:cs typeface="Trebuchet MS"/>
              </a:rPr>
              <a:t> </a:t>
            </a:r>
            <a:r>
              <a:rPr sz="1900" spc="-80" dirty="0">
                <a:latin typeface="Trebuchet MS"/>
                <a:cs typeface="Trebuchet MS"/>
              </a:rPr>
              <a:t>pelo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b="1" spc="170" dirty="0">
                <a:latin typeface="Trebuchet MS"/>
                <a:cs typeface="Trebuchet MS"/>
              </a:rPr>
              <a:t>ESCOLA-</a:t>
            </a:r>
            <a:r>
              <a:rPr sz="1900" b="1" spc="155" dirty="0">
                <a:latin typeface="Trebuchet MS"/>
                <a:cs typeface="Trebuchet MS"/>
              </a:rPr>
              <a:t>FABPRO</a:t>
            </a:r>
            <a:r>
              <a:rPr sz="1900" b="1" spc="-10" dirty="0">
                <a:latin typeface="Trebuchet MS"/>
                <a:cs typeface="Trebuchet MS"/>
              </a:rPr>
              <a:t> </a:t>
            </a:r>
            <a:r>
              <a:rPr sz="1900" spc="-130" dirty="0">
                <a:latin typeface="Trebuchet MS"/>
                <a:cs typeface="Trebuchet MS"/>
              </a:rPr>
              <a:t>para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spc="-80" dirty="0">
                <a:latin typeface="Trebuchet MS"/>
                <a:cs typeface="Trebuchet MS"/>
              </a:rPr>
              <a:t>desenvolver </a:t>
            </a:r>
            <a:r>
              <a:rPr sz="1900" spc="-20" dirty="0">
                <a:latin typeface="Trebuchet MS"/>
                <a:cs typeface="Trebuchet MS"/>
              </a:rPr>
              <a:t>uma</a:t>
            </a:r>
            <a:r>
              <a:rPr sz="1900" spc="-10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ferramenta</a:t>
            </a:r>
            <a:r>
              <a:rPr sz="1900" spc="-5" dirty="0">
                <a:latin typeface="Trebuchet MS"/>
                <a:cs typeface="Trebuchet MS"/>
              </a:rPr>
              <a:t> </a:t>
            </a:r>
            <a:r>
              <a:rPr sz="1900" spc="-70" dirty="0">
                <a:latin typeface="Trebuchet MS"/>
                <a:cs typeface="Trebuchet MS"/>
              </a:rPr>
              <a:t>simples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que</a:t>
            </a:r>
            <a:r>
              <a:rPr sz="1900" spc="-5" dirty="0"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auxilie</a:t>
            </a:r>
            <a:r>
              <a:rPr sz="1900" spc="-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os</a:t>
            </a:r>
            <a:r>
              <a:rPr sz="1900" spc="-5" dirty="0">
                <a:latin typeface="Trebuchet MS"/>
                <a:cs typeface="Trebuchet MS"/>
              </a:rPr>
              <a:t> </a:t>
            </a:r>
            <a:r>
              <a:rPr sz="1900" spc="-50" dirty="0">
                <a:latin typeface="Trebuchet MS"/>
                <a:cs typeface="Trebuchet MS"/>
              </a:rPr>
              <a:t>professores</a:t>
            </a:r>
            <a:r>
              <a:rPr sz="1900" spc="-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na</a:t>
            </a:r>
            <a:r>
              <a:rPr sz="1900" spc="-10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avaliação</a:t>
            </a:r>
            <a:r>
              <a:rPr sz="1900" spc="-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dos</a:t>
            </a:r>
            <a:r>
              <a:rPr sz="1900" spc="-10" dirty="0">
                <a:latin typeface="Trebuchet MS"/>
                <a:cs typeface="Trebuchet MS"/>
              </a:rPr>
              <a:t> </a:t>
            </a:r>
            <a:r>
              <a:rPr sz="1900" spc="-50" dirty="0">
                <a:latin typeface="Trebuchet MS"/>
                <a:cs typeface="Trebuchet MS"/>
              </a:rPr>
              <a:t>alunos </a:t>
            </a:r>
            <a:r>
              <a:rPr sz="1900" spc="-130" dirty="0">
                <a:latin typeface="Trebuchet MS"/>
                <a:cs typeface="Trebuchet MS"/>
              </a:rPr>
              <a:t>em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cálculos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nas</a:t>
            </a:r>
            <a:r>
              <a:rPr sz="1900" spc="-10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médias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escolares.</a:t>
            </a:r>
            <a:endParaRPr sz="19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1005"/>
              </a:spcBef>
            </a:pPr>
            <a:r>
              <a:rPr sz="1900" spc="280" dirty="0">
                <a:latin typeface="Trebuchet MS"/>
                <a:cs typeface="Trebuchet MS"/>
              </a:rPr>
              <a:t>O</a:t>
            </a:r>
            <a:r>
              <a:rPr sz="1900" spc="105" dirty="0">
                <a:latin typeface="Trebuchet MS"/>
                <a:cs typeface="Trebuchet MS"/>
              </a:rPr>
              <a:t> </a:t>
            </a:r>
            <a:r>
              <a:rPr sz="1900" spc="-55" dirty="0">
                <a:latin typeface="Trebuchet MS"/>
                <a:cs typeface="Trebuchet MS"/>
              </a:rPr>
              <a:t>objetivo</a:t>
            </a:r>
            <a:r>
              <a:rPr sz="1900" spc="11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é</a:t>
            </a:r>
            <a:r>
              <a:rPr sz="1900" spc="11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criar</a:t>
            </a:r>
            <a:r>
              <a:rPr sz="1900" spc="11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um</a:t>
            </a:r>
            <a:r>
              <a:rPr sz="1900" spc="90" dirty="0">
                <a:latin typeface="Trebuchet MS"/>
                <a:cs typeface="Trebuchet MS"/>
              </a:rPr>
              <a:t> </a:t>
            </a:r>
            <a:r>
              <a:rPr sz="1900" spc="-35" dirty="0">
                <a:latin typeface="Trebuchet MS"/>
                <a:cs typeface="Trebuchet MS"/>
              </a:rPr>
              <a:t>programa</a:t>
            </a:r>
            <a:r>
              <a:rPr sz="1900" spc="114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que</a:t>
            </a:r>
            <a:r>
              <a:rPr sz="1900" spc="110" dirty="0">
                <a:latin typeface="Trebuchet MS"/>
                <a:cs typeface="Trebuchet MS"/>
              </a:rPr>
              <a:t> </a:t>
            </a:r>
            <a:r>
              <a:rPr sz="1900" spc="-40" dirty="0">
                <a:latin typeface="Trebuchet MS"/>
                <a:cs typeface="Trebuchet MS"/>
              </a:rPr>
              <a:t>receba</a:t>
            </a:r>
            <a:r>
              <a:rPr sz="1900" spc="10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nome</a:t>
            </a:r>
            <a:r>
              <a:rPr sz="1900" spc="10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do</a:t>
            </a:r>
            <a:r>
              <a:rPr sz="1900" spc="105" dirty="0">
                <a:latin typeface="Trebuchet MS"/>
                <a:cs typeface="Trebuchet MS"/>
              </a:rPr>
              <a:t> </a:t>
            </a:r>
            <a:r>
              <a:rPr sz="1900" spc="-110" dirty="0">
                <a:latin typeface="Trebuchet MS"/>
                <a:cs typeface="Trebuchet MS"/>
              </a:rPr>
              <a:t>aluno,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três</a:t>
            </a:r>
            <a:r>
              <a:rPr sz="1900" spc="100" dirty="0"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notas, </a:t>
            </a:r>
            <a:r>
              <a:rPr sz="1900" spc="-110" dirty="0">
                <a:latin typeface="Trebuchet MS"/>
                <a:cs typeface="Trebuchet MS"/>
              </a:rPr>
              <a:t>calcule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a</a:t>
            </a:r>
            <a:r>
              <a:rPr sz="1900" spc="-145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média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aritmética</a:t>
            </a:r>
            <a:r>
              <a:rPr sz="1900" dirty="0">
                <a:latin typeface="Trebuchet MS"/>
                <a:cs typeface="Trebuchet MS"/>
              </a:rPr>
              <a:t> e</a:t>
            </a:r>
            <a:r>
              <a:rPr sz="1900" spc="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com</a:t>
            </a:r>
            <a:r>
              <a:rPr sz="1900" spc="-5" dirty="0"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base</a:t>
            </a:r>
            <a:r>
              <a:rPr sz="1900" dirty="0">
                <a:latin typeface="Trebuchet MS"/>
                <a:cs typeface="Trebuchet MS"/>
              </a:rPr>
              <a:t> </a:t>
            </a:r>
            <a:r>
              <a:rPr sz="1900" spc="-70" dirty="0">
                <a:latin typeface="Trebuchet MS"/>
                <a:cs typeface="Trebuchet MS"/>
              </a:rPr>
              <a:t>nessa</a:t>
            </a:r>
            <a:r>
              <a:rPr sz="1900" dirty="0">
                <a:latin typeface="Trebuchet MS"/>
                <a:cs typeface="Trebuchet MS"/>
              </a:rPr>
              <a:t> </a:t>
            </a:r>
            <a:r>
              <a:rPr sz="1900" spc="-195" dirty="0">
                <a:latin typeface="Trebuchet MS"/>
                <a:cs typeface="Trebuchet MS"/>
              </a:rPr>
              <a:t>média,</a:t>
            </a:r>
            <a:r>
              <a:rPr sz="1900" spc="50" dirty="0"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informe</a:t>
            </a:r>
            <a:r>
              <a:rPr sz="1900" spc="-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se</a:t>
            </a:r>
            <a:r>
              <a:rPr sz="1900" spc="-1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o</a:t>
            </a:r>
            <a:r>
              <a:rPr sz="1900" spc="5" dirty="0">
                <a:latin typeface="Trebuchet MS"/>
                <a:cs typeface="Trebuchet MS"/>
              </a:rPr>
              <a:t> </a:t>
            </a:r>
            <a:r>
              <a:rPr sz="1900" spc="-70" dirty="0">
                <a:latin typeface="Trebuchet MS"/>
                <a:cs typeface="Trebuchet MS"/>
              </a:rPr>
              <a:t>aluno</a:t>
            </a:r>
            <a:r>
              <a:rPr sz="1900" dirty="0">
                <a:latin typeface="Trebuchet MS"/>
                <a:cs typeface="Trebuchet MS"/>
              </a:rPr>
              <a:t> </a:t>
            </a:r>
            <a:r>
              <a:rPr sz="1900" spc="-20" dirty="0">
                <a:latin typeface="Trebuchet MS"/>
                <a:cs typeface="Trebuchet MS"/>
              </a:rPr>
              <a:t>está </a:t>
            </a:r>
            <a:r>
              <a:rPr sz="1900" spc="-60" dirty="0">
                <a:latin typeface="Trebuchet MS"/>
                <a:cs typeface="Trebuchet MS"/>
              </a:rPr>
              <a:t>"</a:t>
            </a:r>
            <a:r>
              <a:rPr sz="1900" u="sng" spc="-6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Aprovado</a:t>
            </a:r>
            <a:r>
              <a:rPr sz="1900" spc="-60" dirty="0">
                <a:latin typeface="Trebuchet MS"/>
                <a:cs typeface="Trebuchet MS"/>
              </a:rPr>
              <a:t>",</a:t>
            </a:r>
            <a:r>
              <a:rPr sz="1900" spc="-229" dirty="0">
                <a:latin typeface="Trebuchet MS"/>
                <a:cs typeface="Trebuchet MS"/>
              </a:rPr>
              <a:t> </a:t>
            </a:r>
            <a:r>
              <a:rPr sz="1900" spc="-20" dirty="0">
                <a:latin typeface="Trebuchet MS"/>
                <a:cs typeface="Trebuchet MS"/>
              </a:rPr>
              <a:t>"</a:t>
            </a:r>
            <a:r>
              <a:rPr sz="1900" u="sng" spc="-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Em</a:t>
            </a:r>
            <a:r>
              <a:rPr sz="1900" u="sng" spc="-10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1900" u="sng" spc="-7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Recuperação</a:t>
            </a:r>
            <a:r>
              <a:rPr sz="1900" spc="-75" dirty="0">
                <a:latin typeface="Trebuchet MS"/>
                <a:cs typeface="Trebuchet MS"/>
              </a:rPr>
              <a:t>"</a:t>
            </a:r>
            <a:r>
              <a:rPr sz="1900" spc="-5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ou</a:t>
            </a:r>
            <a:r>
              <a:rPr sz="1900" spc="-7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"</a:t>
            </a:r>
            <a:r>
              <a:rPr sz="1900" u="sng" spc="-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Reprovado</a:t>
            </a:r>
            <a:r>
              <a:rPr sz="1900" spc="-10" dirty="0">
                <a:latin typeface="Trebuchet MS"/>
                <a:cs typeface="Trebuchet MS"/>
              </a:rPr>
              <a:t>".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51300" y="2917022"/>
            <a:ext cx="6790055" cy="169291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1900" b="1" spc="320" dirty="0">
                <a:latin typeface="Trebuchet MS"/>
                <a:cs typeface="Trebuchet MS"/>
              </a:rPr>
              <a:t>O</a:t>
            </a:r>
            <a:r>
              <a:rPr sz="1900" b="1" spc="-40" dirty="0">
                <a:latin typeface="Trebuchet MS"/>
                <a:cs typeface="Trebuchet MS"/>
              </a:rPr>
              <a:t> </a:t>
            </a:r>
            <a:r>
              <a:rPr sz="1900" b="1" dirty="0">
                <a:latin typeface="Trebuchet MS"/>
                <a:cs typeface="Trebuchet MS"/>
              </a:rPr>
              <a:t>programa</a:t>
            </a:r>
            <a:r>
              <a:rPr sz="1900" b="1" spc="-30" dirty="0">
                <a:latin typeface="Trebuchet MS"/>
                <a:cs typeface="Trebuchet MS"/>
              </a:rPr>
              <a:t> </a:t>
            </a:r>
            <a:r>
              <a:rPr sz="1900" b="1" spc="-50" dirty="0">
                <a:latin typeface="Trebuchet MS"/>
                <a:cs typeface="Trebuchet MS"/>
              </a:rPr>
              <a:t>deve</a:t>
            </a:r>
            <a:r>
              <a:rPr sz="1900" b="1" spc="-45" dirty="0">
                <a:latin typeface="Trebuchet MS"/>
                <a:cs typeface="Trebuchet MS"/>
              </a:rPr>
              <a:t> </a:t>
            </a:r>
            <a:r>
              <a:rPr sz="1900" b="1" dirty="0">
                <a:latin typeface="Trebuchet MS"/>
                <a:cs typeface="Trebuchet MS"/>
              </a:rPr>
              <a:t>seguir</a:t>
            </a:r>
            <a:r>
              <a:rPr sz="1900" b="1" spc="-40" dirty="0">
                <a:latin typeface="Trebuchet MS"/>
                <a:cs typeface="Trebuchet MS"/>
              </a:rPr>
              <a:t> </a:t>
            </a:r>
            <a:r>
              <a:rPr sz="1900" b="1" dirty="0">
                <a:latin typeface="Trebuchet MS"/>
                <a:cs typeface="Trebuchet MS"/>
              </a:rPr>
              <a:t>as</a:t>
            </a:r>
            <a:r>
              <a:rPr sz="1900" b="1" spc="-35" dirty="0">
                <a:latin typeface="Trebuchet MS"/>
                <a:cs typeface="Trebuchet MS"/>
              </a:rPr>
              <a:t> </a:t>
            </a:r>
            <a:r>
              <a:rPr sz="1900" b="1" dirty="0">
                <a:latin typeface="Trebuchet MS"/>
                <a:cs typeface="Trebuchet MS"/>
              </a:rPr>
              <a:t>seguintes</a:t>
            </a:r>
            <a:r>
              <a:rPr sz="1900" b="1" spc="-25" dirty="0">
                <a:latin typeface="Trebuchet MS"/>
                <a:cs typeface="Trebuchet MS"/>
              </a:rPr>
              <a:t> </a:t>
            </a:r>
            <a:r>
              <a:rPr sz="1900" b="1" spc="-10" dirty="0">
                <a:latin typeface="Trebuchet MS"/>
                <a:cs typeface="Trebuchet MS"/>
              </a:rPr>
              <a:t>regras:</a:t>
            </a:r>
            <a:endParaRPr sz="19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1005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900" spc="-90" dirty="0">
                <a:latin typeface="Trebuchet MS"/>
                <a:cs typeface="Trebuchet MS"/>
              </a:rPr>
              <a:t>Se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90" dirty="0">
                <a:latin typeface="Trebuchet MS"/>
                <a:cs typeface="Trebuchet MS"/>
              </a:rPr>
              <a:t>a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145" dirty="0">
                <a:latin typeface="Trebuchet MS"/>
                <a:cs typeface="Trebuchet MS"/>
              </a:rPr>
              <a:t>média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65" dirty="0">
                <a:latin typeface="Trebuchet MS"/>
                <a:cs typeface="Trebuchet MS"/>
              </a:rPr>
              <a:t>for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maior</a:t>
            </a:r>
            <a:r>
              <a:rPr sz="1900" spc="-5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ou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150" dirty="0">
                <a:latin typeface="Trebuchet MS"/>
                <a:cs typeface="Trebuchet MS"/>
              </a:rPr>
              <a:t>igual</a:t>
            </a:r>
            <a:r>
              <a:rPr sz="1900" spc="-50" dirty="0">
                <a:latin typeface="Trebuchet MS"/>
                <a:cs typeface="Trebuchet MS"/>
              </a:rPr>
              <a:t> </a:t>
            </a:r>
            <a:r>
              <a:rPr sz="1900" spc="-190" dirty="0">
                <a:latin typeface="Trebuchet MS"/>
                <a:cs typeface="Trebuchet MS"/>
              </a:rPr>
              <a:t>a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180" dirty="0">
                <a:solidFill>
                  <a:srgbClr val="00AF50"/>
                </a:solidFill>
                <a:latin typeface="Trebuchet MS"/>
                <a:cs typeface="Trebuchet MS"/>
              </a:rPr>
              <a:t>7</a:t>
            </a:r>
            <a:r>
              <a:rPr sz="1900" spc="-180" dirty="0">
                <a:latin typeface="Trebuchet MS"/>
                <a:cs typeface="Trebuchet MS"/>
              </a:rPr>
              <a:t>,</a:t>
            </a:r>
            <a:r>
              <a:rPr sz="1900" spc="-23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o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aluno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40" dirty="0">
                <a:latin typeface="Trebuchet MS"/>
                <a:cs typeface="Trebuchet MS"/>
              </a:rPr>
              <a:t>é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80" dirty="0">
                <a:latin typeface="Trebuchet MS"/>
                <a:cs typeface="Trebuchet MS"/>
              </a:rPr>
              <a:t>considerado</a:t>
            </a:r>
            <a:r>
              <a:rPr sz="1900" spc="-250" dirty="0">
                <a:latin typeface="Trebuchet MS"/>
                <a:cs typeface="Trebuchet MS"/>
              </a:rPr>
              <a:t> </a:t>
            </a:r>
            <a:r>
              <a:rPr sz="1900" spc="-55" dirty="0">
                <a:solidFill>
                  <a:srgbClr val="00AF50"/>
                </a:solidFill>
                <a:latin typeface="Trebuchet MS"/>
                <a:cs typeface="Trebuchet MS"/>
              </a:rPr>
              <a:t>Aprovado</a:t>
            </a:r>
            <a:r>
              <a:rPr sz="1900" spc="-55" dirty="0">
                <a:latin typeface="Trebuchet MS"/>
                <a:cs typeface="Trebuchet MS"/>
              </a:rPr>
              <a:t>.</a:t>
            </a:r>
            <a:endParaRPr sz="19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900" spc="-90" dirty="0">
                <a:latin typeface="Trebuchet MS"/>
                <a:cs typeface="Trebuchet MS"/>
              </a:rPr>
              <a:t>Se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190" dirty="0">
                <a:latin typeface="Trebuchet MS"/>
                <a:cs typeface="Trebuchet MS"/>
              </a:rPr>
              <a:t>a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145" dirty="0">
                <a:latin typeface="Trebuchet MS"/>
                <a:cs typeface="Trebuchet MS"/>
              </a:rPr>
              <a:t>média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65" dirty="0">
                <a:latin typeface="Trebuchet MS"/>
                <a:cs typeface="Trebuchet MS"/>
              </a:rPr>
              <a:t>for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maior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que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180" dirty="0">
                <a:solidFill>
                  <a:srgbClr val="964D24"/>
                </a:solidFill>
                <a:latin typeface="Trebuchet MS"/>
                <a:cs typeface="Trebuchet MS"/>
              </a:rPr>
              <a:t>4</a:t>
            </a:r>
            <a:r>
              <a:rPr sz="1900" spc="-180" dirty="0">
                <a:latin typeface="Trebuchet MS"/>
                <a:cs typeface="Trebuchet MS"/>
              </a:rPr>
              <a:t>,</a:t>
            </a:r>
            <a:r>
              <a:rPr sz="1900" spc="-229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o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aluno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30" dirty="0">
                <a:latin typeface="Trebuchet MS"/>
                <a:cs typeface="Trebuchet MS"/>
              </a:rPr>
              <a:t>está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90" dirty="0">
                <a:solidFill>
                  <a:srgbClr val="964D24"/>
                </a:solidFill>
                <a:latin typeface="Trebuchet MS"/>
                <a:cs typeface="Trebuchet MS"/>
              </a:rPr>
              <a:t>Em</a:t>
            </a:r>
            <a:r>
              <a:rPr sz="1900" spc="-35" dirty="0">
                <a:solidFill>
                  <a:srgbClr val="964D24"/>
                </a:solidFill>
                <a:latin typeface="Trebuchet MS"/>
                <a:cs typeface="Trebuchet MS"/>
              </a:rPr>
              <a:t> </a:t>
            </a:r>
            <a:r>
              <a:rPr sz="1900" spc="-25" dirty="0">
                <a:solidFill>
                  <a:srgbClr val="964D24"/>
                </a:solidFill>
                <a:latin typeface="Trebuchet MS"/>
                <a:cs typeface="Trebuchet MS"/>
              </a:rPr>
              <a:t>Recuperação</a:t>
            </a:r>
            <a:r>
              <a:rPr sz="1900" spc="-25" dirty="0">
                <a:latin typeface="Trebuchet MS"/>
                <a:cs typeface="Trebuchet MS"/>
              </a:rPr>
              <a:t>.</a:t>
            </a:r>
            <a:endParaRPr sz="19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100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900" dirty="0">
                <a:latin typeface="Trebuchet MS"/>
                <a:cs typeface="Trebuchet MS"/>
              </a:rPr>
              <a:t>Caso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contrário,</a:t>
            </a:r>
            <a:r>
              <a:rPr sz="1900" spc="-22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o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aluno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90" dirty="0">
                <a:latin typeface="Trebuchet MS"/>
                <a:cs typeface="Trebuchet MS"/>
              </a:rPr>
              <a:t>será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Trebuchet MS"/>
                <a:cs typeface="Trebuchet MS"/>
              </a:rPr>
              <a:t>Reprovado</a:t>
            </a:r>
            <a:r>
              <a:rPr sz="1900" spc="-10" dirty="0">
                <a:latin typeface="Trebuchet MS"/>
                <a:cs typeface="Trebuchet MS"/>
              </a:rPr>
              <a:t>.</a:t>
            </a:r>
            <a:endParaRPr sz="1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56969" y="1089660"/>
            <a:ext cx="10819130" cy="5572760"/>
            <a:chOff x="1156969" y="1089660"/>
            <a:chExt cx="10819130" cy="55727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5800" y="6374130"/>
              <a:ext cx="1130300" cy="28829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69" y="1129030"/>
              <a:ext cx="787400" cy="508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051300" y="91693"/>
            <a:ext cx="7620634" cy="337756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890"/>
              </a:spcBef>
            </a:pPr>
            <a:r>
              <a:rPr sz="1800" b="1" dirty="0">
                <a:latin typeface="Trebuchet MS"/>
                <a:cs typeface="Trebuchet MS"/>
              </a:rPr>
              <a:t>Monitoramento</a:t>
            </a:r>
            <a:r>
              <a:rPr sz="1800" b="1" spc="5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de</a:t>
            </a:r>
            <a:r>
              <a:rPr sz="1800" b="1" spc="5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Saúde</a:t>
            </a:r>
            <a:r>
              <a:rPr sz="1800" b="1" spc="45" dirty="0">
                <a:latin typeface="Trebuchet MS"/>
                <a:cs typeface="Trebuchet MS"/>
              </a:rPr>
              <a:t> </a:t>
            </a:r>
            <a:r>
              <a:rPr sz="1800" b="1" spc="55" dirty="0">
                <a:latin typeface="Trebuchet MS"/>
                <a:cs typeface="Trebuchet MS"/>
              </a:rPr>
              <a:t>com</a:t>
            </a:r>
            <a:r>
              <a:rPr sz="1800" b="1" spc="6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Cálculo</a:t>
            </a:r>
            <a:r>
              <a:rPr sz="1800" b="1" spc="6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de</a:t>
            </a:r>
            <a:r>
              <a:rPr sz="1800" b="1" spc="40" dirty="0">
                <a:latin typeface="Trebuchet MS"/>
                <a:cs typeface="Trebuchet MS"/>
              </a:rPr>
              <a:t> </a:t>
            </a:r>
            <a:r>
              <a:rPr sz="1800" b="1" spc="180" dirty="0">
                <a:latin typeface="Trebuchet MS"/>
                <a:cs typeface="Trebuchet MS"/>
              </a:rPr>
              <a:t>IMC</a:t>
            </a:r>
            <a:endParaRPr sz="1800">
              <a:latin typeface="Trebuchet MS"/>
              <a:cs typeface="Trebuchet MS"/>
            </a:endParaRPr>
          </a:p>
          <a:p>
            <a:pPr marL="12700" marR="5080" algn="just">
              <a:lnSpc>
                <a:spcPct val="90000"/>
              </a:lnSpc>
              <a:spcBef>
                <a:spcPts val="1005"/>
              </a:spcBef>
            </a:pPr>
            <a:r>
              <a:rPr sz="1800" spc="-120" dirty="0">
                <a:latin typeface="Trebuchet MS"/>
                <a:cs typeface="Trebuchet MS"/>
              </a:rPr>
              <a:t>Imagine</a:t>
            </a:r>
            <a:r>
              <a:rPr sz="1800" spc="405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que</a:t>
            </a:r>
            <a:r>
              <a:rPr sz="1800" spc="420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você</a:t>
            </a:r>
            <a:r>
              <a:rPr sz="1800" spc="405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foi</a:t>
            </a:r>
            <a:r>
              <a:rPr sz="1800" spc="400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convidado</a:t>
            </a:r>
            <a:r>
              <a:rPr sz="1800" spc="405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para</a:t>
            </a:r>
            <a:r>
              <a:rPr sz="1800" spc="40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desenvolver</a:t>
            </a:r>
            <a:r>
              <a:rPr sz="1800" spc="415" dirty="0">
                <a:latin typeface="Trebuchet MS"/>
                <a:cs typeface="Trebuchet MS"/>
              </a:rPr>
              <a:t> </a:t>
            </a:r>
            <a:r>
              <a:rPr sz="1800" spc="-140" dirty="0">
                <a:latin typeface="Trebuchet MS"/>
                <a:cs typeface="Trebuchet MS"/>
              </a:rPr>
              <a:t>uma</a:t>
            </a:r>
            <a:r>
              <a:rPr sz="1800" spc="400" dirty="0">
                <a:latin typeface="Trebuchet MS"/>
                <a:cs typeface="Trebuchet MS"/>
              </a:rPr>
              <a:t> </a:t>
            </a:r>
            <a:r>
              <a:rPr sz="1800" spc="-130" dirty="0">
                <a:latin typeface="Trebuchet MS"/>
                <a:cs typeface="Trebuchet MS"/>
              </a:rPr>
              <a:t>aplicação</a:t>
            </a:r>
            <a:r>
              <a:rPr sz="1800" spc="400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simples</a:t>
            </a:r>
            <a:r>
              <a:rPr sz="1800" spc="400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que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auxilie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as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pessoas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90" dirty="0">
                <a:latin typeface="Trebuchet MS"/>
                <a:cs typeface="Trebuchet MS"/>
              </a:rPr>
              <a:t>a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monitorarem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seu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estado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de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30" dirty="0">
                <a:latin typeface="Trebuchet MS"/>
                <a:cs typeface="Trebuchet MS"/>
              </a:rPr>
              <a:t>saúde.</a:t>
            </a:r>
            <a:r>
              <a:rPr sz="1800" spc="-22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Neste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cenário,</a:t>
            </a:r>
            <a:r>
              <a:rPr sz="1800" spc="-225" dirty="0">
                <a:latin typeface="Trebuchet MS"/>
                <a:cs typeface="Trebuchet MS"/>
              </a:rPr>
              <a:t> </a:t>
            </a:r>
            <a:r>
              <a:rPr sz="1800" spc="25" dirty="0">
                <a:latin typeface="Trebuchet MS"/>
                <a:cs typeface="Trebuchet MS"/>
              </a:rPr>
              <a:t>o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objetivo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30" dirty="0">
                <a:latin typeface="Trebuchet MS"/>
                <a:cs typeface="Trebuchet MS"/>
              </a:rPr>
              <a:t>é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criar</a:t>
            </a:r>
            <a:r>
              <a:rPr sz="1800" spc="125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um</a:t>
            </a:r>
            <a:r>
              <a:rPr sz="1800" spc="125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programa</a:t>
            </a:r>
            <a:r>
              <a:rPr sz="1800" spc="130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que</a:t>
            </a:r>
            <a:r>
              <a:rPr sz="1800" spc="125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receba</a:t>
            </a:r>
            <a:r>
              <a:rPr sz="1800" spc="125" dirty="0">
                <a:latin typeface="Trebuchet MS"/>
                <a:cs typeface="Trebuchet MS"/>
              </a:rPr>
              <a:t> </a:t>
            </a:r>
            <a:r>
              <a:rPr sz="1800" spc="25" dirty="0">
                <a:latin typeface="Trebuchet MS"/>
                <a:cs typeface="Trebuchet MS"/>
              </a:rPr>
              <a:t>o</a:t>
            </a:r>
            <a:r>
              <a:rPr sz="1800" spc="12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peso</a:t>
            </a:r>
            <a:r>
              <a:rPr sz="1800" spc="105" dirty="0">
                <a:latin typeface="Trebuchet MS"/>
                <a:cs typeface="Trebuchet MS"/>
              </a:rPr>
              <a:t> </a:t>
            </a:r>
            <a:r>
              <a:rPr sz="1800" spc="-130" dirty="0">
                <a:latin typeface="Trebuchet MS"/>
                <a:cs typeface="Trebuchet MS"/>
              </a:rPr>
              <a:t>e</a:t>
            </a:r>
            <a:r>
              <a:rPr sz="1800" spc="120" dirty="0">
                <a:latin typeface="Trebuchet MS"/>
                <a:cs typeface="Trebuchet MS"/>
              </a:rPr>
              <a:t> </a:t>
            </a:r>
            <a:r>
              <a:rPr sz="1800" spc="-190" dirty="0">
                <a:latin typeface="Trebuchet MS"/>
                <a:cs typeface="Trebuchet MS"/>
              </a:rPr>
              <a:t>a</a:t>
            </a:r>
            <a:r>
              <a:rPr sz="1800" spc="130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altura</a:t>
            </a:r>
            <a:r>
              <a:rPr sz="1800" spc="120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do</a:t>
            </a:r>
            <a:r>
              <a:rPr sz="1800" spc="110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usuário,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calcule</a:t>
            </a:r>
            <a:r>
              <a:rPr sz="1800" spc="120" dirty="0">
                <a:latin typeface="Trebuchet MS"/>
                <a:cs typeface="Trebuchet MS"/>
              </a:rPr>
              <a:t> </a:t>
            </a:r>
            <a:r>
              <a:rPr sz="1800" spc="25" dirty="0">
                <a:latin typeface="Trebuchet MS"/>
                <a:cs typeface="Trebuchet MS"/>
              </a:rPr>
              <a:t>o</a:t>
            </a:r>
            <a:r>
              <a:rPr sz="1800" spc="125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Índice</a:t>
            </a:r>
            <a:r>
              <a:rPr sz="1800" spc="130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de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Massa</a:t>
            </a:r>
            <a:r>
              <a:rPr sz="1800" spc="409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Corporal</a:t>
            </a:r>
            <a:r>
              <a:rPr sz="1800" spc="409" dirty="0">
                <a:latin typeface="Trebuchet MS"/>
                <a:cs typeface="Trebuchet MS"/>
              </a:rPr>
              <a:t> </a:t>
            </a:r>
            <a:r>
              <a:rPr sz="1800" spc="15" dirty="0">
                <a:latin typeface="Trebuchet MS"/>
                <a:cs typeface="Trebuchet MS"/>
              </a:rPr>
              <a:t>(IMC)</a:t>
            </a:r>
            <a:r>
              <a:rPr sz="1800" spc="405" dirty="0">
                <a:latin typeface="Trebuchet MS"/>
                <a:cs typeface="Trebuchet MS"/>
              </a:rPr>
              <a:t> </a:t>
            </a:r>
            <a:r>
              <a:rPr sz="1800" spc="-130" dirty="0">
                <a:latin typeface="Trebuchet MS"/>
                <a:cs typeface="Trebuchet MS"/>
              </a:rPr>
              <a:t>e</a:t>
            </a:r>
            <a:r>
              <a:rPr sz="1800" spc="425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exiba</a:t>
            </a:r>
            <a:r>
              <a:rPr sz="1800" spc="405" dirty="0">
                <a:latin typeface="Trebuchet MS"/>
                <a:cs typeface="Trebuchet MS"/>
              </a:rPr>
              <a:t> </a:t>
            </a:r>
            <a:r>
              <a:rPr sz="1800" spc="25" dirty="0">
                <a:latin typeface="Trebuchet MS"/>
                <a:cs typeface="Trebuchet MS"/>
              </a:rPr>
              <a:t>o</a:t>
            </a:r>
            <a:r>
              <a:rPr sz="1800" spc="405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valor</a:t>
            </a:r>
            <a:r>
              <a:rPr sz="1800" spc="409" dirty="0">
                <a:latin typeface="Trebuchet MS"/>
                <a:cs typeface="Trebuchet MS"/>
              </a:rPr>
              <a:t> </a:t>
            </a:r>
            <a:r>
              <a:rPr sz="1800" spc="-140" dirty="0">
                <a:latin typeface="Trebuchet MS"/>
                <a:cs typeface="Trebuchet MS"/>
              </a:rPr>
              <a:t>calculado.</a:t>
            </a:r>
            <a:r>
              <a:rPr sz="1800" spc="229" dirty="0">
                <a:latin typeface="Trebuchet MS"/>
                <a:cs typeface="Trebuchet MS"/>
              </a:rPr>
              <a:t> </a:t>
            </a:r>
            <a:r>
              <a:rPr sz="1800" spc="25" dirty="0">
                <a:latin typeface="Trebuchet MS"/>
                <a:cs typeface="Trebuchet MS"/>
              </a:rPr>
              <a:t>Com</a:t>
            </a:r>
            <a:r>
              <a:rPr sz="1800" spc="405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base</a:t>
            </a:r>
            <a:r>
              <a:rPr sz="1800" spc="40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no</a:t>
            </a:r>
            <a:r>
              <a:rPr sz="1800" spc="405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resultado,</a:t>
            </a:r>
            <a:r>
              <a:rPr sz="1800" spc="235" dirty="0">
                <a:latin typeface="Trebuchet MS"/>
                <a:cs typeface="Trebuchet MS"/>
              </a:rPr>
              <a:t> </a:t>
            </a:r>
            <a:r>
              <a:rPr sz="1800" spc="25" dirty="0">
                <a:latin typeface="Trebuchet MS"/>
                <a:cs typeface="Trebuchet MS"/>
              </a:rPr>
              <a:t>o</a:t>
            </a:r>
            <a:r>
              <a:rPr sz="1800" spc="15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programa</a:t>
            </a:r>
            <a:r>
              <a:rPr sz="1800" spc="490" dirty="0">
                <a:latin typeface="Trebuchet MS"/>
                <a:cs typeface="Trebuchet MS"/>
              </a:rPr>
              <a:t> </a:t>
            </a:r>
            <a:r>
              <a:rPr sz="1800" spc="-135" dirty="0">
                <a:latin typeface="Trebuchet MS"/>
                <a:cs typeface="Trebuchet MS"/>
              </a:rPr>
              <a:t>deve</a:t>
            </a:r>
            <a:r>
              <a:rPr sz="1800" spc="490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indicar</a:t>
            </a:r>
            <a:r>
              <a:rPr sz="1800" spc="484" dirty="0">
                <a:latin typeface="Trebuchet MS"/>
                <a:cs typeface="Trebuchet MS"/>
              </a:rPr>
              <a:t> </a:t>
            </a:r>
            <a:r>
              <a:rPr sz="1800" spc="-140" dirty="0">
                <a:latin typeface="Trebuchet MS"/>
                <a:cs typeface="Trebuchet MS"/>
              </a:rPr>
              <a:t>uma</a:t>
            </a:r>
            <a:r>
              <a:rPr sz="1800" spc="490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mensagem</a:t>
            </a:r>
            <a:r>
              <a:rPr sz="1800" spc="490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que</a:t>
            </a:r>
            <a:r>
              <a:rPr sz="1800" spc="484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oriente</a:t>
            </a:r>
            <a:r>
              <a:rPr sz="1800" spc="490" dirty="0">
                <a:latin typeface="Trebuchet MS"/>
                <a:cs typeface="Trebuchet MS"/>
              </a:rPr>
              <a:t> </a:t>
            </a:r>
            <a:r>
              <a:rPr sz="1800" spc="25" dirty="0">
                <a:latin typeface="Trebuchet MS"/>
                <a:cs typeface="Trebuchet MS"/>
              </a:rPr>
              <a:t>o</a:t>
            </a:r>
            <a:r>
              <a:rPr sz="1800" spc="484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usuário</a:t>
            </a:r>
            <a:r>
              <a:rPr sz="1800" spc="49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quanto</a:t>
            </a:r>
            <a:r>
              <a:rPr sz="1800" spc="480" dirty="0">
                <a:latin typeface="Trebuchet MS"/>
                <a:cs typeface="Trebuchet MS"/>
              </a:rPr>
              <a:t> </a:t>
            </a:r>
            <a:r>
              <a:rPr sz="1800" spc="-190" dirty="0">
                <a:latin typeface="Trebuchet MS"/>
                <a:cs typeface="Trebuchet MS"/>
              </a:rPr>
              <a:t>à</a:t>
            </a:r>
            <a:r>
              <a:rPr sz="1800" spc="490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sua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condição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de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40" dirty="0">
                <a:latin typeface="Trebuchet MS"/>
                <a:cs typeface="Trebuchet MS"/>
              </a:rPr>
              <a:t>saúde:</a:t>
            </a:r>
            <a:endParaRPr sz="18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780"/>
              </a:spcBef>
            </a:pPr>
            <a:r>
              <a:rPr sz="1800" b="1" spc="300" dirty="0">
                <a:latin typeface="Trebuchet MS"/>
                <a:cs typeface="Trebuchet MS"/>
              </a:rPr>
              <a:t>O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programa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spc="-60" dirty="0">
                <a:latin typeface="Trebuchet MS"/>
                <a:cs typeface="Trebuchet MS"/>
              </a:rPr>
              <a:t>deve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seguir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as</a:t>
            </a:r>
            <a:r>
              <a:rPr sz="1800" b="1" spc="-50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seguintes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regras:</a:t>
            </a:r>
            <a:endParaRPr sz="1800">
              <a:latin typeface="Trebuchet MS"/>
              <a:cs typeface="Trebuchet MS"/>
            </a:endParaRPr>
          </a:p>
          <a:p>
            <a:pPr marL="241300" marR="5715" indent="-228600" algn="just">
              <a:lnSpc>
                <a:spcPts val="1939"/>
              </a:lnSpc>
              <a:spcBef>
                <a:spcPts val="1035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Trebuchet MS"/>
                <a:cs typeface="Trebuchet MS"/>
              </a:rPr>
              <a:t>Se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85" dirty="0">
                <a:latin typeface="Trebuchet MS"/>
                <a:cs typeface="Trebuchet MS"/>
              </a:rPr>
              <a:t>IMC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for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maior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ou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igual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75" dirty="0">
                <a:latin typeface="Trebuchet MS"/>
                <a:cs typeface="Trebuchet MS"/>
              </a:rPr>
              <a:t>30.0,</a:t>
            </a:r>
            <a:r>
              <a:rPr sz="1800" spc="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mensagem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exibida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será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“</a:t>
            </a:r>
            <a:r>
              <a:rPr sz="1800" spc="-50" dirty="0">
                <a:solidFill>
                  <a:srgbClr val="FF0000"/>
                </a:solidFill>
                <a:latin typeface="Trebuchet MS"/>
                <a:cs typeface="Trebuchet MS"/>
              </a:rPr>
              <a:t>Cuidado</a:t>
            </a:r>
            <a:r>
              <a:rPr sz="1800" spc="-3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rebuchet MS"/>
                <a:cs typeface="Trebuchet MS"/>
              </a:rPr>
              <a:t>com</a:t>
            </a:r>
            <a:r>
              <a:rPr sz="1800" spc="-2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Trebuchet MS"/>
                <a:cs typeface="Trebuchet MS"/>
              </a:rPr>
              <a:t>a </a:t>
            </a:r>
            <a:r>
              <a:rPr sz="1800" spc="-10" dirty="0">
                <a:solidFill>
                  <a:srgbClr val="FF0000"/>
                </a:solidFill>
                <a:latin typeface="Trebuchet MS"/>
                <a:cs typeface="Trebuchet MS"/>
              </a:rPr>
              <a:t>Saúde</a:t>
            </a:r>
            <a:r>
              <a:rPr sz="1800" spc="-10" dirty="0">
                <a:latin typeface="Trebuchet MS"/>
                <a:cs typeface="Trebuchet MS"/>
              </a:rPr>
              <a:t>”.</a:t>
            </a:r>
            <a:endParaRPr sz="1800">
              <a:latin typeface="Trebuchet MS"/>
              <a:cs typeface="Trebuchet MS"/>
            </a:endParaRPr>
          </a:p>
          <a:p>
            <a:pPr marL="240665" indent="-227965" algn="just">
              <a:lnSpc>
                <a:spcPct val="100000"/>
              </a:lnSpc>
              <a:spcBef>
                <a:spcPts val="755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latin typeface="Trebuchet MS"/>
                <a:cs typeface="Trebuchet MS"/>
              </a:rPr>
              <a:t>Caso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contrário,</a:t>
            </a:r>
            <a:r>
              <a:rPr sz="1800" spc="-204" dirty="0">
                <a:latin typeface="Trebuchet MS"/>
                <a:cs typeface="Trebuchet MS"/>
              </a:rPr>
              <a:t> </a:t>
            </a:r>
            <a:r>
              <a:rPr sz="1800" spc="-190" dirty="0">
                <a:latin typeface="Trebuchet MS"/>
                <a:cs typeface="Trebuchet MS"/>
              </a:rPr>
              <a:t>a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mensagem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será</a:t>
            </a:r>
            <a:r>
              <a:rPr sz="1800" spc="-204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“</a:t>
            </a:r>
            <a:r>
              <a:rPr sz="1800" spc="-120" dirty="0">
                <a:solidFill>
                  <a:srgbClr val="006FC0"/>
                </a:solidFill>
                <a:latin typeface="Trebuchet MS"/>
                <a:cs typeface="Trebuchet MS"/>
              </a:rPr>
              <a:t>Tudo</a:t>
            </a:r>
            <a:r>
              <a:rPr sz="1800" spc="-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006FC0"/>
                </a:solidFill>
                <a:latin typeface="Trebuchet MS"/>
                <a:cs typeface="Trebuchet MS"/>
              </a:rPr>
              <a:t>ok</a:t>
            </a:r>
            <a:r>
              <a:rPr sz="1800" spc="-20" dirty="0">
                <a:latin typeface="Trebuchet MS"/>
                <a:cs typeface="Trebuchet MS"/>
              </a:rPr>
              <a:t>”.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51300" y="3917695"/>
            <a:ext cx="64338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rebuchet MS"/>
                <a:cs typeface="Trebuchet MS"/>
              </a:rPr>
              <a:t>Observação:</a:t>
            </a:r>
            <a:r>
              <a:rPr sz="1800" b="1" spc="-220" dirty="0">
                <a:latin typeface="Trebuchet MS"/>
                <a:cs typeface="Trebuchet MS"/>
              </a:rPr>
              <a:t> </a:t>
            </a:r>
            <a:r>
              <a:rPr sz="1800" spc="265" dirty="0">
                <a:latin typeface="Trebuchet MS"/>
                <a:cs typeface="Trebuchet MS"/>
              </a:rPr>
              <a:t>O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aluno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pode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incrementar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código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seguindo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90" dirty="0">
                <a:latin typeface="Trebuchet MS"/>
                <a:cs typeface="Trebuchet MS"/>
              </a:rPr>
              <a:t>a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tabela.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51300" y="4303648"/>
            <a:ext cx="3089275" cy="1666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200" b="1" dirty="0">
                <a:latin typeface="Trebuchet MS"/>
                <a:cs typeface="Trebuchet MS"/>
              </a:rPr>
              <a:t>Abaixo</a:t>
            </a:r>
            <a:r>
              <a:rPr sz="1200" b="1" spc="-55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de</a:t>
            </a:r>
            <a:r>
              <a:rPr sz="1200" b="1" spc="-40" dirty="0">
                <a:latin typeface="Trebuchet MS"/>
                <a:cs typeface="Trebuchet MS"/>
              </a:rPr>
              <a:t> 18.5:</a:t>
            </a:r>
            <a:r>
              <a:rPr sz="1200" b="1" spc="170" dirty="0">
                <a:latin typeface="Trebuchet MS"/>
                <a:cs typeface="Trebuchet MS"/>
              </a:rPr>
              <a:t> </a:t>
            </a:r>
            <a:r>
              <a:rPr sz="1200" spc="-30" dirty="0">
                <a:latin typeface="Trebuchet MS"/>
                <a:cs typeface="Trebuchet MS"/>
              </a:rPr>
              <a:t>Abaixo</a:t>
            </a:r>
            <a:r>
              <a:rPr sz="1200" spc="-4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do</a:t>
            </a:r>
            <a:r>
              <a:rPr sz="1200" spc="-40" dirty="0">
                <a:latin typeface="Trebuchet MS"/>
                <a:cs typeface="Trebuchet MS"/>
              </a:rPr>
              <a:t> </a:t>
            </a:r>
            <a:r>
              <a:rPr sz="1200" spc="-20" dirty="0">
                <a:latin typeface="Trebuchet MS"/>
                <a:cs typeface="Trebuchet MS"/>
              </a:rPr>
              <a:t>peso</a:t>
            </a:r>
            <a:endParaRPr sz="12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86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200" b="1" dirty="0">
                <a:latin typeface="Trebuchet MS"/>
                <a:cs typeface="Trebuchet MS"/>
              </a:rPr>
              <a:t>Abaixo</a:t>
            </a:r>
            <a:r>
              <a:rPr sz="1200" b="1" spc="-50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de</a:t>
            </a:r>
            <a:r>
              <a:rPr sz="1200" b="1" spc="-35" dirty="0">
                <a:latin typeface="Trebuchet MS"/>
                <a:cs typeface="Trebuchet MS"/>
              </a:rPr>
              <a:t> </a:t>
            </a:r>
            <a:r>
              <a:rPr sz="1200" b="1" spc="-40" dirty="0">
                <a:latin typeface="Trebuchet MS"/>
                <a:cs typeface="Trebuchet MS"/>
              </a:rPr>
              <a:t>24.9:</a:t>
            </a:r>
            <a:r>
              <a:rPr sz="1200" b="1" spc="185" dirty="0">
                <a:latin typeface="Trebuchet MS"/>
                <a:cs typeface="Trebuchet MS"/>
              </a:rPr>
              <a:t> </a:t>
            </a:r>
            <a:r>
              <a:rPr sz="1200" spc="-50" dirty="0">
                <a:latin typeface="Trebuchet MS"/>
                <a:cs typeface="Trebuchet MS"/>
              </a:rPr>
              <a:t>Peso</a:t>
            </a:r>
            <a:r>
              <a:rPr sz="1200" spc="-3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normal</a:t>
            </a:r>
            <a:endParaRPr sz="12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85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200" b="1" dirty="0">
                <a:latin typeface="Trebuchet MS"/>
                <a:cs typeface="Trebuchet MS"/>
              </a:rPr>
              <a:t>Abaixo</a:t>
            </a:r>
            <a:r>
              <a:rPr sz="1200" b="1" spc="-50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de</a:t>
            </a:r>
            <a:r>
              <a:rPr sz="1200" b="1" spc="-35" dirty="0">
                <a:latin typeface="Trebuchet MS"/>
                <a:cs typeface="Trebuchet MS"/>
              </a:rPr>
              <a:t> </a:t>
            </a:r>
            <a:r>
              <a:rPr sz="1200" b="1" spc="-40" dirty="0">
                <a:latin typeface="Trebuchet MS"/>
                <a:cs typeface="Trebuchet MS"/>
              </a:rPr>
              <a:t>29.9:</a:t>
            </a:r>
            <a:r>
              <a:rPr sz="1200" b="1" spc="18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Sobrepeso</a:t>
            </a:r>
            <a:endParaRPr sz="12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86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200" b="1" dirty="0">
                <a:latin typeface="Trebuchet MS"/>
                <a:cs typeface="Trebuchet MS"/>
              </a:rPr>
              <a:t>Abaixo</a:t>
            </a:r>
            <a:r>
              <a:rPr sz="1200" b="1" spc="-55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de</a:t>
            </a:r>
            <a:r>
              <a:rPr sz="1200" b="1" spc="-45" dirty="0">
                <a:latin typeface="Trebuchet MS"/>
                <a:cs typeface="Trebuchet MS"/>
              </a:rPr>
              <a:t> </a:t>
            </a:r>
            <a:r>
              <a:rPr sz="1200" b="1" spc="-40" dirty="0">
                <a:latin typeface="Trebuchet MS"/>
                <a:cs typeface="Trebuchet MS"/>
              </a:rPr>
              <a:t>34.9:</a:t>
            </a:r>
            <a:r>
              <a:rPr sz="1200" b="1" spc="175" dirty="0">
                <a:latin typeface="Trebuchet MS"/>
                <a:cs typeface="Trebuchet MS"/>
              </a:rPr>
              <a:t> </a:t>
            </a:r>
            <a:r>
              <a:rPr sz="1200" spc="-45" dirty="0">
                <a:latin typeface="Trebuchet MS"/>
                <a:cs typeface="Trebuchet MS"/>
              </a:rPr>
              <a:t>Obesidade </a:t>
            </a:r>
            <a:r>
              <a:rPr sz="1200" spc="-10" dirty="0">
                <a:latin typeface="Trebuchet MS"/>
                <a:cs typeface="Trebuchet MS"/>
              </a:rPr>
              <a:t>Grau</a:t>
            </a:r>
            <a:r>
              <a:rPr sz="1200" spc="-40" dirty="0">
                <a:latin typeface="Trebuchet MS"/>
                <a:cs typeface="Trebuchet MS"/>
              </a:rPr>
              <a:t> </a:t>
            </a:r>
            <a:r>
              <a:rPr sz="1200" spc="-50" dirty="0">
                <a:latin typeface="Trebuchet MS"/>
                <a:cs typeface="Trebuchet MS"/>
              </a:rPr>
              <a:t>I</a:t>
            </a:r>
            <a:endParaRPr sz="12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86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200" b="1" dirty="0">
                <a:latin typeface="Trebuchet MS"/>
                <a:cs typeface="Trebuchet MS"/>
              </a:rPr>
              <a:t>Abaixo</a:t>
            </a:r>
            <a:r>
              <a:rPr sz="1200" b="1" spc="-50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de</a:t>
            </a:r>
            <a:r>
              <a:rPr sz="1200" b="1" spc="-35" dirty="0">
                <a:latin typeface="Trebuchet MS"/>
                <a:cs typeface="Trebuchet MS"/>
              </a:rPr>
              <a:t> </a:t>
            </a:r>
            <a:r>
              <a:rPr sz="1200" b="1" spc="-40" dirty="0">
                <a:latin typeface="Trebuchet MS"/>
                <a:cs typeface="Trebuchet MS"/>
              </a:rPr>
              <a:t>39.9:</a:t>
            </a:r>
            <a:r>
              <a:rPr sz="1200" b="1" spc="175" dirty="0">
                <a:latin typeface="Trebuchet MS"/>
                <a:cs typeface="Trebuchet MS"/>
              </a:rPr>
              <a:t> </a:t>
            </a:r>
            <a:r>
              <a:rPr sz="1200" spc="-45" dirty="0">
                <a:latin typeface="Trebuchet MS"/>
                <a:cs typeface="Trebuchet MS"/>
              </a:rPr>
              <a:t>Obesidade</a:t>
            </a:r>
            <a:r>
              <a:rPr sz="1200" spc="-3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Grau</a:t>
            </a:r>
            <a:r>
              <a:rPr sz="1200" spc="-40" dirty="0">
                <a:latin typeface="Trebuchet MS"/>
                <a:cs typeface="Trebuchet MS"/>
              </a:rPr>
              <a:t> </a:t>
            </a:r>
            <a:r>
              <a:rPr sz="1200" spc="-25" dirty="0">
                <a:latin typeface="Trebuchet MS"/>
                <a:cs typeface="Trebuchet MS"/>
              </a:rPr>
              <a:t>II</a:t>
            </a:r>
            <a:endParaRPr sz="12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85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200" b="1" spc="-65" dirty="0">
                <a:latin typeface="Trebuchet MS"/>
                <a:cs typeface="Trebuchet MS"/>
              </a:rPr>
              <a:t>40.0</a:t>
            </a:r>
            <a:r>
              <a:rPr sz="1200" b="1" spc="-30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ou</a:t>
            </a:r>
            <a:r>
              <a:rPr sz="1200" b="1" spc="-50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mais:</a:t>
            </a:r>
            <a:r>
              <a:rPr sz="1200" b="1" spc="170" dirty="0">
                <a:latin typeface="Trebuchet MS"/>
                <a:cs typeface="Trebuchet MS"/>
              </a:rPr>
              <a:t> </a:t>
            </a:r>
            <a:r>
              <a:rPr sz="1200" spc="-45" dirty="0">
                <a:latin typeface="Trebuchet MS"/>
                <a:cs typeface="Trebuchet MS"/>
              </a:rPr>
              <a:t>Obesidade</a:t>
            </a:r>
            <a:r>
              <a:rPr sz="1200" spc="-3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Grau</a:t>
            </a:r>
            <a:r>
              <a:rPr sz="1200" spc="-40" dirty="0">
                <a:latin typeface="Trebuchet MS"/>
                <a:cs typeface="Trebuchet MS"/>
              </a:rPr>
              <a:t> III</a:t>
            </a:r>
            <a:r>
              <a:rPr sz="1200" spc="-45" dirty="0">
                <a:latin typeface="Trebuchet MS"/>
                <a:cs typeface="Trebuchet MS"/>
              </a:rPr>
              <a:t> </a:t>
            </a:r>
            <a:r>
              <a:rPr sz="1200" spc="-35" dirty="0">
                <a:latin typeface="Trebuchet MS"/>
                <a:cs typeface="Trebuchet MS"/>
              </a:rPr>
              <a:t>(mórbida)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39151" y="4826380"/>
            <a:ext cx="24276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5" dirty="0">
                <a:solidFill>
                  <a:srgbClr val="8E9A9E"/>
                </a:solidFill>
                <a:latin typeface="Trebuchet MS"/>
                <a:cs typeface="Trebuchet MS"/>
              </a:rPr>
              <a:t>Condicional</a:t>
            </a:r>
            <a:r>
              <a:rPr sz="1800" spc="-40" dirty="0">
                <a:solidFill>
                  <a:srgbClr val="8E9A9E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8E9A9E"/>
                </a:solidFill>
                <a:latin typeface="Trebuchet MS"/>
                <a:cs typeface="Trebuchet MS"/>
              </a:rPr>
              <a:t>Composta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65" dirty="0">
                <a:solidFill>
                  <a:srgbClr val="8E9A9E"/>
                </a:solidFill>
                <a:latin typeface="Trebuchet MS"/>
                <a:cs typeface="Trebuchet MS"/>
              </a:rPr>
              <a:t>com</a:t>
            </a:r>
            <a:r>
              <a:rPr sz="1800" spc="-30" dirty="0">
                <a:solidFill>
                  <a:srgbClr val="8E9A9E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8E9A9E"/>
                </a:solidFill>
                <a:latin typeface="Trebuchet MS"/>
                <a:cs typeface="Trebuchet MS"/>
              </a:rPr>
              <a:t>Múltiplos</a:t>
            </a:r>
            <a:r>
              <a:rPr sz="1800" spc="-5" dirty="0">
                <a:solidFill>
                  <a:srgbClr val="8E9A9E"/>
                </a:solidFill>
                <a:latin typeface="Trebuchet MS"/>
                <a:cs typeface="Trebuchet MS"/>
              </a:rPr>
              <a:t> </a:t>
            </a:r>
            <a:r>
              <a:rPr sz="1800" spc="-140" dirty="0">
                <a:solidFill>
                  <a:srgbClr val="8E9A9E"/>
                </a:solidFill>
                <a:latin typeface="Trebuchet MS"/>
                <a:cs typeface="Trebuchet MS"/>
              </a:rPr>
              <a:t>(if-</a:t>
            </a:r>
            <a:r>
              <a:rPr sz="1800" spc="-150" dirty="0">
                <a:solidFill>
                  <a:srgbClr val="8E9A9E"/>
                </a:solidFill>
                <a:latin typeface="Trebuchet MS"/>
                <a:cs typeface="Trebuchet MS"/>
              </a:rPr>
              <a:t>elif-</a:t>
            </a:r>
            <a:r>
              <a:rPr sz="1800" spc="-65" dirty="0">
                <a:solidFill>
                  <a:srgbClr val="8E9A9E"/>
                </a:solidFill>
                <a:latin typeface="Trebuchet MS"/>
                <a:cs typeface="Trebuchet MS"/>
              </a:rPr>
              <a:t>else)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2389" y="3649979"/>
            <a:ext cx="11787505" cy="3105150"/>
            <a:chOff x="72389" y="3649979"/>
            <a:chExt cx="11787505" cy="3105150"/>
          </a:xfrm>
        </p:grpSpPr>
        <p:sp>
          <p:nvSpPr>
            <p:cNvPr id="13" name="object 13"/>
            <p:cNvSpPr/>
            <p:nvPr/>
          </p:nvSpPr>
          <p:spPr>
            <a:xfrm>
              <a:off x="6991349" y="4267199"/>
              <a:ext cx="822960" cy="1790700"/>
            </a:xfrm>
            <a:custGeom>
              <a:avLst/>
              <a:gdLst/>
              <a:ahLst/>
              <a:cxnLst/>
              <a:rect l="l" t="t" r="r" b="b"/>
              <a:pathLst>
                <a:path w="822959" h="1790700">
                  <a:moveTo>
                    <a:pt x="0" y="0"/>
                  </a:moveTo>
                  <a:lnTo>
                    <a:pt x="73950" y="1105"/>
                  </a:lnTo>
                  <a:lnTo>
                    <a:pt x="143558" y="4293"/>
                  </a:lnTo>
                  <a:lnTo>
                    <a:pt x="207659" y="9369"/>
                  </a:lnTo>
                  <a:lnTo>
                    <a:pt x="265090" y="16138"/>
                  </a:lnTo>
                  <a:lnTo>
                    <a:pt x="314688" y="24406"/>
                  </a:lnTo>
                  <a:lnTo>
                    <a:pt x="355289" y="33979"/>
                  </a:lnTo>
                  <a:lnTo>
                    <a:pt x="404848" y="56260"/>
                  </a:lnTo>
                  <a:lnTo>
                    <a:pt x="411479" y="68580"/>
                  </a:lnTo>
                  <a:lnTo>
                    <a:pt x="411479" y="826769"/>
                  </a:lnTo>
                  <a:lnTo>
                    <a:pt x="418111" y="839089"/>
                  </a:lnTo>
                  <a:lnTo>
                    <a:pt x="467670" y="861370"/>
                  </a:lnTo>
                  <a:lnTo>
                    <a:pt x="508271" y="870943"/>
                  </a:lnTo>
                  <a:lnTo>
                    <a:pt x="557869" y="879211"/>
                  </a:lnTo>
                  <a:lnTo>
                    <a:pt x="615300" y="885980"/>
                  </a:lnTo>
                  <a:lnTo>
                    <a:pt x="679401" y="891056"/>
                  </a:lnTo>
                  <a:lnTo>
                    <a:pt x="749009" y="894244"/>
                  </a:lnTo>
                  <a:lnTo>
                    <a:pt x="822959" y="895350"/>
                  </a:lnTo>
                  <a:lnTo>
                    <a:pt x="749009" y="896455"/>
                  </a:lnTo>
                  <a:lnTo>
                    <a:pt x="679401" y="899643"/>
                  </a:lnTo>
                  <a:lnTo>
                    <a:pt x="615300" y="904719"/>
                  </a:lnTo>
                  <a:lnTo>
                    <a:pt x="557869" y="911488"/>
                  </a:lnTo>
                  <a:lnTo>
                    <a:pt x="508271" y="919756"/>
                  </a:lnTo>
                  <a:lnTo>
                    <a:pt x="467670" y="929329"/>
                  </a:lnTo>
                  <a:lnTo>
                    <a:pt x="418111" y="951610"/>
                  </a:lnTo>
                  <a:lnTo>
                    <a:pt x="411479" y="963930"/>
                  </a:lnTo>
                  <a:lnTo>
                    <a:pt x="411479" y="1722120"/>
                  </a:lnTo>
                  <a:lnTo>
                    <a:pt x="404848" y="1734446"/>
                  </a:lnTo>
                  <a:lnTo>
                    <a:pt x="355289" y="1756731"/>
                  </a:lnTo>
                  <a:lnTo>
                    <a:pt x="314688" y="1766303"/>
                  </a:lnTo>
                  <a:lnTo>
                    <a:pt x="265090" y="1774569"/>
                  </a:lnTo>
                  <a:lnTo>
                    <a:pt x="207659" y="1781335"/>
                  </a:lnTo>
                  <a:lnTo>
                    <a:pt x="143558" y="1786408"/>
                  </a:lnTo>
                  <a:lnTo>
                    <a:pt x="73950" y="1789594"/>
                  </a:lnTo>
                  <a:lnTo>
                    <a:pt x="0" y="1790700"/>
                  </a:lnTo>
                </a:path>
              </a:pathLst>
            </a:custGeom>
            <a:ln w="12700">
              <a:solidFill>
                <a:srgbClr val="9F97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389" y="4009388"/>
              <a:ext cx="3624579" cy="274574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973194" y="3653154"/>
              <a:ext cx="7886700" cy="0"/>
            </a:xfrm>
            <a:custGeom>
              <a:avLst/>
              <a:gdLst/>
              <a:ahLst/>
              <a:cxnLst/>
              <a:rect l="l" t="t" r="r" b="b"/>
              <a:pathLst>
                <a:path w="7886700">
                  <a:moveTo>
                    <a:pt x="0" y="0"/>
                  </a:moveTo>
                  <a:lnTo>
                    <a:pt x="7886573" y="0"/>
                  </a:lnTo>
                </a:path>
              </a:pathLst>
            </a:custGeom>
            <a:ln w="6350">
              <a:solidFill>
                <a:srgbClr val="F6A1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9375" y="2287270"/>
            <a:ext cx="3701415" cy="1310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2800" spc="-135" dirty="0">
                <a:solidFill>
                  <a:srgbClr val="FFFFFF"/>
                </a:solidFill>
                <a:latin typeface="Trebuchet MS"/>
                <a:cs typeface="Trebuchet MS"/>
              </a:rPr>
              <a:t>Apresentação</a:t>
            </a: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220" dirty="0">
                <a:solidFill>
                  <a:srgbClr val="FFFFFF"/>
                </a:solidFill>
                <a:latin typeface="Trebuchet MS"/>
                <a:cs typeface="Trebuchet MS"/>
              </a:rPr>
              <a:t>da</a:t>
            </a:r>
            <a:r>
              <a:rPr sz="28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45" dirty="0">
                <a:solidFill>
                  <a:srgbClr val="FFFFFF"/>
                </a:solidFill>
                <a:latin typeface="Trebuchet MS"/>
                <a:cs typeface="Trebuchet MS"/>
              </a:rPr>
              <a:t>situação </a:t>
            </a:r>
            <a:r>
              <a:rPr sz="2800" spc="-17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8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05" dirty="0">
                <a:solidFill>
                  <a:srgbClr val="FFFFFF"/>
                </a:solidFill>
                <a:latin typeface="Trebuchet MS"/>
                <a:cs typeface="Trebuchet MS"/>
              </a:rPr>
              <a:t>aprendizagem</a:t>
            </a:r>
            <a:endParaRPr sz="28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sz="2800" b="1" i="1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73803" y="569848"/>
            <a:ext cx="762444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Laços</a:t>
            </a:r>
            <a:r>
              <a:rPr spc="-85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100" dirty="0"/>
              <a:t>repetição</a:t>
            </a:r>
            <a:r>
              <a:rPr spc="-75" dirty="0"/>
              <a:t> </a:t>
            </a:r>
            <a:r>
              <a:rPr spc="-95" dirty="0"/>
              <a:t>permitem</a:t>
            </a:r>
            <a:r>
              <a:rPr spc="-65" dirty="0"/>
              <a:t> </a:t>
            </a:r>
            <a:r>
              <a:rPr spc="-100" dirty="0"/>
              <a:t>executar</a:t>
            </a:r>
            <a:r>
              <a:rPr spc="-85" dirty="0"/>
              <a:t> </a:t>
            </a:r>
            <a:r>
              <a:rPr dirty="0"/>
              <a:t>um</a:t>
            </a:r>
            <a:r>
              <a:rPr spc="-75" dirty="0"/>
              <a:t> </a:t>
            </a:r>
            <a:r>
              <a:rPr spc="-10" dirty="0"/>
              <a:t>bloco</a:t>
            </a:r>
            <a:r>
              <a:rPr spc="-75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spc="-70" dirty="0"/>
              <a:t>código </a:t>
            </a:r>
            <a:r>
              <a:rPr spc="-30" dirty="0"/>
              <a:t>diversas</a:t>
            </a:r>
            <a:r>
              <a:rPr spc="105" dirty="0"/>
              <a:t> </a:t>
            </a:r>
            <a:r>
              <a:rPr spc="-120" dirty="0"/>
              <a:t>vezes,</a:t>
            </a:r>
            <a:r>
              <a:rPr spc="-45" dirty="0"/>
              <a:t> </a:t>
            </a:r>
            <a:r>
              <a:rPr spc="-105" dirty="0"/>
              <a:t>facilitando</a:t>
            </a:r>
            <a:r>
              <a:rPr spc="110" dirty="0"/>
              <a:t> </a:t>
            </a:r>
            <a:r>
              <a:rPr dirty="0"/>
              <a:t>a</a:t>
            </a:r>
            <a:r>
              <a:rPr spc="100" dirty="0"/>
              <a:t> </a:t>
            </a:r>
            <a:r>
              <a:rPr spc="-95" dirty="0"/>
              <a:t>automatização</a:t>
            </a:r>
            <a:r>
              <a:rPr spc="105" dirty="0"/>
              <a:t> </a:t>
            </a:r>
            <a:r>
              <a:rPr dirty="0"/>
              <a:t>de</a:t>
            </a:r>
            <a:r>
              <a:rPr spc="110" dirty="0"/>
              <a:t> </a:t>
            </a:r>
            <a:r>
              <a:rPr spc="-80" dirty="0"/>
              <a:t>tarefas</a:t>
            </a:r>
            <a:r>
              <a:rPr spc="110" dirty="0"/>
              <a:t> </a:t>
            </a:r>
            <a:r>
              <a:rPr dirty="0"/>
              <a:t>e</a:t>
            </a:r>
            <a:r>
              <a:rPr spc="100" dirty="0"/>
              <a:t> </a:t>
            </a:r>
            <a:r>
              <a:rPr spc="-50" dirty="0"/>
              <a:t>o </a:t>
            </a:r>
            <a:r>
              <a:rPr spc="-114" dirty="0"/>
              <a:t>processamento</a:t>
            </a:r>
            <a:r>
              <a:rPr spc="-10" dirty="0"/>
              <a:t> </a:t>
            </a:r>
            <a:r>
              <a:rPr spc="-160" dirty="0"/>
              <a:t>de</a:t>
            </a:r>
            <a:r>
              <a:rPr spc="-20" dirty="0"/>
              <a:t> </a:t>
            </a:r>
            <a:r>
              <a:rPr spc="-100" dirty="0"/>
              <a:t>coleções</a:t>
            </a:r>
            <a:r>
              <a:rPr spc="-35" dirty="0"/>
              <a:t> </a:t>
            </a:r>
            <a:r>
              <a:rPr spc="-160" dirty="0"/>
              <a:t>de</a:t>
            </a:r>
            <a:r>
              <a:rPr spc="-20" dirty="0"/>
              <a:t> </a:t>
            </a:r>
            <a:r>
              <a:rPr spc="-10" dirty="0"/>
              <a:t>dados.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73803" y="1667509"/>
            <a:ext cx="7626984" cy="284035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00"/>
              </a:spcBef>
            </a:pPr>
            <a:r>
              <a:rPr sz="2400" b="1" dirty="0">
                <a:latin typeface="Trebuchet MS"/>
                <a:cs typeface="Trebuchet MS"/>
              </a:rPr>
              <a:t>Laço</a:t>
            </a:r>
            <a:r>
              <a:rPr sz="2400" b="1" spc="80" dirty="0">
                <a:latin typeface="Trebuchet MS"/>
                <a:cs typeface="Trebuchet MS"/>
              </a:rPr>
              <a:t> </a:t>
            </a:r>
            <a:r>
              <a:rPr sz="2400" b="1" spc="-20" dirty="0">
                <a:latin typeface="Trebuchet MS"/>
                <a:cs typeface="Trebuchet MS"/>
              </a:rPr>
              <a:t>for:</a:t>
            </a:r>
            <a:endParaRPr sz="24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1000"/>
              </a:spcBef>
            </a:pPr>
            <a:r>
              <a:rPr sz="2400" spc="-100" dirty="0">
                <a:latin typeface="Trebuchet MS"/>
                <a:cs typeface="Trebuchet MS"/>
              </a:rPr>
              <a:t>Utilizado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para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iterar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sobre</a:t>
            </a:r>
            <a:r>
              <a:rPr sz="2400" spc="-140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elementos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uma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85" dirty="0">
                <a:latin typeface="Trebuchet MS"/>
                <a:cs typeface="Trebuchet MS"/>
              </a:rPr>
              <a:t>sequência.</a:t>
            </a:r>
            <a:r>
              <a:rPr sz="240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Em </a:t>
            </a:r>
            <a:r>
              <a:rPr sz="2400" spc="-105" dirty="0">
                <a:latin typeface="Trebuchet MS"/>
                <a:cs typeface="Trebuchet MS"/>
              </a:rPr>
              <a:t>cada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b="1" spc="-25" dirty="0">
                <a:solidFill>
                  <a:srgbClr val="C86730"/>
                </a:solidFill>
                <a:latin typeface="Trebuchet MS"/>
                <a:cs typeface="Trebuchet MS"/>
              </a:rPr>
              <a:t>iteração</a:t>
            </a:r>
            <a:r>
              <a:rPr sz="2400" spc="-25" dirty="0">
                <a:latin typeface="Trebuchet MS"/>
                <a:cs typeface="Trebuchet MS"/>
              </a:rPr>
              <a:t>,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um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elemento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da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coleção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é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atribuído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uma </a:t>
            </a:r>
            <a:r>
              <a:rPr sz="2400" spc="-120" dirty="0">
                <a:latin typeface="Trebuchet MS"/>
                <a:cs typeface="Trebuchet MS"/>
              </a:rPr>
              <a:t>variável</a:t>
            </a:r>
            <a:r>
              <a:rPr sz="2400" spc="55" dirty="0">
                <a:latin typeface="Trebuchet MS"/>
                <a:cs typeface="Trebuchet MS"/>
              </a:rPr>
              <a:t> </a:t>
            </a:r>
            <a:r>
              <a:rPr sz="2400" u="sng" spc="-9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temporária</a:t>
            </a:r>
            <a:r>
              <a:rPr sz="2400" spc="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</a:t>
            </a:r>
            <a:r>
              <a:rPr sz="2400" spc="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</a:t>
            </a:r>
            <a:r>
              <a:rPr sz="2400" spc="50" dirty="0"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bloco</a:t>
            </a:r>
            <a:r>
              <a:rPr sz="2400" spc="5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de</a:t>
            </a:r>
            <a:r>
              <a:rPr sz="2400" spc="5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FC0"/>
                </a:solidFill>
                <a:latin typeface="Trebuchet MS"/>
                <a:cs typeface="Trebuchet MS"/>
              </a:rPr>
              <a:t>código</a:t>
            </a:r>
            <a:r>
              <a:rPr sz="2400" spc="5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é</a:t>
            </a:r>
            <a:r>
              <a:rPr sz="2400" spc="5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006FC0"/>
                </a:solidFill>
                <a:latin typeface="Trebuchet MS"/>
                <a:cs typeface="Trebuchet MS"/>
              </a:rPr>
              <a:t>executado</a:t>
            </a:r>
            <a:r>
              <a:rPr sz="2400" spc="5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75" dirty="0">
                <a:solidFill>
                  <a:srgbClr val="006FC0"/>
                </a:solidFill>
                <a:latin typeface="Trebuchet MS"/>
                <a:cs typeface="Trebuchet MS"/>
              </a:rPr>
              <a:t>para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esse</a:t>
            </a:r>
            <a:r>
              <a:rPr sz="2400" spc="17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14" dirty="0">
                <a:solidFill>
                  <a:srgbClr val="006FC0"/>
                </a:solidFill>
                <a:latin typeface="Trebuchet MS"/>
                <a:cs typeface="Trebuchet MS"/>
              </a:rPr>
              <a:t>elemento</a:t>
            </a:r>
            <a:r>
              <a:rPr sz="2400" spc="-114" dirty="0">
                <a:latin typeface="Trebuchet MS"/>
                <a:cs typeface="Trebuchet MS"/>
              </a:rPr>
              <a:t>.</a:t>
            </a:r>
            <a:r>
              <a:rPr sz="2400" spc="30" dirty="0"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AF50"/>
                </a:solidFill>
                <a:latin typeface="Trebuchet MS"/>
                <a:cs typeface="Trebuchet MS"/>
              </a:rPr>
              <a:t>Essa</a:t>
            </a:r>
            <a:r>
              <a:rPr sz="2400" spc="17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AF50"/>
                </a:solidFill>
                <a:latin typeface="Trebuchet MS"/>
                <a:cs typeface="Trebuchet MS"/>
              </a:rPr>
              <a:t>estrutura</a:t>
            </a:r>
            <a:r>
              <a:rPr sz="2400" spc="17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AF50"/>
                </a:solidFill>
                <a:latin typeface="Trebuchet MS"/>
                <a:cs typeface="Trebuchet MS"/>
              </a:rPr>
              <a:t>é</a:t>
            </a:r>
            <a:r>
              <a:rPr sz="2400" spc="17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AF50"/>
                </a:solidFill>
                <a:latin typeface="Trebuchet MS"/>
                <a:cs typeface="Trebuchet MS"/>
              </a:rPr>
              <a:t>ideal</a:t>
            </a:r>
            <a:r>
              <a:rPr sz="2400" spc="18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AF50"/>
                </a:solidFill>
                <a:latin typeface="Trebuchet MS"/>
                <a:cs typeface="Trebuchet MS"/>
              </a:rPr>
              <a:t>quando</a:t>
            </a:r>
            <a:r>
              <a:rPr sz="2400" spc="17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AF50"/>
                </a:solidFill>
                <a:latin typeface="Trebuchet MS"/>
                <a:cs typeface="Trebuchet MS"/>
              </a:rPr>
              <a:t>se</a:t>
            </a:r>
            <a:r>
              <a:rPr sz="2400" spc="18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AF50"/>
                </a:solidFill>
                <a:latin typeface="Trebuchet MS"/>
                <a:cs typeface="Trebuchet MS"/>
              </a:rPr>
              <a:t>sabe</a:t>
            </a:r>
            <a:r>
              <a:rPr sz="2400" spc="17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00AF50"/>
                </a:solidFill>
                <a:latin typeface="Trebuchet MS"/>
                <a:cs typeface="Trebuchet MS"/>
              </a:rPr>
              <a:t>a </a:t>
            </a:r>
            <a:r>
              <a:rPr sz="2400" spc="-150" dirty="0">
                <a:solidFill>
                  <a:srgbClr val="00AF50"/>
                </a:solidFill>
                <a:latin typeface="Trebuchet MS"/>
                <a:cs typeface="Trebuchet MS"/>
              </a:rPr>
              <a:t>quantidade</a:t>
            </a:r>
            <a:r>
              <a:rPr sz="2400" spc="-3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30" dirty="0">
                <a:solidFill>
                  <a:srgbClr val="00AF50"/>
                </a:solidFill>
                <a:latin typeface="Trebuchet MS"/>
                <a:cs typeface="Trebuchet MS"/>
              </a:rPr>
              <a:t>de</a:t>
            </a:r>
            <a:r>
              <a:rPr sz="2400" spc="-9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00AF50"/>
                </a:solidFill>
                <a:latin typeface="Trebuchet MS"/>
                <a:cs typeface="Trebuchet MS"/>
              </a:rPr>
              <a:t>elementos</a:t>
            </a:r>
            <a:r>
              <a:rPr sz="2400" spc="-6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AF50"/>
                </a:solidFill>
                <a:latin typeface="Trebuchet MS"/>
                <a:cs typeface="Trebuchet MS"/>
              </a:rPr>
              <a:t>a</a:t>
            </a:r>
            <a:r>
              <a:rPr sz="2400" spc="-6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00AF50"/>
                </a:solidFill>
                <a:latin typeface="Trebuchet MS"/>
                <a:cs typeface="Trebuchet MS"/>
              </a:rPr>
              <a:t>serem</a:t>
            </a:r>
            <a:r>
              <a:rPr sz="2400" spc="-60" dirty="0">
                <a:solidFill>
                  <a:srgbClr val="00AF50"/>
                </a:solidFill>
                <a:latin typeface="Trebuchet MS"/>
                <a:cs typeface="Trebuchet MS"/>
              </a:rPr>
              <a:t> percorridos</a:t>
            </a:r>
            <a:r>
              <a:rPr sz="2400" spc="-7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AF50"/>
                </a:solidFill>
                <a:latin typeface="Trebuchet MS"/>
                <a:cs typeface="Trebuchet MS"/>
              </a:rPr>
              <a:t>ou</a:t>
            </a:r>
            <a:r>
              <a:rPr sz="2400" spc="-6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00AF50"/>
                </a:solidFill>
                <a:latin typeface="Trebuchet MS"/>
                <a:cs typeface="Trebuchet MS"/>
              </a:rPr>
              <a:t>quando</a:t>
            </a:r>
            <a:r>
              <a:rPr sz="2400" spc="-5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0AF50"/>
                </a:solidFill>
                <a:latin typeface="Trebuchet MS"/>
                <a:cs typeface="Trebuchet MS"/>
              </a:rPr>
              <a:t>se </a:t>
            </a:r>
            <a:r>
              <a:rPr sz="2400" spc="-195" dirty="0">
                <a:solidFill>
                  <a:srgbClr val="00AF50"/>
                </a:solidFill>
                <a:latin typeface="Trebuchet MS"/>
                <a:cs typeface="Trebuchet MS"/>
              </a:rPr>
              <a:t>deseja</a:t>
            </a:r>
            <a:r>
              <a:rPr sz="2400" spc="-5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00AF50"/>
                </a:solidFill>
                <a:latin typeface="Trebuchet MS"/>
                <a:cs typeface="Trebuchet MS"/>
              </a:rPr>
              <a:t>processar</a:t>
            </a:r>
            <a:r>
              <a:rPr sz="2400" spc="-3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00AF50"/>
                </a:solidFill>
                <a:latin typeface="Trebuchet MS"/>
                <a:cs typeface="Trebuchet MS"/>
              </a:rPr>
              <a:t>todos</a:t>
            </a:r>
            <a:r>
              <a:rPr sz="2400" spc="-5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AF50"/>
                </a:solidFill>
                <a:latin typeface="Trebuchet MS"/>
                <a:cs typeface="Trebuchet MS"/>
              </a:rPr>
              <a:t>os</a:t>
            </a:r>
            <a:r>
              <a:rPr sz="2400" spc="-6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00AF50"/>
                </a:solidFill>
                <a:latin typeface="Trebuchet MS"/>
                <a:cs typeface="Trebuchet MS"/>
              </a:rPr>
              <a:t>itens</a:t>
            </a:r>
            <a:r>
              <a:rPr sz="2400" spc="-6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00AF50"/>
                </a:solidFill>
                <a:latin typeface="Trebuchet MS"/>
                <a:cs typeface="Trebuchet MS"/>
              </a:rPr>
              <a:t>de</a:t>
            </a:r>
            <a:r>
              <a:rPr sz="2400" spc="-5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175" dirty="0">
                <a:solidFill>
                  <a:srgbClr val="00AF50"/>
                </a:solidFill>
                <a:latin typeface="Trebuchet MS"/>
                <a:cs typeface="Trebuchet MS"/>
              </a:rPr>
              <a:t>uma</a:t>
            </a:r>
            <a:r>
              <a:rPr sz="2400" spc="-6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0AF50"/>
                </a:solidFill>
                <a:latin typeface="Trebuchet MS"/>
                <a:cs typeface="Trebuchet MS"/>
              </a:rPr>
              <a:t>coleção</a:t>
            </a:r>
            <a:r>
              <a:rPr sz="2400" spc="-20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73803" y="5105463"/>
            <a:ext cx="762571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600" b="1" spc="100" dirty="0">
                <a:latin typeface="Trebuchet MS"/>
                <a:cs typeface="Trebuchet MS"/>
              </a:rPr>
              <a:t>OBS:</a:t>
            </a:r>
            <a:r>
              <a:rPr sz="1600" b="1" spc="-125" dirty="0">
                <a:latin typeface="Trebuchet MS"/>
                <a:cs typeface="Trebuchet MS"/>
              </a:rPr>
              <a:t> </a:t>
            </a:r>
            <a:r>
              <a:rPr sz="1600" spc="-55" dirty="0">
                <a:solidFill>
                  <a:srgbClr val="C86730"/>
                </a:solidFill>
                <a:latin typeface="Trebuchet MS"/>
                <a:cs typeface="Trebuchet MS"/>
              </a:rPr>
              <a:t>Iteração</a:t>
            </a:r>
            <a:r>
              <a:rPr sz="1600" spc="-65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é</a:t>
            </a:r>
            <a:r>
              <a:rPr sz="1600" spc="-1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o</a:t>
            </a:r>
            <a:r>
              <a:rPr sz="1600" spc="10" dirty="0">
                <a:latin typeface="Trebuchet MS"/>
                <a:cs typeface="Trebuchet MS"/>
              </a:rPr>
              <a:t> </a:t>
            </a:r>
            <a:r>
              <a:rPr sz="1600" spc="-20" dirty="0">
                <a:solidFill>
                  <a:srgbClr val="C86730"/>
                </a:solidFill>
                <a:latin typeface="Trebuchet MS"/>
                <a:cs typeface="Trebuchet MS"/>
              </a:rPr>
              <a:t>processo</a:t>
            </a:r>
            <a:r>
              <a:rPr sz="1600" spc="10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C86730"/>
                </a:solidFill>
                <a:latin typeface="Trebuchet MS"/>
                <a:cs typeface="Trebuchet MS"/>
              </a:rPr>
              <a:t>de</a:t>
            </a:r>
            <a:r>
              <a:rPr sz="1600" spc="5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1600" spc="-55" dirty="0">
                <a:solidFill>
                  <a:srgbClr val="C86730"/>
                </a:solidFill>
                <a:latin typeface="Trebuchet MS"/>
                <a:cs typeface="Trebuchet MS"/>
              </a:rPr>
              <a:t>repetir</a:t>
            </a:r>
            <a:r>
              <a:rPr sz="1600" dirty="0">
                <a:solidFill>
                  <a:srgbClr val="C86730"/>
                </a:solidFill>
                <a:latin typeface="Trebuchet MS"/>
                <a:cs typeface="Trebuchet MS"/>
              </a:rPr>
              <a:t> um</a:t>
            </a:r>
            <a:r>
              <a:rPr sz="1600" spc="15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1600" spc="-55" dirty="0">
                <a:solidFill>
                  <a:srgbClr val="C86730"/>
                </a:solidFill>
                <a:latin typeface="Trebuchet MS"/>
                <a:cs typeface="Trebuchet MS"/>
              </a:rPr>
              <a:t>conjunto</a:t>
            </a:r>
            <a:r>
              <a:rPr sz="1600" dirty="0">
                <a:solidFill>
                  <a:srgbClr val="C86730"/>
                </a:solidFill>
                <a:latin typeface="Trebuchet MS"/>
                <a:cs typeface="Trebuchet MS"/>
              </a:rPr>
              <a:t> de</a:t>
            </a:r>
            <a:r>
              <a:rPr sz="1600" spc="5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1600" spc="-85" dirty="0">
                <a:solidFill>
                  <a:srgbClr val="C86730"/>
                </a:solidFill>
                <a:latin typeface="Trebuchet MS"/>
                <a:cs typeface="Trebuchet MS"/>
              </a:rPr>
              <a:t>instruções</a:t>
            </a:r>
            <a:r>
              <a:rPr sz="1600" spc="-85" dirty="0">
                <a:latin typeface="Trebuchet MS"/>
                <a:cs typeface="Trebuchet MS"/>
              </a:rPr>
              <a:t>.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-70" dirty="0">
                <a:latin typeface="Trebuchet MS"/>
                <a:cs typeface="Trebuchet MS"/>
              </a:rPr>
              <a:t>Permitindo</a:t>
            </a:r>
            <a:r>
              <a:rPr sz="1600" spc="10" dirty="0">
                <a:latin typeface="Trebuchet MS"/>
                <a:cs typeface="Trebuchet MS"/>
              </a:rPr>
              <a:t> </a:t>
            </a:r>
            <a:r>
              <a:rPr sz="1600" spc="-30" dirty="0">
                <a:latin typeface="Trebuchet MS"/>
                <a:cs typeface="Trebuchet MS"/>
              </a:rPr>
              <a:t>percorrer </a:t>
            </a:r>
            <a:r>
              <a:rPr sz="1600" spc="-10" dirty="0">
                <a:latin typeface="Trebuchet MS"/>
                <a:cs typeface="Trebuchet MS"/>
              </a:rPr>
              <a:t>elementos</a:t>
            </a:r>
            <a:r>
              <a:rPr sz="1600" spc="15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do</a:t>
            </a:r>
            <a:r>
              <a:rPr sz="1600" spc="15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seu</a:t>
            </a:r>
            <a:r>
              <a:rPr sz="1600" spc="15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código</a:t>
            </a:r>
            <a:r>
              <a:rPr sz="1600" spc="155" dirty="0"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006FC0"/>
                </a:solidFill>
                <a:latin typeface="Trebuchet MS"/>
                <a:cs typeface="Trebuchet MS"/>
              </a:rPr>
              <a:t>enquanto</a:t>
            </a:r>
            <a:r>
              <a:rPr sz="1600" spc="15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006FC0"/>
                </a:solidFill>
                <a:latin typeface="Trebuchet MS"/>
                <a:cs typeface="Trebuchet MS"/>
              </a:rPr>
              <a:t>uma</a:t>
            </a:r>
            <a:r>
              <a:rPr sz="1600" spc="15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006FC0"/>
                </a:solidFill>
                <a:latin typeface="Trebuchet MS"/>
                <a:cs typeface="Trebuchet MS"/>
              </a:rPr>
              <a:t>condição</a:t>
            </a:r>
            <a:r>
              <a:rPr sz="1600" spc="1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006FC0"/>
                </a:solidFill>
                <a:latin typeface="Trebuchet MS"/>
                <a:cs typeface="Trebuchet MS"/>
              </a:rPr>
              <a:t>for</a:t>
            </a:r>
            <a:r>
              <a:rPr sz="1600" spc="15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1600" spc="-70" dirty="0">
                <a:solidFill>
                  <a:srgbClr val="006FC0"/>
                </a:solidFill>
                <a:latin typeface="Trebuchet MS"/>
                <a:cs typeface="Trebuchet MS"/>
              </a:rPr>
              <a:t>verdadeira</a:t>
            </a:r>
            <a:r>
              <a:rPr sz="1600" spc="-70" dirty="0">
                <a:latin typeface="Trebuchet MS"/>
                <a:cs typeface="Trebuchet MS"/>
              </a:rPr>
              <a:t>,</a:t>
            </a:r>
            <a:r>
              <a:rPr sz="1600" spc="55" dirty="0">
                <a:latin typeface="Trebuchet MS"/>
                <a:cs typeface="Trebuchet MS"/>
              </a:rPr>
              <a:t> </a:t>
            </a:r>
            <a:r>
              <a:rPr sz="1600" spc="-55" dirty="0">
                <a:latin typeface="Trebuchet MS"/>
                <a:cs typeface="Trebuchet MS"/>
              </a:rPr>
              <a:t>facilitando</a:t>
            </a:r>
            <a:r>
              <a:rPr sz="1600" spc="160" dirty="0">
                <a:latin typeface="Trebuchet MS"/>
                <a:cs typeface="Trebuchet MS"/>
              </a:rPr>
              <a:t> </a:t>
            </a:r>
            <a:r>
              <a:rPr sz="1600" spc="-85" dirty="0">
                <a:latin typeface="Trebuchet MS"/>
                <a:cs typeface="Trebuchet MS"/>
              </a:rPr>
              <a:t>tarefas </a:t>
            </a:r>
            <a:r>
              <a:rPr sz="1600" spc="-35" dirty="0">
                <a:latin typeface="Trebuchet MS"/>
                <a:cs typeface="Trebuchet MS"/>
              </a:rPr>
              <a:t>repetitivas.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9967" y="1948179"/>
            <a:ext cx="186753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2080">
              <a:lnSpc>
                <a:spcPct val="100000"/>
              </a:lnSpc>
              <a:spcBef>
                <a:spcPts val="100"/>
              </a:spcBef>
            </a:pPr>
            <a:r>
              <a:rPr sz="3600" spc="-145" dirty="0">
                <a:solidFill>
                  <a:srgbClr val="FFFFFF"/>
                </a:solidFill>
                <a:latin typeface="Trebuchet MS"/>
                <a:cs typeface="Trebuchet MS"/>
              </a:rPr>
              <a:t>Laço</a:t>
            </a:r>
            <a:r>
              <a:rPr sz="36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35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3600" spc="-190" dirty="0">
                <a:solidFill>
                  <a:srgbClr val="FFFFFF"/>
                </a:solidFill>
                <a:latin typeface="Trebuchet MS"/>
                <a:cs typeface="Trebuchet MS"/>
              </a:rPr>
              <a:t>Repetição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63220" y="1089660"/>
            <a:ext cx="11612880" cy="5572760"/>
            <a:chOff x="363220" y="1089660"/>
            <a:chExt cx="11612880" cy="557276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5800" y="6374130"/>
              <a:ext cx="1130300" cy="28829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70" y="1129030"/>
              <a:ext cx="787400" cy="5080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90" y="1089660"/>
              <a:ext cx="736600" cy="54737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999" y="1129030"/>
              <a:ext cx="570230" cy="54737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3220" y="3385820"/>
              <a:ext cx="3131820" cy="313181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38860" y="4072889"/>
              <a:ext cx="1798319" cy="17983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3803" y="442848"/>
            <a:ext cx="7626984" cy="333311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00"/>
              </a:spcBef>
            </a:pPr>
            <a:r>
              <a:rPr sz="2400" b="1" dirty="0">
                <a:latin typeface="Trebuchet MS"/>
                <a:cs typeface="Trebuchet MS"/>
              </a:rPr>
              <a:t>Laço</a:t>
            </a:r>
            <a:r>
              <a:rPr sz="2400" b="1" spc="80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while:</a:t>
            </a:r>
            <a:endParaRPr sz="24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1000"/>
              </a:spcBef>
            </a:pPr>
            <a:r>
              <a:rPr sz="2400" spc="-75" dirty="0">
                <a:latin typeface="Trebuchet MS"/>
                <a:cs typeface="Trebuchet MS"/>
              </a:rPr>
              <a:t>Executa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bloco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código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spc="-55" dirty="0">
                <a:solidFill>
                  <a:srgbClr val="006FC0"/>
                </a:solidFill>
                <a:latin typeface="Trebuchet MS"/>
                <a:cs typeface="Trebuchet MS"/>
              </a:rPr>
              <a:t>enquanto</a:t>
            </a:r>
            <a:r>
              <a:rPr sz="2400" spc="2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uma</a:t>
            </a:r>
            <a:r>
              <a:rPr sz="2400" spc="1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35" dirty="0">
                <a:solidFill>
                  <a:srgbClr val="006FC0"/>
                </a:solidFill>
                <a:latin typeface="Trebuchet MS"/>
                <a:cs typeface="Trebuchet MS"/>
              </a:rPr>
              <a:t>condição</a:t>
            </a:r>
            <a:r>
              <a:rPr sz="2400" spc="2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006FC0"/>
                </a:solidFill>
                <a:latin typeface="Trebuchet MS"/>
                <a:cs typeface="Trebuchet MS"/>
              </a:rPr>
              <a:t>lógica </a:t>
            </a:r>
            <a:r>
              <a:rPr sz="2400" spc="-25" dirty="0">
                <a:solidFill>
                  <a:srgbClr val="006FC0"/>
                </a:solidFill>
                <a:latin typeface="Trebuchet MS"/>
                <a:cs typeface="Trebuchet MS"/>
              </a:rPr>
              <a:t>permanecer</a:t>
            </a:r>
            <a:r>
              <a:rPr sz="2400" spc="27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006FC0"/>
                </a:solidFill>
                <a:latin typeface="Trebuchet MS"/>
                <a:cs typeface="Trebuchet MS"/>
              </a:rPr>
              <a:t>verdadeira.</a:t>
            </a:r>
            <a:r>
              <a:rPr sz="2400" spc="13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Esse</a:t>
            </a:r>
            <a:r>
              <a:rPr sz="2400" spc="280" dirty="0"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86730"/>
                </a:solidFill>
                <a:latin typeface="Trebuchet MS"/>
                <a:cs typeface="Trebuchet MS"/>
              </a:rPr>
              <a:t>laço</a:t>
            </a:r>
            <a:r>
              <a:rPr sz="2400" spc="270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86730"/>
                </a:solidFill>
                <a:latin typeface="Trebuchet MS"/>
                <a:cs typeface="Trebuchet MS"/>
              </a:rPr>
              <a:t>é</a:t>
            </a:r>
            <a:r>
              <a:rPr sz="2400" spc="275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86730"/>
                </a:solidFill>
                <a:latin typeface="Trebuchet MS"/>
                <a:cs typeface="Trebuchet MS"/>
              </a:rPr>
              <a:t>indicado</a:t>
            </a:r>
            <a:r>
              <a:rPr sz="2400" spc="275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86730"/>
                </a:solidFill>
                <a:latin typeface="Trebuchet MS"/>
                <a:cs typeface="Trebuchet MS"/>
              </a:rPr>
              <a:t>quando</a:t>
            </a:r>
            <a:r>
              <a:rPr sz="2400" spc="275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C86730"/>
                </a:solidFill>
                <a:latin typeface="Trebuchet MS"/>
                <a:cs typeface="Trebuchet MS"/>
              </a:rPr>
              <a:t>o </a:t>
            </a:r>
            <a:r>
              <a:rPr sz="2400" dirty="0">
                <a:solidFill>
                  <a:srgbClr val="C86730"/>
                </a:solidFill>
                <a:latin typeface="Trebuchet MS"/>
                <a:cs typeface="Trebuchet MS"/>
              </a:rPr>
              <a:t>número</a:t>
            </a:r>
            <a:r>
              <a:rPr sz="2400" spc="185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86730"/>
                </a:solidFill>
                <a:latin typeface="Trebuchet MS"/>
                <a:cs typeface="Trebuchet MS"/>
              </a:rPr>
              <a:t>de</a:t>
            </a:r>
            <a:r>
              <a:rPr sz="2400" spc="190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C86730"/>
                </a:solidFill>
                <a:latin typeface="Trebuchet MS"/>
                <a:cs typeface="Trebuchet MS"/>
              </a:rPr>
              <a:t>repetições</a:t>
            </a:r>
            <a:r>
              <a:rPr sz="2400" spc="185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86730"/>
                </a:solidFill>
                <a:latin typeface="Trebuchet MS"/>
                <a:cs typeface="Trebuchet MS"/>
              </a:rPr>
              <a:t>não</a:t>
            </a:r>
            <a:r>
              <a:rPr sz="2400" spc="180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86730"/>
                </a:solidFill>
                <a:latin typeface="Trebuchet MS"/>
                <a:cs typeface="Trebuchet MS"/>
              </a:rPr>
              <a:t>é</a:t>
            </a:r>
            <a:r>
              <a:rPr sz="2400" spc="195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400" spc="-30" dirty="0">
                <a:solidFill>
                  <a:srgbClr val="C86730"/>
                </a:solidFill>
                <a:latin typeface="Trebuchet MS"/>
                <a:cs typeface="Trebuchet MS"/>
              </a:rPr>
              <a:t>conhecido</a:t>
            </a:r>
            <a:r>
              <a:rPr sz="2400" spc="185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86730"/>
                </a:solidFill>
                <a:latin typeface="Trebuchet MS"/>
                <a:cs typeface="Trebuchet MS"/>
              </a:rPr>
              <a:t>de</a:t>
            </a:r>
            <a:r>
              <a:rPr sz="2400" spc="185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C86730"/>
                </a:solidFill>
                <a:latin typeface="Trebuchet MS"/>
                <a:cs typeface="Trebuchet MS"/>
              </a:rPr>
              <a:t>antemão,</a:t>
            </a:r>
            <a:r>
              <a:rPr sz="2400" spc="30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86730"/>
                </a:solidFill>
                <a:latin typeface="Trebuchet MS"/>
                <a:cs typeface="Trebuchet MS"/>
              </a:rPr>
              <a:t>e</a:t>
            </a:r>
            <a:r>
              <a:rPr sz="2400" spc="175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C86730"/>
                </a:solidFill>
                <a:latin typeface="Trebuchet MS"/>
                <a:cs typeface="Trebuchet MS"/>
              </a:rPr>
              <a:t>a </a:t>
            </a:r>
            <a:r>
              <a:rPr sz="2400" spc="-90" dirty="0">
                <a:solidFill>
                  <a:srgbClr val="C86730"/>
                </a:solidFill>
                <a:latin typeface="Trebuchet MS"/>
                <a:cs typeface="Trebuchet MS"/>
              </a:rPr>
              <a:t>continuidade</a:t>
            </a:r>
            <a:r>
              <a:rPr sz="2400" spc="30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86730"/>
                </a:solidFill>
                <a:latin typeface="Trebuchet MS"/>
                <a:cs typeface="Trebuchet MS"/>
              </a:rPr>
              <a:t>da</a:t>
            </a:r>
            <a:r>
              <a:rPr sz="2400" spc="30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C86730"/>
                </a:solidFill>
                <a:latin typeface="Trebuchet MS"/>
                <a:cs typeface="Trebuchet MS"/>
              </a:rPr>
              <a:t>execução</a:t>
            </a:r>
            <a:r>
              <a:rPr sz="2400" spc="25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C86730"/>
                </a:solidFill>
                <a:latin typeface="Trebuchet MS"/>
                <a:cs typeface="Trebuchet MS"/>
              </a:rPr>
              <a:t>depende</a:t>
            </a:r>
            <a:r>
              <a:rPr sz="2400" spc="35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86730"/>
                </a:solidFill>
                <a:latin typeface="Trebuchet MS"/>
                <a:cs typeface="Trebuchet MS"/>
              </a:rPr>
              <a:t>de</a:t>
            </a:r>
            <a:r>
              <a:rPr sz="2400" spc="30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86730"/>
                </a:solidFill>
                <a:latin typeface="Trebuchet MS"/>
                <a:cs typeface="Trebuchet MS"/>
              </a:rPr>
              <a:t>uma</a:t>
            </a:r>
            <a:r>
              <a:rPr sz="2400" spc="30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400" spc="-30" dirty="0">
                <a:solidFill>
                  <a:srgbClr val="C86730"/>
                </a:solidFill>
                <a:latin typeface="Trebuchet MS"/>
                <a:cs typeface="Trebuchet MS"/>
              </a:rPr>
              <a:t>condição</a:t>
            </a:r>
            <a:r>
              <a:rPr sz="2400" spc="25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C86730"/>
                </a:solidFill>
                <a:latin typeface="Trebuchet MS"/>
                <a:cs typeface="Trebuchet MS"/>
              </a:rPr>
              <a:t>que </a:t>
            </a:r>
            <a:r>
              <a:rPr sz="2400" spc="-100" dirty="0">
                <a:solidFill>
                  <a:srgbClr val="C86730"/>
                </a:solidFill>
                <a:latin typeface="Trebuchet MS"/>
                <a:cs typeface="Trebuchet MS"/>
              </a:rPr>
              <a:t>pode</a:t>
            </a:r>
            <a:r>
              <a:rPr sz="2400" spc="-45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400" spc="-130" dirty="0">
                <a:solidFill>
                  <a:srgbClr val="C86730"/>
                </a:solidFill>
                <a:latin typeface="Trebuchet MS"/>
                <a:cs typeface="Trebuchet MS"/>
              </a:rPr>
              <a:t>mudar</a:t>
            </a:r>
            <a:r>
              <a:rPr sz="2400" spc="-40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C86730"/>
                </a:solidFill>
                <a:latin typeface="Trebuchet MS"/>
                <a:cs typeface="Trebuchet MS"/>
              </a:rPr>
              <a:t>durante</a:t>
            </a:r>
            <a:r>
              <a:rPr sz="2400" spc="-45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86730"/>
                </a:solidFill>
                <a:latin typeface="Trebuchet MS"/>
                <a:cs typeface="Trebuchet MS"/>
              </a:rPr>
              <a:t>o</a:t>
            </a:r>
            <a:r>
              <a:rPr sz="2400" spc="-50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C86730"/>
                </a:solidFill>
                <a:latin typeface="Trebuchet MS"/>
                <a:cs typeface="Trebuchet MS"/>
              </a:rPr>
              <a:t>processo</a:t>
            </a:r>
            <a:r>
              <a:rPr sz="2400" spc="-10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1000"/>
              </a:spcBef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É</a:t>
            </a:r>
            <a:r>
              <a:rPr sz="2400" u="sng" spc="24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8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importante</a:t>
            </a:r>
            <a:r>
              <a:rPr sz="2400" u="sng" spc="25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9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garantir</a:t>
            </a:r>
            <a:r>
              <a:rPr sz="2400" u="sng" spc="24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que</a:t>
            </a:r>
            <a:r>
              <a:rPr sz="2400" u="sng" spc="24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</a:t>
            </a:r>
            <a:r>
              <a:rPr sz="2400" u="sng" spc="24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6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condição</a:t>
            </a:r>
            <a:r>
              <a:rPr sz="2400" u="sng" spc="229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9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seja</a:t>
            </a:r>
            <a:r>
              <a:rPr sz="2400" u="sng" spc="23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14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eventualmente</a:t>
            </a:r>
            <a:endParaRPr sz="24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2400" u="sng" spc="-17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alterada</a:t>
            </a:r>
            <a:r>
              <a:rPr sz="2400" u="sng" spc="-3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16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para</a:t>
            </a:r>
            <a:r>
              <a:rPr sz="2400" u="sng" spc="-4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15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evitar</a:t>
            </a:r>
            <a:r>
              <a:rPr sz="2400" u="sng" spc="-4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6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loops</a:t>
            </a:r>
            <a:r>
              <a:rPr sz="2400" u="sng" spc="-4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5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infinitos.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9967" y="1948179"/>
            <a:ext cx="186753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2080">
              <a:lnSpc>
                <a:spcPct val="100000"/>
              </a:lnSpc>
              <a:spcBef>
                <a:spcPts val="100"/>
              </a:spcBef>
            </a:pPr>
            <a:r>
              <a:rPr sz="3600" spc="-145" dirty="0">
                <a:solidFill>
                  <a:srgbClr val="FFFFFF"/>
                </a:solidFill>
                <a:latin typeface="Trebuchet MS"/>
                <a:cs typeface="Trebuchet MS"/>
              </a:rPr>
              <a:t>Laço</a:t>
            </a:r>
            <a:r>
              <a:rPr sz="36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35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3600" spc="-190" dirty="0">
                <a:solidFill>
                  <a:srgbClr val="FFFFFF"/>
                </a:solidFill>
                <a:latin typeface="Trebuchet MS"/>
                <a:cs typeface="Trebuchet MS"/>
              </a:rPr>
              <a:t>Repetição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63220" y="1089660"/>
            <a:ext cx="11612880" cy="5572760"/>
            <a:chOff x="363220" y="1089660"/>
            <a:chExt cx="11612880" cy="55727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5800" y="6374130"/>
              <a:ext cx="1130300" cy="28829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70" y="1129030"/>
              <a:ext cx="787400" cy="508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90" y="1089660"/>
              <a:ext cx="736600" cy="54737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999" y="1129030"/>
              <a:ext cx="570230" cy="54737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3220" y="3385820"/>
              <a:ext cx="3131820" cy="313181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38860" y="4072889"/>
              <a:ext cx="1798319" cy="17983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6350"/>
            <a:ext cx="12198350" cy="6870700"/>
            <a:chOff x="0" y="-6350"/>
            <a:chExt cx="12198350" cy="6870700"/>
          </a:xfrm>
        </p:grpSpPr>
        <p:sp>
          <p:nvSpPr>
            <p:cNvPr id="3" name="object 3"/>
            <p:cNvSpPr/>
            <p:nvPr/>
          </p:nvSpPr>
          <p:spPr>
            <a:xfrm>
              <a:off x="3858259" y="0"/>
              <a:ext cx="8333740" cy="6858000"/>
            </a:xfrm>
            <a:custGeom>
              <a:avLst/>
              <a:gdLst/>
              <a:ahLst/>
              <a:cxnLst/>
              <a:rect l="l" t="t" r="r" b="b"/>
              <a:pathLst>
                <a:path w="8333740" h="6858000">
                  <a:moveTo>
                    <a:pt x="833374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333740" y="6858000"/>
                  </a:lnTo>
                  <a:lnTo>
                    <a:pt x="833374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58259" y="0"/>
              <a:ext cx="8333740" cy="6858000"/>
            </a:xfrm>
            <a:custGeom>
              <a:avLst/>
              <a:gdLst/>
              <a:ahLst/>
              <a:cxnLst/>
              <a:rect l="l" t="t" r="r" b="b"/>
              <a:pathLst>
                <a:path w="8333740" h="6858000">
                  <a:moveTo>
                    <a:pt x="0" y="6858000"/>
                  </a:moveTo>
                  <a:lnTo>
                    <a:pt x="8333740" y="6858000"/>
                  </a:lnTo>
                  <a:lnTo>
                    <a:pt x="833374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ln w="12700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6225" y="273684"/>
              <a:ext cx="3169920" cy="972819"/>
            </a:xfrm>
            <a:custGeom>
              <a:avLst/>
              <a:gdLst/>
              <a:ahLst/>
              <a:cxnLst/>
              <a:rect l="l" t="t" r="r" b="b"/>
              <a:pathLst>
                <a:path w="3169920" h="972819">
                  <a:moveTo>
                    <a:pt x="3169920" y="0"/>
                  </a:moveTo>
                  <a:lnTo>
                    <a:pt x="0" y="0"/>
                  </a:lnTo>
                  <a:lnTo>
                    <a:pt x="0" y="972820"/>
                  </a:lnTo>
                  <a:lnTo>
                    <a:pt x="3169920" y="972820"/>
                  </a:lnTo>
                  <a:lnTo>
                    <a:pt x="31699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6225" y="273684"/>
              <a:ext cx="3169920" cy="972819"/>
            </a:xfrm>
            <a:custGeom>
              <a:avLst/>
              <a:gdLst/>
              <a:ahLst/>
              <a:cxnLst/>
              <a:rect l="l" t="t" r="r" b="b"/>
              <a:pathLst>
                <a:path w="3169920" h="972819">
                  <a:moveTo>
                    <a:pt x="0" y="972820"/>
                  </a:moveTo>
                  <a:lnTo>
                    <a:pt x="3169920" y="972820"/>
                  </a:lnTo>
                  <a:lnTo>
                    <a:pt x="3169920" y="0"/>
                  </a:lnTo>
                  <a:lnTo>
                    <a:pt x="0" y="0"/>
                  </a:lnTo>
                  <a:lnTo>
                    <a:pt x="0" y="972820"/>
                  </a:lnTo>
                  <a:close/>
                </a:path>
              </a:pathLst>
            </a:custGeom>
            <a:ln w="317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28065" marR="508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6FC0"/>
                </a:solidFill>
              </a:rPr>
              <a:t>Um</a:t>
            </a:r>
            <a:r>
              <a:rPr spc="-55" dirty="0">
                <a:solidFill>
                  <a:srgbClr val="006FC0"/>
                </a:solidFill>
              </a:rPr>
              <a:t> </a:t>
            </a:r>
            <a:r>
              <a:rPr spc="-100" dirty="0">
                <a:solidFill>
                  <a:srgbClr val="006FC0"/>
                </a:solidFill>
              </a:rPr>
              <a:t>exemplo</a:t>
            </a:r>
            <a:r>
              <a:rPr spc="-50" dirty="0">
                <a:solidFill>
                  <a:srgbClr val="006FC0"/>
                </a:solidFill>
              </a:rPr>
              <a:t> </a:t>
            </a:r>
            <a:r>
              <a:rPr spc="-95" dirty="0">
                <a:solidFill>
                  <a:srgbClr val="006FC0"/>
                </a:solidFill>
              </a:rPr>
              <a:t>prático</a:t>
            </a:r>
            <a:r>
              <a:rPr spc="-60" dirty="0">
                <a:solidFill>
                  <a:srgbClr val="006FC0"/>
                </a:solidFill>
              </a:rPr>
              <a:t> </a:t>
            </a:r>
            <a:r>
              <a:rPr dirty="0">
                <a:solidFill>
                  <a:srgbClr val="006FC0"/>
                </a:solidFill>
              </a:rPr>
              <a:t>de</a:t>
            </a:r>
            <a:r>
              <a:rPr spc="-55" dirty="0">
                <a:solidFill>
                  <a:srgbClr val="006FC0"/>
                </a:solidFill>
              </a:rPr>
              <a:t> </a:t>
            </a:r>
            <a:r>
              <a:rPr spc="-105" dirty="0">
                <a:solidFill>
                  <a:srgbClr val="006FC0"/>
                </a:solidFill>
              </a:rPr>
              <a:t>desenvolver</a:t>
            </a:r>
            <a:r>
              <a:rPr spc="-50" dirty="0">
                <a:solidFill>
                  <a:srgbClr val="006FC0"/>
                </a:solidFill>
              </a:rPr>
              <a:t> </a:t>
            </a:r>
            <a:r>
              <a:rPr dirty="0">
                <a:solidFill>
                  <a:srgbClr val="006FC0"/>
                </a:solidFill>
              </a:rPr>
              <a:t>um</a:t>
            </a:r>
            <a:r>
              <a:rPr spc="-55" dirty="0">
                <a:solidFill>
                  <a:srgbClr val="006FC0"/>
                </a:solidFill>
              </a:rPr>
              <a:t> </a:t>
            </a:r>
            <a:r>
              <a:rPr spc="-114" dirty="0">
                <a:solidFill>
                  <a:srgbClr val="006FC0"/>
                </a:solidFill>
              </a:rPr>
              <a:t>sistema</a:t>
            </a:r>
            <a:r>
              <a:rPr spc="-50" dirty="0">
                <a:solidFill>
                  <a:srgbClr val="006FC0"/>
                </a:solidFill>
              </a:rPr>
              <a:t> </a:t>
            </a:r>
            <a:r>
              <a:rPr dirty="0">
                <a:solidFill>
                  <a:srgbClr val="006FC0"/>
                </a:solidFill>
              </a:rPr>
              <a:t>de</a:t>
            </a:r>
            <a:r>
              <a:rPr spc="-55" dirty="0">
                <a:solidFill>
                  <a:srgbClr val="006FC0"/>
                </a:solidFill>
              </a:rPr>
              <a:t> </a:t>
            </a:r>
            <a:r>
              <a:rPr spc="-140" dirty="0">
                <a:solidFill>
                  <a:srgbClr val="006FC0"/>
                </a:solidFill>
              </a:rPr>
              <a:t>tabuada </a:t>
            </a:r>
            <a:r>
              <a:rPr spc="-135" dirty="0">
                <a:solidFill>
                  <a:srgbClr val="006FC0"/>
                </a:solidFill>
              </a:rPr>
              <a:t>sem</a:t>
            </a:r>
            <a:r>
              <a:rPr spc="-50" dirty="0">
                <a:solidFill>
                  <a:srgbClr val="006FC0"/>
                </a:solidFill>
              </a:rPr>
              <a:t> </a:t>
            </a:r>
            <a:r>
              <a:rPr spc="-135" dirty="0">
                <a:solidFill>
                  <a:srgbClr val="006FC0"/>
                </a:solidFill>
              </a:rPr>
              <a:t>laço</a:t>
            </a:r>
            <a:r>
              <a:rPr spc="-45" dirty="0">
                <a:solidFill>
                  <a:srgbClr val="006FC0"/>
                </a:solidFill>
              </a:rPr>
              <a:t> </a:t>
            </a:r>
            <a:r>
              <a:rPr spc="-155" dirty="0">
                <a:solidFill>
                  <a:srgbClr val="006FC0"/>
                </a:solidFill>
              </a:rPr>
              <a:t>de</a:t>
            </a:r>
            <a:r>
              <a:rPr spc="-55" dirty="0">
                <a:solidFill>
                  <a:srgbClr val="006FC0"/>
                </a:solidFill>
              </a:rPr>
              <a:t> </a:t>
            </a:r>
            <a:r>
              <a:rPr spc="-65" dirty="0">
                <a:solidFill>
                  <a:srgbClr val="006FC0"/>
                </a:solidFill>
              </a:rPr>
              <a:t>repetição.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09967" y="1948179"/>
            <a:ext cx="186753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2080">
              <a:lnSpc>
                <a:spcPct val="100000"/>
              </a:lnSpc>
              <a:spcBef>
                <a:spcPts val="100"/>
              </a:spcBef>
            </a:pPr>
            <a:r>
              <a:rPr sz="3600" spc="-145" dirty="0">
                <a:solidFill>
                  <a:srgbClr val="FFFFFF"/>
                </a:solidFill>
                <a:latin typeface="Trebuchet MS"/>
                <a:cs typeface="Trebuchet MS"/>
              </a:rPr>
              <a:t>Laço</a:t>
            </a:r>
            <a:r>
              <a:rPr sz="36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35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3600" spc="-190" dirty="0">
                <a:solidFill>
                  <a:srgbClr val="FFFFFF"/>
                </a:solidFill>
                <a:latin typeface="Trebuchet MS"/>
                <a:cs typeface="Trebuchet MS"/>
              </a:rPr>
              <a:t>Repetição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63220" y="1089660"/>
            <a:ext cx="11612880" cy="5572760"/>
            <a:chOff x="363220" y="1089660"/>
            <a:chExt cx="11612880" cy="557276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5800" y="6374130"/>
              <a:ext cx="1130300" cy="28829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70" y="1129030"/>
              <a:ext cx="787400" cy="5080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90" y="1089660"/>
              <a:ext cx="736600" cy="54737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999" y="1129030"/>
              <a:ext cx="570230" cy="54737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3220" y="3385820"/>
              <a:ext cx="3131820" cy="313181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38860" y="4072889"/>
              <a:ext cx="1798319" cy="179832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15460" y="1607820"/>
              <a:ext cx="6583680" cy="426339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607060" algn="l"/>
                <a:tab pos="1807210" algn="l"/>
                <a:tab pos="2821940" algn="l"/>
                <a:tab pos="3266440" algn="l"/>
                <a:tab pos="4112895" algn="l"/>
                <a:tab pos="5723890" algn="l"/>
                <a:tab pos="6253480" algn="l"/>
                <a:tab pos="7309484" algn="l"/>
              </a:tabLst>
            </a:pPr>
            <a:r>
              <a:rPr spc="-25" dirty="0"/>
              <a:t>Um</a:t>
            </a:r>
            <a:r>
              <a:rPr dirty="0"/>
              <a:t>	</a:t>
            </a:r>
            <a:r>
              <a:rPr spc="-10" dirty="0"/>
              <a:t>exemplo</a:t>
            </a:r>
            <a:r>
              <a:rPr dirty="0"/>
              <a:t>	</a:t>
            </a:r>
            <a:r>
              <a:rPr spc="-10" dirty="0"/>
              <a:t>prático</a:t>
            </a:r>
            <a:r>
              <a:rPr dirty="0"/>
              <a:t>	</a:t>
            </a:r>
            <a:r>
              <a:rPr spc="-25" dirty="0"/>
              <a:t>de</a:t>
            </a:r>
            <a:r>
              <a:rPr dirty="0"/>
              <a:t>	</a:t>
            </a:r>
            <a:r>
              <a:rPr spc="-20" dirty="0"/>
              <a:t>como</a:t>
            </a:r>
            <a:r>
              <a:rPr dirty="0"/>
              <a:t>	</a:t>
            </a:r>
            <a:r>
              <a:rPr spc="-25" dirty="0"/>
              <a:t>desenvolver</a:t>
            </a:r>
            <a:r>
              <a:rPr dirty="0"/>
              <a:t>	</a:t>
            </a:r>
            <a:r>
              <a:rPr spc="-25" dirty="0"/>
              <a:t>um</a:t>
            </a:r>
            <a:r>
              <a:rPr dirty="0"/>
              <a:t>	</a:t>
            </a:r>
            <a:r>
              <a:rPr spc="-10" dirty="0"/>
              <a:t>sistema</a:t>
            </a:r>
            <a:r>
              <a:rPr dirty="0"/>
              <a:t>	</a:t>
            </a:r>
            <a:r>
              <a:rPr spc="-160" dirty="0"/>
              <a:t>de </a:t>
            </a:r>
            <a:r>
              <a:rPr spc="-190" dirty="0"/>
              <a:t>tabuada</a:t>
            </a:r>
            <a:r>
              <a:rPr spc="-50" dirty="0"/>
              <a:t> </a:t>
            </a:r>
            <a:r>
              <a:rPr spc="-145" dirty="0"/>
              <a:t>utilizando</a:t>
            </a:r>
            <a:r>
              <a:rPr spc="-60" dirty="0"/>
              <a:t> </a:t>
            </a:r>
            <a:r>
              <a:rPr dirty="0"/>
              <a:t>o</a:t>
            </a:r>
            <a:r>
              <a:rPr spc="-60" dirty="0"/>
              <a:t> </a:t>
            </a:r>
            <a:r>
              <a:rPr spc="-135" dirty="0"/>
              <a:t>laço</a:t>
            </a:r>
            <a:r>
              <a:rPr spc="-60" dirty="0"/>
              <a:t> </a:t>
            </a:r>
            <a:r>
              <a:rPr spc="-155" dirty="0"/>
              <a:t>de</a:t>
            </a:r>
            <a:r>
              <a:rPr spc="-45" dirty="0"/>
              <a:t> </a:t>
            </a:r>
            <a:r>
              <a:rPr spc="-135" dirty="0"/>
              <a:t>repetição</a:t>
            </a:r>
            <a:r>
              <a:rPr spc="-50" dirty="0"/>
              <a:t> </a:t>
            </a:r>
            <a:r>
              <a:rPr spc="-85" dirty="0"/>
              <a:t>com</a:t>
            </a:r>
            <a:r>
              <a:rPr spc="-65" dirty="0"/>
              <a:t> </a:t>
            </a:r>
            <a:r>
              <a:rPr spc="-240" dirty="0"/>
              <a:t>a</a:t>
            </a:r>
            <a:r>
              <a:rPr spc="-50" dirty="0"/>
              <a:t> </a:t>
            </a:r>
            <a:r>
              <a:rPr spc="-145" dirty="0"/>
              <a:t>função</a:t>
            </a:r>
            <a:r>
              <a:rPr spc="-60" dirty="0"/>
              <a:t> </a:t>
            </a:r>
            <a:r>
              <a:rPr dirty="0"/>
              <a:t>-</a:t>
            </a:r>
            <a:r>
              <a:rPr spc="-50" dirty="0"/>
              <a:t> </a:t>
            </a:r>
            <a:r>
              <a:rPr b="1" spc="-20" dirty="0">
                <a:solidFill>
                  <a:srgbClr val="006FC0"/>
                </a:solidFill>
                <a:latin typeface="Trebuchet MS"/>
                <a:cs typeface="Trebuchet MS"/>
              </a:rPr>
              <a:t>for</a:t>
            </a:r>
            <a:r>
              <a:rPr spc="-20" dirty="0"/>
              <a:t>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09967" y="1948179"/>
            <a:ext cx="186753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2080">
              <a:lnSpc>
                <a:spcPct val="100000"/>
              </a:lnSpc>
              <a:spcBef>
                <a:spcPts val="100"/>
              </a:spcBef>
            </a:pPr>
            <a:r>
              <a:rPr sz="3600" spc="-145" dirty="0">
                <a:solidFill>
                  <a:srgbClr val="FFFFFF"/>
                </a:solidFill>
                <a:latin typeface="Trebuchet MS"/>
                <a:cs typeface="Trebuchet MS"/>
              </a:rPr>
              <a:t>Laço</a:t>
            </a:r>
            <a:r>
              <a:rPr sz="36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35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3600" spc="-190" dirty="0">
                <a:solidFill>
                  <a:srgbClr val="FFFFFF"/>
                </a:solidFill>
                <a:latin typeface="Trebuchet MS"/>
                <a:cs typeface="Trebuchet MS"/>
              </a:rPr>
              <a:t>Repetição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63220" y="1089660"/>
            <a:ext cx="11612880" cy="5720080"/>
            <a:chOff x="363220" y="1089660"/>
            <a:chExt cx="11612880" cy="57200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5800" y="6374130"/>
              <a:ext cx="1130300" cy="28829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70" y="1129030"/>
              <a:ext cx="787400" cy="508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90" y="1089660"/>
              <a:ext cx="736600" cy="54737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999" y="1129030"/>
              <a:ext cx="570230" cy="54737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3220" y="3385820"/>
              <a:ext cx="3131820" cy="313181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38860" y="4072889"/>
              <a:ext cx="1798319" cy="179832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34510" y="1584960"/>
              <a:ext cx="7162800" cy="198501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38599" y="3964939"/>
              <a:ext cx="2611120" cy="284479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786370" y="3964939"/>
              <a:ext cx="367029" cy="11430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041390" y="4048760"/>
              <a:ext cx="1744980" cy="927100"/>
            </a:xfrm>
            <a:custGeom>
              <a:avLst/>
              <a:gdLst/>
              <a:ahLst/>
              <a:cxnLst/>
              <a:rect l="l" t="t" r="r" b="b"/>
              <a:pathLst>
                <a:path w="1744979" h="927100">
                  <a:moveTo>
                    <a:pt x="1744980" y="0"/>
                  </a:moveTo>
                  <a:lnTo>
                    <a:pt x="0" y="0"/>
                  </a:lnTo>
                  <a:lnTo>
                    <a:pt x="0" y="927100"/>
                  </a:lnTo>
                  <a:lnTo>
                    <a:pt x="1744980" y="927100"/>
                  </a:lnTo>
                  <a:lnTo>
                    <a:pt x="1744980" y="0"/>
                  </a:lnTo>
                  <a:close/>
                </a:path>
              </a:pathLst>
            </a:custGeom>
            <a:solidFill>
              <a:srgbClr val="F7E2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647180" y="3964952"/>
              <a:ext cx="1183640" cy="1093470"/>
            </a:xfrm>
            <a:custGeom>
              <a:avLst/>
              <a:gdLst/>
              <a:ahLst/>
              <a:cxnLst/>
              <a:rect l="l" t="t" r="r" b="b"/>
              <a:pathLst>
                <a:path w="1183640" h="1093470">
                  <a:moveTo>
                    <a:pt x="1181100" y="1010907"/>
                  </a:moveTo>
                  <a:lnTo>
                    <a:pt x="0" y="1010907"/>
                  </a:lnTo>
                  <a:lnTo>
                    <a:pt x="0" y="1093457"/>
                  </a:lnTo>
                  <a:lnTo>
                    <a:pt x="1181100" y="1093457"/>
                  </a:lnTo>
                  <a:lnTo>
                    <a:pt x="1181100" y="1010907"/>
                  </a:lnTo>
                  <a:close/>
                </a:path>
                <a:path w="1183640" h="1093470">
                  <a:moveTo>
                    <a:pt x="1183640" y="0"/>
                  </a:moveTo>
                  <a:lnTo>
                    <a:pt x="2540" y="0"/>
                  </a:lnTo>
                  <a:lnTo>
                    <a:pt x="2540" y="83807"/>
                  </a:lnTo>
                  <a:lnTo>
                    <a:pt x="1183640" y="83807"/>
                  </a:lnTo>
                  <a:lnTo>
                    <a:pt x="1183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919470" y="4165600"/>
            <a:ext cx="20066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0" dirty="0">
                <a:latin typeface="Trebuchet MS"/>
                <a:cs typeface="Trebuchet MS"/>
              </a:rPr>
              <a:t>Minha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nossa...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110" dirty="0">
                <a:latin typeface="Trebuchet MS"/>
                <a:cs typeface="Trebuchet MS"/>
              </a:rPr>
              <a:t>Explica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165" dirty="0">
                <a:latin typeface="Trebuchet MS"/>
                <a:cs typeface="Trebuchet MS"/>
              </a:rPr>
              <a:t>ai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professor!!!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3803" y="2553334"/>
            <a:ext cx="7625715" cy="3079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350" dirty="0">
                <a:latin typeface="Trebuchet MS"/>
                <a:cs typeface="Trebuchet MS"/>
              </a:rPr>
              <a:t>O</a:t>
            </a:r>
            <a:r>
              <a:rPr sz="2400" dirty="0"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in</a:t>
            </a:r>
            <a:r>
              <a:rPr sz="2400" spc="-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é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um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operador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usado</a:t>
            </a:r>
            <a:r>
              <a:rPr sz="240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para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verificar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se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um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valor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está </a:t>
            </a:r>
            <a:r>
              <a:rPr sz="2400" spc="-90" dirty="0">
                <a:latin typeface="Trebuchet MS"/>
                <a:cs typeface="Trebuchet MS"/>
              </a:rPr>
              <a:t>presente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em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uma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spc="-175" dirty="0">
                <a:latin typeface="Trebuchet MS"/>
                <a:cs typeface="Trebuchet MS"/>
              </a:rPr>
              <a:t>sequência.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Quando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usado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em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um</a:t>
            </a:r>
            <a:r>
              <a:rPr sz="2400" spc="-50" dirty="0">
                <a:latin typeface="Trebuchet MS"/>
                <a:cs typeface="Trebuchet MS"/>
              </a:rPr>
              <a:t> laço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de </a:t>
            </a:r>
            <a:r>
              <a:rPr sz="2400" spc="-75" dirty="0">
                <a:latin typeface="Trebuchet MS"/>
                <a:cs typeface="Trebuchet MS"/>
              </a:rPr>
              <a:t>repetição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(como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no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for),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ele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permite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percorrer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cada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item </a:t>
            </a:r>
            <a:r>
              <a:rPr sz="2400" dirty="0">
                <a:latin typeface="Trebuchet MS"/>
                <a:cs typeface="Trebuchet MS"/>
              </a:rPr>
              <a:t>dentro</a:t>
            </a:r>
            <a:r>
              <a:rPr sz="2400" spc="254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2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uma</a:t>
            </a:r>
            <a:r>
              <a:rPr sz="2400" spc="260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sequência,</a:t>
            </a:r>
            <a:r>
              <a:rPr sz="2400" spc="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neste</a:t>
            </a:r>
            <a:r>
              <a:rPr sz="2400" spc="2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caso</a:t>
            </a:r>
            <a:r>
              <a:rPr sz="2400" spc="2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2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1</a:t>
            </a:r>
            <a:r>
              <a:rPr sz="2400" spc="2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até</a:t>
            </a:r>
            <a:r>
              <a:rPr sz="2400" spc="2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10.</a:t>
            </a:r>
            <a:r>
              <a:rPr sz="2400" spc="10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Pois </a:t>
            </a:r>
            <a:r>
              <a:rPr sz="2400" spc="-60" dirty="0">
                <a:latin typeface="Trebuchet MS"/>
                <a:cs typeface="Trebuchet MS"/>
              </a:rPr>
              <a:t>estamos</a:t>
            </a:r>
            <a:r>
              <a:rPr sz="2400" spc="-12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usando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uma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função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chamada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range(),</a:t>
            </a:r>
            <a:r>
              <a:rPr sz="2400" spc="-3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comumente </a:t>
            </a:r>
            <a:r>
              <a:rPr sz="2400" spc="-180" dirty="0">
                <a:latin typeface="Trebuchet MS"/>
                <a:cs typeface="Trebuchet MS"/>
              </a:rPr>
              <a:t>utilizada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para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percorrer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175" dirty="0">
                <a:latin typeface="Trebuchet MS"/>
                <a:cs typeface="Trebuchet MS"/>
              </a:rPr>
              <a:t>uma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sequencia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de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números.</a:t>
            </a:r>
            <a:endParaRPr sz="2400">
              <a:latin typeface="Trebuchet MS"/>
              <a:cs typeface="Trebuchet MS"/>
            </a:endParaRPr>
          </a:p>
          <a:p>
            <a:pPr marL="12700" marR="6350" algn="just">
              <a:lnSpc>
                <a:spcPct val="100000"/>
              </a:lnSpc>
              <a:spcBef>
                <a:spcPts val="1005"/>
              </a:spcBef>
            </a:pPr>
            <a:r>
              <a:rPr sz="2400" b="1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2400" b="1" spc="9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Trebuchet MS"/>
                <a:cs typeface="Trebuchet MS"/>
              </a:rPr>
              <a:t>é</a:t>
            </a:r>
            <a:r>
              <a:rPr sz="2400" spc="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nossa</a:t>
            </a:r>
            <a:r>
              <a:rPr sz="2400" spc="45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variável</a:t>
            </a:r>
            <a:r>
              <a:rPr sz="2400" spc="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que</a:t>
            </a:r>
            <a:r>
              <a:rPr sz="2400" spc="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vai</a:t>
            </a:r>
            <a:r>
              <a:rPr sz="2400" spc="3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receber</a:t>
            </a:r>
            <a:r>
              <a:rPr sz="2400" spc="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cada</a:t>
            </a:r>
            <a:r>
              <a:rPr sz="2400" spc="4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iteração</a:t>
            </a:r>
            <a:r>
              <a:rPr sz="2400" spc="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do</a:t>
            </a:r>
            <a:r>
              <a:rPr sz="2400" spc="3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laço </a:t>
            </a:r>
            <a:r>
              <a:rPr sz="2400" spc="-120" dirty="0">
                <a:latin typeface="Trebuchet MS"/>
                <a:cs typeface="Trebuchet MS"/>
              </a:rPr>
              <a:t>valores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de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1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95" dirty="0">
                <a:latin typeface="Trebuchet MS"/>
                <a:cs typeface="Trebuchet MS"/>
              </a:rPr>
              <a:t>até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10.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09967" y="1948179"/>
            <a:ext cx="186753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2080">
              <a:lnSpc>
                <a:spcPct val="100000"/>
              </a:lnSpc>
              <a:spcBef>
                <a:spcPts val="100"/>
              </a:spcBef>
            </a:pPr>
            <a:r>
              <a:rPr sz="3600" spc="-145" dirty="0">
                <a:solidFill>
                  <a:srgbClr val="FFFFFF"/>
                </a:solidFill>
              </a:rPr>
              <a:t>Laço</a:t>
            </a:r>
            <a:r>
              <a:rPr sz="3600" spc="-100" dirty="0">
                <a:solidFill>
                  <a:srgbClr val="FFFFFF"/>
                </a:solidFill>
              </a:rPr>
              <a:t> </a:t>
            </a:r>
            <a:r>
              <a:rPr sz="3600" spc="-35" dirty="0">
                <a:solidFill>
                  <a:srgbClr val="FFFFFF"/>
                </a:solidFill>
              </a:rPr>
              <a:t>de </a:t>
            </a:r>
            <a:r>
              <a:rPr sz="3600" spc="-190" dirty="0">
                <a:solidFill>
                  <a:srgbClr val="FFFFFF"/>
                </a:solidFill>
              </a:rPr>
              <a:t>Repetição</a:t>
            </a:r>
            <a:endParaRPr sz="3600"/>
          </a:p>
        </p:txBody>
      </p:sp>
      <p:grpSp>
        <p:nvGrpSpPr>
          <p:cNvPr id="5" name="object 5"/>
          <p:cNvGrpSpPr/>
          <p:nvPr/>
        </p:nvGrpSpPr>
        <p:grpSpPr>
          <a:xfrm>
            <a:off x="363220" y="273050"/>
            <a:ext cx="11612880" cy="6389370"/>
            <a:chOff x="363220" y="273050"/>
            <a:chExt cx="11612880" cy="63893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5800" y="6374129"/>
              <a:ext cx="1130300" cy="28829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70" y="1129030"/>
              <a:ext cx="787400" cy="508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90" y="1089660"/>
              <a:ext cx="736600" cy="54737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999" y="1129030"/>
              <a:ext cx="570230" cy="54737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3220" y="3385820"/>
              <a:ext cx="3131820" cy="313181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38860" y="4072890"/>
              <a:ext cx="1798319" cy="179832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23690" y="273050"/>
              <a:ext cx="7162800" cy="198501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607060" algn="l"/>
                <a:tab pos="1807210" algn="l"/>
                <a:tab pos="2821940" algn="l"/>
                <a:tab pos="3266440" algn="l"/>
                <a:tab pos="4112895" algn="l"/>
                <a:tab pos="5723890" algn="l"/>
                <a:tab pos="6253480" algn="l"/>
                <a:tab pos="7309484" algn="l"/>
              </a:tabLst>
            </a:pPr>
            <a:r>
              <a:rPr spc="-25" dirty="0"/>
              <a:t>Um</a:t>
            </a:r>
            <a:r>
              <a:rPr dirty="0"/>
              <a:t>	</a:t>
            </a:r>
            <a:r>
              <a:rPr spc="-10" dirty="0"/>
              <a:t>exemplo</a:t>
            </a:r>
            <a:r>
              <a:rPr dirty="0"/>
              <a:t>	</a:t>
            </a:r>
            <a:r>
              <a:rPr spc="-10" dirty="0"/>
              <a:t>prático</a:t>
            </a:r>
            <a:r>
              <a:rPr dirty="0"/>
              <a:t>	</a:t>
            </a:r>
            <a:r>
              <a:rPr spc="-25" dirty="0"/>
              <a:t>de</a:t>
            </a:r>
            <a:r>
              <a:rPr dirty="0"/>
              <a:t>	</a:t>
            </a:r>
            <a:r>
              <a:rPr spc="-20" dirty="0"/>
              <a:t>como</a:t>
            </a:r>
            <a:r>
              <a:rPr dirty="0"/>
              <a:t>	</a:t>
            </a:r>
            <a:r>
              <a:rPr spc="-25" dirty="0"/>
              <a:t>desenvolver</a:t>
            </a:r>
            <a:r>
              <a:rPr dirty="0"/>
              <a:t>	</a:t>
            </a:r>
            <a:r>
              <a:rPr spc="-25" dirty="0"/>
              <a:t>um</a:t>
            </a:r>
            <a:r>
              <a:rPr dirty="0"/>
              <a:t>	</a:t>
            </a:r>
            <a:r>
              <a:rPr spc="-10" dirty="0"/>
              <a:t>sistema</a:t>
            </a:r>
            <a:r>
              <a:rPr dirty="0"/>
              <a:t>	</a:t>
            </a:r>
            <a:r>
              <a:rPr spc="-160" dirty="0"/>
              <a:t>de </a:t>
            </a:r>
            <a:r>
              <a:rPr spc="-190" dirty="0"/>
              <a:t>tabuada</a:t>
            </a:r>
            <a:r>
              <a:rPr spc="-50" dirty="0"/>
              <a:t> </a:t>
            </a:r>
            <a:r>
              <a:rPr spc="-145" dirty="0"/>
              <a:t>utilizando</a:t>
            </a:r>
            <a:r>
              <a:rPr spc="-60" dirty="0"/>
              <a:t> </a:t>
            </a:r>
            <a:r>
              <a:rPr dirty="0"/>
              <a:t>o</a:t>
            </a:r>
            <a:r>
              <a:rPr spc="-60" dirty="0"/>
              <a:t> </a:t>
            </a:r>
            <a:r>
              <a:rPr spc="-135" dirty="0"/>
              <a:t>laço</a:t>
            </a:r>
            <a:r>
              <a:rPr spc="-60" dirty="0"/>
              <a:t> </a:t>
            </a:r>
            <a:r>
              <a:rPr spc="-155" dirty="0"/>
              <a:t>de</a:t>
            </a:r>
            <a:r>
              <a:rPr spc="-45" dirty="0"/>
              <a:t> </a:t>
            </a:r>
            <a:r>
              <a:rPr spc="-135" dirty="0"/>
              <a:t>repetição</a:t>
            </a:r>
            <a:r>
              <a:rPr spc="-50" dirty="0"/>
              <a:t> </a:t>
            </a:r>
            <a:r>
              <a:rPr spc="-85" dirty="0"/>
              <a:t>com</a:t>
            </a:r>
            <a:r>
              <a:rPr spc="-65" dirty="0"/>
              <a:t> </a:t>
            </a:r>
            <a:r>
              <a:rPr spc="-240" dirty="0"/>
              <a:t>a</a:t>
            </a:r>
            <a:r>
              <a:rPr spc="-50" dirty="0"/>
              <a:t> </a:t>
            </a:r>
            <a:r>
              <a:rPr spc="-145" dirty="0"/>
              <a:t>função</a:t>
            </a:r>
            <a:r>
              <a:rPr spc="-60" dirty="0"/>
              <a:t> </a:t>
            </a:r>
            <a:r>
              <a:rPr dirty="0"/>
              <a:t>-</a:t>
            </a:r>
            <a:r>
              <a:rPr spc="-50" dirty="0"/>
              <a:t> </a:t>
            </a:r>
            <a:r>
              <a:rPr b="1" spc="-10" dirty="0">
                <a:solidFill>
                  <a:srgbClr val="00AF50"/>
                </a:solidFill>
                <a:latin typeface="Trebuchet MS"/>
                <a:cs typeface="Trebuchet MS"/>
              </a:rPr>
              <a:t>while</a:t>
            </a:r>
            <a:r>
              <a:rPr spc="-10" dirty="0"/>
              <a:t>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09967" y="1948179"/>
            <a:ext cx="186753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2080">
              <a:lnSpc>
                <a:spcPct val="100000"/>
              </a:lnSpc>
              <a:spcBef>
                <a:spcPts val="100"/>
              </a:spcBef>
            </a:pPr>
            <a:r>
              <a:rPr sz="3600" spc="-145" dirty="0">
                <a:solidFill>
                  <a:srgbClr val="FFFFFF"/>
                </a:solidFill>
                <a:latin typeface="Trebuchet MS"/>
                <a:cs typeface="Trebuchet MS"/>
              </a:rPr>
              <a:t>Laço</a:t>
            </a:r>
            <a:r>
              <a:rPr sz="36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35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3600" spc="-190" dirty="0">
                <a:solidFill>
                  <a:srgbClr val="FFFFFF"/>
                </a:solidFill>
                <a:latin typeface="Trebuchet MS"/>
                <a:cs typeface="Trebuchet MS"/>
              </a:rPr>
              <a:t>Repetição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63220" y="1089660"/>
            <a:ext cx="11612880" cy="5720080"/>
            <a:chOff x="363220" y="1089660"/>
            <a:chExt cx="11612880" cy="57200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5800" y="6374130"/>
              <a:ext cx="1130300" cy="28829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70" y="1129030"/>
              <a:ext cx="787400" cy="508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90" y="1089660"/>
              <a:ext cx="736600" cy="54737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999" y="1129030"/>
              <a:ext cx="570230" cy="54737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3220" y="3385820"/>
              <a:ext cx="3131820" cy="313181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38860" y="4072889"/>
              <a:ext cx="1798319" cy="179832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38599" y="3964939"/>
              <a:ext cx="2611120" cy="284479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86370" y="3964939"/>
              <a:ext cx="367029" cy="11430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041390" y="4048760"/>
              <a:ext cx="1744980" cy="927100"/>
            </a:xfrm>
            <a:custGeom>
              <a:avLst/>
              <a:gdLst/>
              <a:ahLst/>
              <a:cxnLst/>
              <a:rect l="l" t="t" r="r" b="b"/>
              <a:pathLst>
                <a:path w="1744979" h="927100">
                  <a:moveTo>
                    <a:pt x="1744980" y="0"/>
                  </a:moveTo>
                  <a:lnTo>
                    <a:pt x="0" y="0"/>
                  </a:lnTo>
                  <a:lnTo>
                    <a:pt x="0" y="927100"/>
                  </a:lnTo>
                  <a:lnTo>
                    <a:pt x="1744980" y="927100"/>
                  </a:lnTo>
                  <a:lnTo>
                    <a:pt x="1744980" y="0"/>
                  </a:lnTo>
                  <a:close/>
                </a:path>
              </a:pathLst>
            </a:custGeom>
            <a:solidFill>
              <a:srgbClr val="F7E2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647180" y="3964952"/>
              <a:ext cx="1183640" cy="1093470"/>
            </a:xfrm>
            <a:custGeom>
              <a:avLst/>
              <a:gdLst/>
              <a:ahLst/>
              <a:cxnLst/>
              <a:rect l="l" t="t" r="r" b="b"/>
              <a:pathLst>
                <a:path w="1183640" h="1093470">
                  <a:moveTo>
                    <a:pt x="1181100" y="1010907"/>
                  </a:moveTo>
                  <a:lnTo>
                    <a:pt x="0" y="1010907"/>
                  </a:lnTo>
                  <a:lnTo>
                    <a:pt x="0" y="1093457"/>
                  </a:lnTo>
                  <a:lnTo>
                    <a:pt x="1181100" y="1093457"/>
                  </a:lnTo>
                  <a:lnTo>
                    <a:pt x="1181100" y="1010907"/>
                  </a:lnTo>
                  <a:close/>
                </a:path>
                <a:path w="1183640" h="1093470">
                  <a:moveTo>
                    <a:pt x="1183640" y="0"/>
                  </a:moveTo>
                  <a:lnTo>
                    <a:pt x="2540" y="0"/>
                  </a:lnTo>
                  <a:lnTo>
                    <a:pt x="2540" y="83807"/>
                  </a:lnTo>
                  <a:lnTo>
                    <a:pt x="1183640" y="83807"/>
                  </a:lnTo>
                  <a:lnTo>
                    <a:pt x="1183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919470" y="4165600"/>
            <a:ext cx="20066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0" dirty="0">
                <a:latin typeface="Trebuchet MS"/>
                <a:cs typeface="Trebuchet MS"/>
              </a:rPr>
              <a:t>Minha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nossa...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110" dirty="0">
                <a:latin typeface="Trebuchet MS"/>
                <a:cs typeface="Trebuchet MS"/>
              </a:rPr>
              <a:t>Explica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165" dirty="0">
                <a:latin typeface="Trebuchet MS"/>
                <a:cs typeface="Trebuchet MS"/>
              </a:rPr>
              <a:t>ai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professor!!!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315459" y="1624330"/>
            <a:ext cx="7108190" cy="21958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pc="350" dirty="0"/>
              <a:t>O</a:t>
            </a:r>
            <a:r>
              <a:rPr spc="-35" dirty="0"/>
              <a:t> </a:t>
            </a:r>
            <a:r>
              <a:rPr spc="-75" dirty="0"/>
              <a:t>laço</a:t>
            </a:r>
            <a:r>
              <a:rPr spc="-35" dirty="0"/>
              <a:t> </a:t>
            </a:r>
            <a:r>
              <a:rPr spc="-100" dirty="0"/>
              <a:t>while</a:t>
            </a:r>
            <a:r>
              <a:rPr spc="-35" dirty="0"/>
              <a:t> </a:t>
            </a:r>
            <a:r>
              <a:rPr spc="-125" dirty="0"/>
              <a:t>vai</a:t>
            </a:r>
            <a:r>
              <a:rPr spc="-40" dirty="0"/>
              <a:t> </a:t>
            </a:r>
            <a:r>
              <a:rPr spc="-100" dirty="0"/>
              <a:t>continuar</a:t>
            </a:r>
            <a:r>
              <a:rPr spc="-40" dirty="0"/>
              <a:t> </a:t>
            </a:r>
            <a:r>
              <a:rPr spc="-105" dirty="0"/>
              <a:t>executando</a:t>
            </a:r>
            <a:r>
              <a:rPr spc="-40" dirty="0"/>
              <a:t> </a:t>
            </a:r>
            <a:r>
              <a:rPr spc="-105" dirty="0"/>
              <a:t>enquanto</a:t>
            </a:r>
            <a:r>
              <a:rPr spc="-3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spc="-85" dirty="0"/>
              <a:t>condição</a:t>
            </a:r>
          </a:p>
          <a:p>
            <a:pPr marL="12700" algn="just">
              <a:lnSpc>
                <a:spcPct val="100000"/>
              </a:lnSpc>
            </a:pPr>
            <a:r>
              <a:rPr b="1" dirty="0">
                <a:latin typeface="Trebuchet MS"/>
                <a:cs typeface="Trebuchet MS"/>
              </a:rPr>
              <a:t>i</a:t>
            </a:r>
            <a:r>
              <a:rPr b="1" spc="-110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&lt;=</a:t>
            </a:r>
            <a:r>
              <a:rPr b="1" spc="-90" dirty="0">
                <a:latin typeface="Trebuchet MS"/>
                <a:cs typeface="Trebuchet MS"/>
              </a:rPr>
              <a:t> 10 </a:t>
            </a:r>
            <a:r>
              <a:rPr spc="-85" dirty="0"/>
              <a:t>for</a:t>
            </a:r>
            <a:r>
              <a:rPr spc="-95" dirty="0"/>
              <a:t> </a:t>
            </a:r>
            <a:r>
              <a:rPr spc="-80" dirty="0">
                <a:solidFill>
                  <a:srgbClr val="006FC0"/>
                </a:solidFill>
              </a:rPr>
              <a:t>verdadeira</a:t>
            </a:r>
            <a:r>
              <a:rPr spc="-80" dirty="0"/>
              <a:t>.</a:t>
            </a:r>
          </a:p>
          <a:p>
            <a:pPr marL="12700" marR="6985" algn="just">
              <a:lnSpc>
                <a:spcPct val="100000"/>
              </a:lnSpc>
              <a:spcBef>
                <a:spcPts val="1000"/>
              </a:spcBef>
            </a:pPr>
            <a:r>
              <a:rPr spc="180" dirty="0"/>
              <a:t>A</a:t>
            </a:r>
            <a:r>
              <a:rPr spc="665" dirty="0"/>
              <a:t> </a:t>
            </a:r>
            <a:r>
              <a:rPr spc="-195" dirty="0"/>
              <a:t>cada</a:t>
            </a:r>
            <a:r>
              <a:rPr spc="655" dirty="0"/>
              <a:t> </a:t>
            </a:r>
            <a:r>
              <a:rPr spc="-140" dirty="0"/>
              <a:t>iteração</a:t>
            </a:r>
            <a:r>
              <a:rPr spc="655" dirty="0"/>
              <a:t> </a:t>
            </a:r>
            <a:r>
              <a:rPr spc="-45" dirty="0"/>
              <a:t>do</a:t>
            </a:r>
            <a:r>
              <a:rPr spc="660" dirty="0"/>
              <a:t> </a:t>
            </a:r>
            <a:r>
              <a:rPr spc="-200" dirty="0"/>
              <a:t>laço,</a:t>
            </a:r>
            <a:r>
              <a:rPr spc="430" dirty="0"/>
              <a:t> </a:t>
            </a:r>
            <a:r>
              <a:rPr spc="25" dirty="0"/>
              <a:t>o</a:t>
            </a:r>
            <a:r>
              <a:rPr spc="650" dirty="0"/>
              <a:t> </a:t>
            </a:r>
            <a:r>
              <a:rPr spc="-110" dirty="0"/>
              <a:t>valor</a:t>
            </a:r>
            <a:r>
              <a:rPr spc="660" dirty="0"/>
              <a:t> </a:t>
            </a:r>
            <a:r>
              <a:rPr spc="-155" dirty="0"/>
              <a:t>de</a:t>
            </a:r>
            <a:r>
              <a:rPr spc="665" dirty="0"/>
              <a:t> </a:t>
            </a:r>
            <a:r>
              <a:rPr spc="-165" dirty="0">
                <a:solidFill>
                  <a:srgbClr val="006FC0"/>
                </a:solidFill>
              </a:rPr>
              <a:t>i</a:t>
            </a:r>
            <a:r>
              <a:rPr spc="660" dirty="0">
                <a:solidFill>
                  <a:srgbClr val="006FC0"/>
                </a:solidFill>
              </a:rPr>
              <a:t> </a:t>
            </a:r>
            <a:r>
              <a:rPr spc="-170" dirty="0"/>
              <a:t>aumenta</a:t>
            </a:r>
            <a:r>
              <a:rPr spc="660" dirty="0"/>
              <a:t> </a:t>
            </a:r>
            <a:r>
              <a:rPr spc="-160" dirty="0"/>
              <a:t>para</a:t>
            </a:r>
            <a:r>
              <a:rPr spc="655" dirty="0"/>
              <a:t> </a:t>
            </a:r>
            <a:r>
              <a:rPr spc="35" dirty="0"/>
              <a:t>+1</a:t>
            </a:r>
            <a:r>
              <a:rPr spc="-40" dirty="0"/>
              <a:t> </a:t>
            </a:r>
            <a:r>
              <a:rPr spc="-60" dirty="0"/>
              <a:t>(por</a:t>
            </a:r>
            <a:r>
              <a:rPr spc="-5" dirty="0"/>
              <a:t> </a:t>
            </a:r>
            <a:r>
              <a:rPr spc="-165" dirty="0"/>
              <a:t>causa</a:t>
            </a:r>
            <a:r>
              <a:rPr dirty="0"/>
              <a:t> </a:t>
            </a:r>
            <a:r>
              <a:rPr spc="-185" dirty="0"/>
              <a:t>da</a:t>
            </a:r>
            <a:r>
              <a:rPr spc="-10" dirty="0"/>
              <a:t> </a:t>
            </a:r>
            <a:r>
              <a:rPr spc="-165" dirty="0"/>
              <a:t>linha</a:t>
            </a:r>
            <a:r>
              <a:rPr spc="-10" dirty="0"/>
              <a:t> </a:t>
            </a:r>
            <a:r>
              <a:rPr spc="-165" dirty="0"/>
              <a:t>i</a:t>
            </a:r>
            <a:r>
              <a:rPr spc="-20" dirty="0"/>
              <a:t> </a:t>
            </a:r>
            <a:r>
              <a:rPr spc="135" dirty="0"/>
              <a:t>+=</a:t>
            </a:r>
            <a:r>
              <a:rPr spc="-5" dirty="0"/>
              <a:t> </a:t>
            </a:r>
            <a:r>
              <a:rPr spc="-185" dirty="0"/>
              <a:t>1),</a:t>
            </a:r>
            <a:r>
              <a:rPr spc="-250" dirty="0"/>
              <a:t> </a:t>
            </a:r>
            <a:r>
              <a:rPr spc="-60" dirty="0"/>
              <a:t>isso</a:t>
            </a:r>
            <a:r>
              <a:rPr spc="-15" dirty="0"/>
              <a:t> </a:t>
            </a:r>
            <a:r>
              <a:rPr spc="-175" dirty="0"/>
              <a:t>é</a:t>
            </a:r>
            <a:r>
              <a:rPr spc="-5" dirty="0"/>
              <a:t> </a:t>
            </a:r>
            <a:r>
              <a:rPr spc="-145" dirty="0"/>
              <a:t>chamado</a:t>
            </a:r>
            <a:r>
              <a:rPr spc="-5" dirty="0"/>
              <a:t> </a:t>
            </a:r>
            <a:r>
              <a:rPr spc="-150" dirty="0"/>
              <a:t>de</a:t>
            </a:r>
            <a:r>
              <a:rPr spc="-5" dirty="0"/>
              <a:t> </a:t>
            </a:r>
            <a:r>
              <a:rPr spc="-120" dirty="0"/>
              <a:t>incremento</a:t>
            </a:r>
            <a:r>
              <a:rPr spc="-10" dirty="0"/>
              <a:t> </a:t>
            </a:r>
            <a:r>
              <a:rPr spc="-155" dirty="0"/>
              <a:t>de</a:t>
            </a:r>
            <a:r>
              <a:rPr spc="-85" dirty="0"/>
              <a:t> </a:t>
            </a:r>
            <a:r>
              <a:rPr spc="-190" dirty="0"/>
              <a:t>variável.</a:t>
            </a:r>
          </a:p>
          <a:p>
            <a:pPr marL="12700" marR="6985" algn="just">
              <a:lnSpc>
                <a:spcPct val="100000"/>
              </a:lnSpc>
              <a:spcBef>
                <a:spcPts val="1000"/>
              </a:spcBef>
            </a:pPr>
            <a:r>
              <a:rPr b="1" dirty="0">
                <a:latin typeface="Trebuchet MS"/>
                <a:cs typeface="Trebuchet MS"/>
              </a:rPr>
              <a:t>Nota:</a:t>
            </a:r>
            <a:r>
              <a:rPr b="1" spc="-185" dirty="0"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FF0000"/>
                </a:solidFill>
              </a:rPr>
              <a:t>Um</a:t>
            </a:r>
            <a:r>
              <a:rPr spc="-95" dirty="0">
                <a:solidFill>
                  <a:srgbClr val="FF0000"/>
                </a:solidFill>
              </a:rPr>
              <a:t> </a:t>
            </a:r>
            <a:r>
              <a:rPr spc="-130" dirty="0">
                <a:solidFill>
                  <a:srgbClr val="FF0000"/>
                </a:solidFill>
              </a:rPr>
              <a:t>laço</a:t>
            </a:r>
            <a:r>
              <a:rPr spc="-30" dirty="0">
                <a:solidFill>
                  <a:srgbClr val="FF0000"/>
                </a:solidFill>
              </a:rPr>
              <a:t> </a:t>
            </a:r>
            <a:r>
              <a:rPr spc="-125" dirty="0">
                <a:solidFill>
                  <a:srgbClr val="FF0000"/>
                </a:solidFill>
              </a:rPr>
              <a:t>de</a:t>
            </a:r>
            <a:r>
              <a:rPr spc="-20" dirty="0">
                <a:solidFill>
                  <a:srgbClr val="FF0000"/>
                </a:solidFill>
              </a:rPr>
              <a:t> </a:t>
            </a:r>
            <a:r>
              <a:rPr spc="-130" dirty="0">
                <a:solidFill>
                  <a:srgbClr val="FF0000"/>
                </a:solidFill>
              </a:rPr>
              <a:t>repetição</a:t>
            </a:r>
            <a:r>
              <a:rPr spc="-30" dirty="0">
                <a:solidFill>
                  <a:srgbClr val="FF0000"/>
                </a:solidFill>
              </a:rPr>
              <a:t> </a:t>
            </a:r>
            <a:r>
              <a:rPr spc="-95" dirty="0">
                <a:solidFill>
                  <a:srgbClr val="FF0000"/>
                </a:solidFill>
              </a:rPr>
              <a:t>não</a:t>
            </a:r>
            <a:r>
              <a:rPr spc="-2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é</a:t>
            </a:r>
            <a:r>
              <a:rPr spc="-20" dirty="0">
                <a:solidFill>
                  <a:srgbClr val="FF0000"/>
                </a:solidFill>
              </a:rPr>
              <a:t> </a:t>
            </a:r>
            <a:r>
              <a:rPr spc="-135" dirty="0">
                <a:solidFill>
                  <a:srgbClr val="FF0000"/>
                </a:solidFill>
              </a:rPr>
              <a:t>executado</a:t>
            </a:r>
            <a:r>
              <a:rPr spc="-2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ou</a:t>
            </a:r>
            <a:r>
              <a:rPr spc="-20" dirty="0">
                <a:solidFill>
                  <a:srgbClr val="FF0000"/>
                </a:solidFill>
              </a:rPr>
              <a:t> </a:t>
            </a:r>
            <a:r>
              <a:rPr spc="-90" dirty="0">
                <a:solidFill>
                  <a:srgbClr val="FF0000"/>
                </a:solidFill>
              </a:rPr>
              <a:t>interrompe </a:t>
            </a:r>
            <a:r>
              <a:rPr spc="-145" dirty="0">
                <a:solidFill>
                  <a:srgbClr val="FF0000"/>
                </a:solidFill>
              </a:rPr>
              <a:t>sua</a:t>
            </a:r>
            <a:r>
              <a:rPr spc="-55" dirty="0">
                <a:solidFill>
                  <a:srgbClr val="FF0000"/>
                </a:solidFill>
              </a:rPr>
              <a:t> </a:t>
            </a:r>
            <a:r>
              <a:rPr spc="-130" dirty="0">
                <a:solidFill>
                  <a:srgbClr val="FF0000"/>
                </a:solidFill>
              </a:rPr>
              <a:t>execução</a:t>
            </a:r>
            <a:r>
              <a:rPr spc="-55" dirty="0">
                <a:solidFill>
                  <a:srgbClr val="FF0000"/>
                </a:solidFill>
              </a:rPr>
              <a:t> </a:t>
            </a:r>
            <a:r>
              <a:rPr spc="-135" dirty="0">
                <a:solidFill>
                  <a:srgbClr val="FF0000"/>
                </a:solidFill>
              </a:rPr>
              <a:t>assim</a:t>
            </a:r>
            <a:r>
              <a:rPr spc="-30" dirty="0">
                <a:solidFill>
                  <a:srgbClr val="FF0000"/>
                </a:solidFill>
              </a:rPr>
              <a:t> </a:t>
            </a:r>
            <a:r>
              <a:rPr spc="-150" dirty="0">
                <a:solidFill>
                  <a:srgbClr val="FF0000"/>
                </a:solidFill>
              </a:rPr>
              <a:t>que</a:t>
            </a:r>
            <a:r>
              <a:rPr spc="-55" dirty="0">
                <a:solidFill>
                  <a:srgbClr val="FF0000"/>
                </a:solidFill>
              </a:rPr>
              <a:t> </a:t>
            </a:r>
            <a:r>
              <a:rPr spc="-240" dirty="0">
                <a:solidFill>
                  <a:srgbClr val="FF0000"/>
                </a:solidFill>
              </a:rPr>
              <a:t>a</a:t>
            </a:r>
            <a:r>
              <a:rPr spc="-45" dirty="0">
                <a:solidFill>
                  <a:srgbClr val="FF0000"/>
                </a:solidFill>
              </a:rPr>
              <a:t> </a:t>
            </a:r>
            <a:r>
              <a:rPr spc="-114" dirty="0">
                <a:solidFill>
                  <a:srgbClr val="FF0000"/>
                </a:solidFill>
              </a:rPr>
              <a:t>condição</a:t>
            </a:r>
            <a:r>
              <a:rPr spc="-50" dirty="0">
                <a:solidFill>
                  <a:srgbClr val="FF0000"/>
                </a:solidFill>
              </a:rPr>
              <a:t> </a:t>
            </a:r>
            <a:r>
              <a:rPr spc="-155" dirty="0">
                <a:solidFill>
                  <a:srgbClr val="FF0000"/>
                </a:solidFill>
              </a:rPr>
              <a:t>lógica</a:t>
            </a:r>
            <a:r>
              <a:rPr spc="-50" dirty="0">
                <a:solidFill>
                  <a:srgbClr val="FF0000"/>
                </a:solidFill>
              </a:rPr>
              <a:t> </a:t>
            </a:r>
            <a:r>
              <a:rPr spc="-110" dirty="0">
                <a:solidFill>
                  <a:srgbClr val="FF0000"/>
                </a:solidFill>
              </a:rPr>
              <a:t>se</a:t>
            </a:r>
            <a:r>
              <a:rPr spc="-45" dirty="0">
                <a:solidFill>
                  <a:srgbClr val="FF0000"/>
                </a:solidFill>
              </a:rPr>
              <a:t> </a:t>
            </a:r>
            <a:r>
              <a:rPr spc="-90" dirty="0">
                <a:solidFill>
                  <a:srgbClr val="FF0000"/>
                </a:solidFill>
              </a:rPr>
              <a:t>torna</a:t>
            </a:r>
            <a:r>
              <a:rPr spc="-50" dirty="0">
                <a:solidFill>
                  <a:srgbClr val="FF0000"/>
                </a:solidFill>
              </a:rPr>
              <a:t> </a:t>
            </a:r>
            <a:r>
              <a:rPr spc="-45" dirty="0">
                <a:solidFill>
                  <a:srgbClr val="FF0000"/>
                </a:solidFill>
              </a:rPr>
              <a:t>falsa.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09967" y="1948179"/>
            <a:ext cx="186753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2080">
              <a:lnSpc>
                <a:spcPct val="100000"/>
              </a:lnSpc>
              <a:spcBef>
                <a:spcPts val="100"/>
              </a:spcBef>
            </a:pPr>
            <a:r>
              <a:rPr sz="3600" spc="-145" dirty="0">
                <a:solidFill>
                  <a:srgbClr val="FFFFFF"/>
                </a:solidFill>
              </a:rPr>
              <a:t>Laço</a:t>
            </a:r>
            <a:r>
              <a:rPr sz="3600" spc="-100" dirty="0">
                <a:solidFill>
                  <a:srgbClr val="FFFFFF"/>
                </a:solidFill>
              </a:rPr>
              <a:t> </a:t>
            </a:r>
            <a:r>
              <a:rPr sz="3600" spc="-35" dirty="0">
                <a:solidFill>
                  <a:srgbClr val="FFFFFF"/>
                </a:solidFill>
              </a:rPr>
              <a:t>de </a:t>
            </a:r>
            <a:r>
              <a:rPr sz="3600" spc="-190" dirty="0">
                <a:solidFill>
                  <a:srgbClr val="FFFFFF"/>
                </a:solidFill>
              </a:rPr>
              <a:t>Repetição</a:t>
            </a:r>
            <a:endParaRPr sz="3600"/>
          </a:p>
        </p:txBody>
      </p:sp>
      <p:grpSp>
        <p:nvGrpSpPr>
          <p:cNvPr id="5" name="object 5"/>
          <p:cNvGrpSpPr/>
          <p:nvPr/>
        </p:nvGrpSpPr>
        <p:grpSpPr>
          <a:xfrm>
            <a:off x="363220" y="148589"/>
            <a:ext cx="11612880" cy="6513830"/>
            <a:chOff x="363220" y="148589"/>
            <a:chExt cx="11612880" cy="651383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5800" y="6374130"/>
              <a:ext cx="1130300" cy="28829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70" y="1129029"/>
              <a:ext cx="787400" cy="508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90" y="1089659"/>
              <a:ext cx="736600" cy="54737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999" y="1129029"/>
              <a:ext cx="570230" cy="54737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3220" y="3385819"/>
              <a:ext cx="3131820" cy="313181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38860" y="4072889"/>
              <a:ext cx="1798319" cy="179832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48760" y="148589"/>
              <a:ext cx="7108190" cy="219582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2389" y="1089660"/>
            <a:ext cx="11903710" cy="5665470"/>
            <a:chOff x="72389" y="1089660"/>
            <a:chExt cx="11903710" cy="56654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5799" y="6374130"/>
              <a:ext cx="1130300" cy="28829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70" y="1129030"/>
              <a:ext cx="787400" cy="508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389" y="4009388"/>
              <a:ext cx="3624579" cy="274574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9375" y="2287270"/>
            <a:ext cx="3701415" cy="1310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2800" spc="-135" dirty="0">
                <a:solidFill>
                  <a:srgbClr val="FFFFFF"/>
                </a:solidFill>
                <a:latin typeface="Trebuchet MS"/>
                <a:cs typeface="Trebuchet MS"/>
              </a:rPr>
              <a:t>Apresentação</a:t>
            </a: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220" dirty="0">
                <a:solidFill>
                  <a:srgbClr val="FFFFFF"/>
                </a:solidFill>
                <a:latin typeface="Trebuchet MS"/>
                <a:cs typeface="Trebuchet MS"/>
              </a:rPr>
              <a:t>da</a:t>
            </a:r>
            <a:r>
              <a:rPr sz="28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45" dirty="0">
                <a:solidFill>
                  <a:srgbClr val="FFFFFF"/>
                </a:solidFill>
                <a:latin typeface="Trebuchet MS"/>
                <a:cs typeface="Trebuchet MS"/>
              </a:rPr>
              <a:t>situação </a:t>
            </a:r>
            <a:r>
              <a:rPr sz="2800" spc="-17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8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05" dirty="0">
                <a:solidFill>
                  <a:srgbClr val="FFFFFF"/>
                </a:solidFill>
                <a:latin typeface="Trebuchet MS"/>
                <a:cs typeface="Trebuchet MS"/>
              </a:rPr>
              <a:t>aprendizagem</a:t>
            </a:r>
            <a:endParaRPr sz="28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sz="2800" b="1" i="1" spc="-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51300" y="93217"/>
            <a:ext cx="7618730" cy="201739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00"/>
              </a:spcBef>
            </a:pPr>
            <a:r>
              <a:rPr sz="1900" b="1" spc="-10" dirty="0">
                <a:latin typeface="Trebuchet MS"/>
                <a:cs typeface="Trebuchet MS"/>
              </a:rPr>
              <a:t>Tabuada</a:t>
            </a:r>
            <a:r>
              <a:rPr sz="1900" b="1" spc="-50" dirty="0">
                <a:latin typeface="Trebuchet MS"/>
                <a:cs typeface="Trebuchet MS"/>
              </a:rPr>
              <a:t> </a:t>
            </a:r>
            <a:r>
              <a:rPr sz="1900" b="1" spc="-10" dirty="0">
                <a:latin typeface="Trebuchet MS"/>
                <a:cs typeface="Trebuchet MS"/>
              </a:rPr>
              <a:t>Personalizada</a:t>
            </a:r>
            <a:r>
              <a:rPr sz="1900" b="1" spc="-60" dirty="0">
                <a:latin typeface="Trebuchet MS"/>
                <a:cs typeface="Trebuchet MS"/>
              </a:rPr>
              <a:t> </a:t>
            </a:r>
            <a:r>
              <a:rPr sz="1900" b="1" dirty="0">
                <a:latin typeface="Trebuchet MS"/>
                <a:cs typeface="Trebuchet MS"/>
              </a:rPr>
              <a:t>na</a:t>
            </a:r>
            <a:r>
              <a:rPr sz="1900" b="1" spc="-65" dirty="0">
                <a:latin typeface="Trebuchet MS"/>
                <a:cs typeface="Trebuchet MS"/>
              </a:rPr>
              <a:t> </a:t>
            </a:r>
            <a:r>
              <a:rPr sz="1900" b="1" dirty="0">
                <a:latin typeface="Trebuchet MS"/>
                <a:cs typeface="Trebuchet MS"/>
              </a:rPr>
              <a:t>Escola</a:t>
            </a:r>
            <a:r>
              <a:rPr sz="1900" b="1" spc="-70" dirty="0">
                <a:latin typeface="Trebuchet MS"/>
                <a:cs typeface="Trebuchet MS"/>
              </a:rPr>
              <a:t> </a:t>
            </a:r>
            <a:r>
              <a:rPr sz="1900" b="1" spc="160" dirty="0">
                <a:latin typeface="Trebuchet MS"/>
                <a:cs typeface="Trebuchet MS"/>
              </a:rPr>
              <a:t>FABPROG</a:t>
            </a:r>
            <a:endParaRPr sz="19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994"/>
              </a:spcBef>
            </a:pPr>
            <a:r>
              <a:rPr sz="1900" spc="-50" dirty="0">
                <a:latin typeface="Trebuchet MS"/>
                <a:cs typeface="Trebuchet MS"/>
              </a:rPr>
              <a:t>Nesta</a:t>
            </a:r>
            <a:r>
              <a:rPr sz="1900" spc="25" dirty="0">
                <a:latin typeface="Trebuchet MS"/>
                <a:cs typeface="Trebuchet MS"/>
              </a:rPr>
              <a:t> </a:t>
            </a:r>
            <a:r>
              <a:rPr sz="1900" spc="-145" dirty="0">
                <a:latin typeface="Trebuchet MS"/>
                <a:cs typeface="Trebuchet MS"/>
              </a:rPr>
              <a:t>atividade,</a:t>
            </a:r>
            <a:r>
              <a:rPr sz="1900" spc="-165" dirty="0">
                <a:latin typeface="Trebuchet MS"/>
                <a:cs typeface="Trebuchet MS"/>
              </a:rPr>
              <a:t> </a:t>
            </a:r>
            <a:r>
              <a:rPr sz="1900" spc="-20" dirty="0">
                <a:latin typeface="Trebuchet MS"/>
                <a:cs typeface="Trebuchet MS"/>
              </a:rPr>
              <a:t>os</a:t>
            </a:r>
            <a:r>
              <a:rPr sz="1900" spc="15" dirty="0">
                <a:latin typeface="Trebuchet MS"/>
                <a:cs typeface="Trebuchet MS"/>
              </a:rPr>
              <a:t> </a:t>
            </a:r>
            <a:r>
              <a:rPr sz="1900" spc="-95" dirty="0">
                <a:latin typeface="Trebuchet MS"/>
                <a:cs typeface="Trebuchet MS"/>
              </a:rPr>
              <a:t>alunos</a:t>
            </a:r>
            <a:r>
              <a:rPr sz="1900" spc="15" dirty="0">
                <a:latin typeface="Trebuchet MS"/>
                <a:cs typeface="Trebuchet MS"/>
              </a:rPr>
              <a:t> </a:t>
            </a:r>
            <a:r>
              <a:rPr sz="1900" spc="-100" dirty="0">
                <a:latin typeface="Trebuchet MS"/>
                <a:cs typeface="Trebuchet MS"/>
              </a:rPr>
              <a:t>desenvolverão</a:t>
            </a:r>
            <a:r>
              <a:rPr sz="1900" spc="25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um</a:t>
            </a:r>
            <a:r>
              <a:rPr sz="1900" spc="20" dirty="0">
                <a:latin typeface="Trebuchet MS"/>
                <a:cs typeface="Trebuchet MS"/>
              </a:rPr>
              <a:t> </a:t>
            </a:r>
            <a:r>
              <a:rPr sz="1900" spc="-100" dirty="0">
                <a:latin typeface="Trebuchet MS"/>
                <a:cs typeface="Trebuchet MS"/>
              </a:rPr>
              <a:t>programa</a:t>
            </a:r>
            <a:r>
              <a:rPr sz="1900" spc="25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que</a:t>
            </a:r>
            <a:r>
              <a:rPr sz="1900" spc="25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solicita</a:t>
            </a:r>
            <a:r>
              <a:rPr sz="1900" spc="20" dirty="0">
                <a:latin typeface="Trebuchet MS"/>
                <a:cs typeface="Trebuchet MS"/>
              </a:rPr>
              <a:t> </a:t>
            </a:r>
            <a:r>
              <a:rPr sz="1900" spc="-190" dirty="0">
                <a:latin typeface="Trebuchet MS"/>
                <a:cs typeface="Trebuchet MS"/>
              </a:rPr>
              <a:t>a</a:t>
            </a:r>
            <a:r>
              <a:rPr sz="1900" spc="25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entrada</a:t>
            </a:r>
            <a:r>
              <a:rPr sz="1900" spc="-70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de</a:t>
            </a:r>
            <a:r>
              <a:rPr sz="1900" spc="85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um</a:t>
            </a:r>
            <a:r>
              <a:rPr sz="1900" spc="70" dirty="0">
                <a:latin typeface="Trebuchet MS"/>
                <a:cs typeface="Trebuchet MS"/>
              </a:rPr>
              <a:t> </a:t>
            </a:r>
            <a:r>
              <a:rPr sz="1900" spc="-80" dirty="0">
                <a:latin typeface="Trebuchet MS"/>
                <a:cs typeface="Trebuchet MS"/>
              </a:rPr>
              <a:t>número</a:t>
            </a:r>
            <a:r>
              <a:rPr sz="1900" spc="90" dirty="0">
                <a:latin typeface="Trebuchet MS"/>
                <a:cs typeface="Trebuchet MS"/>
              </a:rPr>
              <a:t> </a:t>
            </a:r>
            <a:r>
              <a:rPr sz="1900" spc="-95" dirty="0">
                <a:latin typeface="Trebuchet MS"/>
                <a:cs typeface="Trebuchet MS"/>
              </a:rPr>
              <a:t>inteiro</a:t>
            </a:r>
            <a:r>
              <a:rPr sz="1900" spc="75" dirty="0">
                <a:latin typeface="Trebuchet MS"/>
                <a:cs typeface="Trebuchet MS"/>
              </a:rPr>
              <a:t> </a:t>
            </a:r>
            <a:r>
              <a:rPr sz="1900" spc="-135" dirty="0">
                <a:latin typeface="Trebuchet MS"/>
                <a:cs typeface="Trebuchet MS"/>
              </a:rPr>
              <a:t>e</a:t>
            </a:r>
            <a:r>
              <a:rPr sz="1900" spc="65" dirty="0">
                <a:latin typeface="Trebuchet MS"/>
                <a:cs typeface="Trebuchet MS"/>
              </a:rPr>
              <a:t> </a:t>
            </a:r>
            <a:r>
              <a:rPr sz="1900" spc="-190" dirty="0">
                <a:latin typeface="Trebuchet MS"/>
                <a:cs typeface="Trebuchet MS"/>
              </a:rPr>
              <a:t>a</a:t>
            </a:r>
            <a:r>
              <a:rPr sz="1900" spc="85" dirty="0">
                <a:latin typeface="Trebuchet MS"/>
                <a:cs typeface="Trebuchet MS"/>
              </a:rPr>
              <a:t> </a:t>
            </a:r>
            <a:r>
              <a:rPr sz="1900" spc="-130" dirty="0">
                <a:latin typeface="Trebuchet MS"/>
                <a:cs typeface="Trebuchet MS"/>
              </a:rPr>
              <a:t>quantidade</a:t>
            </a:r>
            <a:r>
              <a:rPr sz="1900" spc="75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de</a:t>
            </a:r>
            <a:r>
              <a:rPr sz="1900" spc="85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vezes</a:t>
            </a:r>
            <a:r>
              <a:rPr sz="1900" spc="70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que</a:t>
            </a:r>
            <a:r>
              <a:rPr sz="1900" spc="85" dirty="0">
                <a:latin typeface="Trebuchet MS"/>
                <a:cs typeface="Trebuchet MS"/>
              </a:rPr>
              <a:t> </a:t>
            </a:r>
            <a:r>
              <a:rPr sz="1900" spc="-190" dirty="0">
                <a:latin typeface="Trebuchet MS"/>
                <a:cs typeface="Trebuchet MS"/>
              </a:rPr>
              <a:t>a</a:t>
            </a:r>
            <a:r>
              <a:rPr sz="1900" spc="85" dirty="0">
                <a:latin typeface="Trebuchet MS"/>
                <a:cs typeface="Trebuchet MS"/>
              </a:rPr>
              <a:t> </a:t>
            </a:r>
            <a:r>
              <a:rPr sz="1900" spc="-150" dirty="0">
                <a:latin typeface="Trebuchet MS"/>
                <a:cs typeface="Trebuchet MS"/>
              </a:rPr>
              <a:t>tabuada</a:t>
            </a:r>
            <a:r>
              <a:rPr sz="1900" spc="60" dirty="0">
                <a:latin typeface="Trebuchet MS"/>
                <a:cs typeface="Trebuchet MS"/>
              </a:rPr>
              <a:t> </a:t>
            </a:r>
            <a:r>
              <a:rPr sz="1900" spc="-95" dirty="0">
                <a:latin typeface="Trebuchet MS"/>
                <a:cs typeface="Trebuchet MS"/>
              </a:rPr>
              <a:t>desse</a:t>
            </a:r>
            <a:r>
              <a:rPr sz="1900" spc="75" dirty="0">
                <a:latin typeface="Trebuchet MS"/>
                <a:cs typeface="Trebuchet MS"/>
              </a:rPr>
              <a:t> </a:t>
            </a:r>
            <a:r>
              <a:rPr sz="1900" spc="-80" dirty="0">
                <a:latin typeface="Trebuchet MS"/>
                <a:cs typeface="Trebuchet MS"/>
              </a:rPr>
              <a:t>número</a:t>
            </a:r>
            <a:r>
              <a:rPr sz="1900" spc="10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deverá</a:t>
            </a:r>
            <a:r>
              <a:rPr sz="1900" spc="-10" dirty="0">
                <a:latin typeface="Trebuchet MS"/>
                <a:cs typeface="Trebuchet MS"/>
              </a:rPr>
              <a:t> </a:t>
            </a:r>
            <a:r>
              <a:rPr sz="1900" spc="-60" dirty="0">
                <a:latin typeface="Trebuchet MS"/>
                <a:cs typeface="Trebuchet MS"/>
              </a:rPr>
              <a:t>ser</a:t>
            </a:r>
            <a:r>
              <a:rPr sz="1900" spc="-10" dirty="0">
                <a:latin typeface="Trebuchet MS"/>
                <a:cs typeface="Trebuchet MS"/>
              </a:rPr>
              <a:t> </a:t>
            </a:r>
            <a:r>
              <a:rPr sz="1900" spc="-140" dirty="0">
                <a:latin typeface="Trebuchet MS"/>
                <a:cs typeface="Trebuchet MS"/>
              </a:rPr>
              <a:t>exibida.</a:t>
            </a:r>
            <a:r>
              <a:rPr sz="1900" spc="-190" dirty="0">
                <a:latin typeface="Trebuchet MS"/>
                <a:cs typeface="Trebuchet MS"/>
              </a:rPr>
              <a:t> </a:t>
            </a:r>
            <a:r>
              <a:rPr sz="1900" spc="280" dirty="0">
                <a:latin typeface="Trebuchet MS"/>
                <a:cs typeface="Trebuchet MS"/>
              </a:rPr>
              <a:t>O</a:t>
            </a:r>
            <a:r>
              <a:rPr sz="1900" spc="-10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programa</a:t>
            </a:r>
            <a:r>
              <a:rPr sz="1900" spc="-5" dirty="0">
                <a:latin typeface="Trebuchet MS"/>
                <a:cs typeface="Trebuchet MS"/>
              </a:rPr>
              <a:t> </a:t>
            </a:r>
            <a:r>
              <a:rPr sz="1900" spc="-135" dirty="0">
                <a:latin typeface="Trebuchet MS"/>
                <a:cs typeface="Trebuchet MS"/>
              </a:rPr>
              <a:t>calculará</a:t>
            </a:r>
            <a:r>
              <a:rPr sz="1900" spc="-5" dirty="0">
                <a:latin typeface="Trebuchet MS"/>
                <a:cs typeface="Trebuchet MS"/>
              </a:rPr>
              <a:t> </a:t>
            </a:r>
            <a:r>
              <a:rPr sz="1900" spc="-135" dirty="0">
                <a:latin typeface="Trebuchet MS"/>
                <a:cs typeface="Trebuchet MS"/>
              </a:rPr>
              <a:t>e</a:t>
            </a:r>
            <a:r>
              <a:rPr sz="1900" spc="-5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apresentará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spc="-190" dirty="0">
                <a:latin typeface="Trebuchet MS"/>
                <a:cs typeface="Trebuchet MS"/>
              </a:rPr>
              <a:t>a</a:t>
            </a:r>
            <a:r>
              <a:rPr sz="1900" spc="5" dirty="0">
                <a:latin typeface="Trebuchet MS"/>
                <a:cs typeface="Trebuchet MS"/>
              </a:rPr>
              <a:t> </a:t>
            </a:r>
            <a:r>
              <a:rPr sz="1900" spc="-145" dirty="0">
                <a:latin typeface="Trebuchet MS"/>
                <a:cs typeface="Trebuchet MS"/>
              </a:rPr>
              <a:t>tabuada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de</a:t>
            </a:r>
            <a:r>
              <a:rPr sz="1900" spc="-5" dirty="0">
                <a:latin typeface="Trebuchet MS"/>
                <a:cs typeface="Trebuchet MS"/>
              </a:rPr>
              <a:t> </a:t>
            </a:r>
            <a:r>
              <a:rPr sz="1900" spc="-50" dirty="0">
                <a:latin typeface="Trebuchet MS"/>
                <a:cs typeface="Trebuchet MS"/>
              </a:rPr>
              <a:t>1</a:t>
            </a:r>
            <a:r>
              <a:rPr sz="1900" spc="-5" dirty="0">
                <a:latin typeface="Trebuchet MS"/>
                <a:cs typeface="Trebuchet MS"/>
              </a:rPr>
              <a:t> </a:t>
            </a:r>
            <a:r>
              <a:rPr sz="1900" spc="-155" dirty="0">
                <a:latin typeface="Trebuchet MS"/>
                <a:cs typeface="Trebuchet MS"/>
              </a:rPr>
              <a:t>até</a:t>
            </a:r>
            <a:r>
              <a:rPr sz="1900" spc="-5" dirty="0">
                <a:latin typeface="Trebuchet MS"/>
                <a:cs typeface="Trebuchet MS"/>
              </a:rPr>
              <a:t> </a:t>
            </a:r>
            <a:r>
              <a:rPr sz="1900" spc="-55" dirty="0">
                <a:latin typeface="Trebuchet MS"/>
                <a:cs typeface="Trebuchet MS"/>
              </a:rPr>
              <a:t>10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para</a:t>
            </a:r>
            <a:r>
              <a:rPr sz="1900" spc="540" dirty="0">
                <a:latin typeface="Trebuchet MS"/>
                <a:cs typeface="Trebuchet MS"/>
              </a:rPr>
              <a:t> </a:t>
            </a:r>
            <a:r>
              <a:rPr sz="1900" spc="20" dirty="0">
                <a:latin typeface="Trebuchet MS"/>
                <a:cs typeface="Trebuchet MS"/>
              </a:rPr>
              <a:t>o</a:t>
            </a:r>
            <a:r>
              <a:rPr sz="1900" spc="550" dirty="0">
                <a:latin typeface="Trebuchet MS"/>
                <a:cs typeface="Trebuchet MS"/>
              </a:rPr>
              <a:t> </a:t>
            </a:r>
            <a:r>
              <a:rPr sz="1900" spc="-80" dirty="0">
                <a:latin typeface="Trebuchet MS"/>
                <a:cs typeface="Trebuchet MS"/>
              </a:rPr>
              <a:t>número</a:t>
            </a:r>
            <a:r>
              <a:rPr sz="1900" spc="555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informado,</a:t>
            </a:r>
            <a:r>
              <a:rPr sz="1900" spc="350" dirty="0">
                <a:latin typeface="Trebuchet MS"/>
                <a:cs typeface="Trebuchet MS"/>
              </a:rPr>
              <a:t> </a:t>
            </a:r>
            <a:r>
              <a:rPr sz="1900" spc="-100" dirty="0">
                <a:latin typeface="Trebuchet MS"/>
                <a:cs typeface="Trebuchet MS"/>
              </a:rPr>
              <a:t>repetindo</a:t>
            </a:r>
            <a:r>
              <a:rPr sz="1900" spc="545" dirty="0">
                <a:latin typeface="Trebuchet MS"/>
                <a:cs typeface="Trebuchet MS"/>
              </a:rPr>
              <a:t> </a:t>
            </a:r>
            <a:r>
              <a:rPr sz="1900" spc="-190" dirty="0">
                <a:latin typeface="Trebuchet MS"/>
                <a:cs typeface="Trebuchet MS"/>
              </a:rPr>
              <a:t>a</a:t>
            </a:r>
            <a:r>
              <a:rPr sz="1900" spc="545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exibição</a:t>
            </a:r>
            <a:r>
              <a:rPr sz="1900" spc="545" dirty="0"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conforme</a:t>
            </a:r>
            <a:r>
              <a:rPr sz="1900" spc="545" dirty="0">
                <a:latin typeface="Trebuchet MS"/>
                <a:cs typeface="Trebuchet MS"/>
              </a:rPr>
              <a:t> </a:t>
            </a:r>
            <a:r>
              <a:rPr sz="1900" spc="-190" dirty="0">
                <a:latin typeface="Trebuchet MS"/>
                <a:cs typeface="Trebuchet MS"/>
              </a:rPr>
              <a:t>a</a:t>
            </a:r>
            <a:r>
              <a:rPr sz="1900" spc="545" dirty="0">
                <a:latin typeface="Trebuchet MS"/>
                <a:cs typeface="Trebuchet MS"/>
              </a:rPr>
              <a:t> </a:t>
            </a:r>
            <a:r>
              <a:rPr sz="1900" spc="-135" dirty="0">
                <a:latin typeface="Trebuchet MS"/>
                <a:cs typeface="Trebuchet MS"/>
              </a:rPr>
              <a:t>quantidade</a:t>
            </a:r>
            <a:r>
              <a:rPr sz="1900" spc="-65" dirty="0">
                <a:latin typeface="Trebuchet MS"/>
                <a:cs typeface="Trebuchet MS"/>
              </a:rPr>
              <a:t> </a:t>
            </a:r>
            <a:r>
              <a:rPr sz="1900" spc="-150" dirty="0">
                <a:latin typeface="Trebuchet MS"/>
                <a:cs typeface="Trebuchet MS"/>
              </a:rPr>
              <a:t>especificada.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51300" y="2501749"/>
            <a:ext cx="4998720" cy="1691639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900" b="1" spc="320" dirty="0">
                <a:latin typeface="Trebuchet MS"/>
                <a:cs typeface="Trebuchet MS"/>
              </a:rPr>
              <a:t>O</a:t>
            </a:r>
            <a:r>
              <a:rPr sz="1900" b="1" spc="-30" dirty="0">
                <a:latin typeface="Trebuchet MS"/>
                <a:cs typeface="Trebuchet MS"/>
              </a:rPr>
              <a:t> </a:t>
            </a:r>
            <a:r>
              <a:rPr sz="1900" b="1" dirty="0">
                <a:latin typeface="Trebuchet MS"/>
                <a:cs typeface="Trebuchet MS"/>
              </a:rPr>
              <a:t>programa</a:t>
            </a:r>
            <a:r>
              <a:rPr sz="1900" b="1" spc="-20" dirty="0">
                <a:latin typeface="Trebuchet MS"/>
                <a:cs typeface="Trebuchet MS"/>
              </a:rPr>
              <a:t> </a:t>
            </a:r>
            <a:r>
              <a:rPr sz="1900" b="1" spc="-50" dirty="0">
                <a:latin typeface="Trebuchet MS"/>
                <a:cs typeface="Trebuchet MS"/>
              </a:rPr>
              <a:t>deve</a:t>
            </a:r>
            <a:r>
              <a:rPr sz="1900" b="1" spc="-35" dirty="0">
                <a:latin typeface="Trebuchet MS"/>
                <a:cs typeface="Trebuchet MS"/>
              </a:rPr>
              <a:t> </a:t>
            </a:r>
            <a:r>
              <a:rPr sz="1900" b="1" dirty="0">
                <a:latin typeface="Trebuchet MS"/>
                <a:cs typeface="Trebuchet MS"/>
              </a:rPr>
              <a:t>seguir</a:t>
            </a:r>
            <a:r>
              <a:rPr sz="1900" b="1" spc="-25" dirty="0">
                <a:latin typeface="Trebuchet MS"/>
                <a:cs typeface="Trebuchet MS"/>
              </a:rPr>
              <a:t> </a:t>
            </a:r>
            <a:r>
              <a:rPr sz="1900" b="1" dirty="0">
                <a:latin typeface="Trebuchet MS"/>
                <a:cs typeface="Trebuchet MS"/>
              </a:rPr>
              <a:t>as</a:t>
            </a:r>
            <a:r>
              <a:rPr sz="1900" b="1" spc="-30" dirty="0">
                <a:latin typeface="Trebuchet MS"/>
                <a:cs typeface="Trebuchet MS"/>
              </a:rPr>
              <a:t> </a:t>
            </a:r>
            <a:r>
              <a:rPr sz="1900" b="1" dirty="0">
                <a:latin typeface="Trebuchet MS"/>
                <a:cs typeface="Trebuchet MS"/>
              </a:rPr>
              <a:t>seguintes</a:t>
            </a:r>
            <a:r>
              <a:rPr sz="1900" b="1" spc="-15" dirty="0">
                <a:latin typeface="Trebuchet MS"/>
                <a:cs typeface="Trebuchet MS"/>
              </a:rPr>
              <a:t> </a:t>
            </a:r>
            <a:r>
              <a:rPr sz="1900" b="1" spc="-10" dirty="0">
                <a:latin typeface="Trebuchet MS"/>
                <a:cs typeface="Trebuchet MS"/>
              </a:rPr>
              <a:t>regras:</a:t>
            </a:r>
            <a:endParaRPr sz="19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100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900" spc="-45" dirty="0">
                <a:latin typeface="Trebuchet MS"/>
                <a:cs typeface="Trebuchet MS"/>
              </a:rPr>
              <a:t>Usuário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40" dirty="0">
                <a:latin typeface="Trebuchet MS"/>
                <a:cs typeface="Trebuchet MS"/>
              </a:rPr>
              <a:t>deve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digitar</a:t>
            </a:r>
            <a:r>
              <a:rPr sz="1900" spc="-6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o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80" dirty="0">
                <a:latin typeface="Trebuchet MS"/>
                <a:cs typeface="Trebuchet MS"/>
              </a:rPr>
              <a:t>número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135" dirty="0">
                <a:latin typeface="Trebuchet MS"/>
                <a:cs typeface="Trebuchet MS"/>
              </a:rPr>
              <a:t>para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190" dirty="0">
                <a:latin typeface="Trebuchet MS"/>
                <a:cs typeface="Trebuchet MS"/>
              </a:rPr>
              <a:t>a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tabuada.</a:t>
            </a:r>
            <a:endParaRPr sz="19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1005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900" spc="-25" dirty="0">
                <a:latin typeface="Trebuchet MS"/>
                <a:cs typeface="Trebuchet MS"/>
              </a:rPr>
              <a:t>Deve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digitar</a:t>
            </a:r>
            <a:r>
              <a:rPr sz="1900" spc="-60" dirty="0">
                <a:latin typeface="Trebuchet MS"/>
                <a:cs typeface="Trebuchet MS"/>
              </a:rPr>
              <a:t> </a:t>
            </a:r>
            <a:r>
              <a:rPr sz="1900" spc="-150" dirty="0">
                <a:latin typeface="Trebuchet MS"/>
                <a:cs typeface="Trebuchet MS"/>
              </a:rPr>
              <a:t>da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70" dirty="0">
                <a:latin typeface="Trebuchet MS"/>
                <a:cs typeface="Trebuchet MS"/>
              </a:rPr>
              <a:t>onde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190" dirty="0">
                <a:latin typeface="Trebuchet MS"/>
                <a:cs typeface="Trebuchet MS"/>
              </a:rPr>
              <a:t>a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55" dirty="0">
                <a:latin typeface="Trebuchet MS"/>
                <a:cs typeface="Trebuchet MS"/>
              </a:rPr>
              <a:t>tabuada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deverá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60" dirty="0">
                <a:latin typeface="Trebuchet MS"/>
                <a:cs typeface="Trebuchet MS"/>
              </a:rPr>
              <a:t>começar.</a:t>
            </a:r>
            <a:endParaRPr sz="19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900" spc="-65" dirty="0">
                <a:latin typeface="Trebuchet MS"/>
                <a:cs typeface="Trebuchet MS"/>
              </a:rPr>
              <a:t>Digite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155" dirty="0">
                <a:latin typeface="Trebuchet MS"/>
                <a:cs typeface="Trebuchet MS"/>
              </a:rPr>
              <a:t>até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spc="-150" dirty="0">
                <a:latin typeface="Trebuchet MS"/>
                <a:cs typeface="Trebuchet MS"/>
              </a:rPr>
              <a:t>qual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80" dirty="0">
                <a:latin typeface="Trebuchet MS"/>
                <a:cs typeface="Trebuchet MS"/>
              </a:rPr>
              <a:t>número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o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110" dirty="0">
                <a:latin typeface="Trebuchet MS"/>
                <a:cs typeface="Trebuchet MS"/>
              </a:rPr>
              <a:t>multiplicador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45" dirty="0">
                <a:latin typeface="Trebuchet MS"/>
                <a:cs typeface="Trebuchet MS"/>
              </a:rPr>
              <a:t>deva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ir.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51300" y="4711319"/>
            <a:ext cx="701357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10" dirty="0">
                <a:latin typeface="Trebuchet MS"/>
                <a:cs typeface="Trebuchet MS"/>
              </a:rPr>
              <a:t>Esta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40" dirty="0">
                <a:latin typeface="Trebuchet MS"/>
                <a:cs typeface="Trebuchet MS"/>
              </a:rPr>
              <a:t>atividade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pode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50" dirty="0">
                <a:latin typeface="Trebuchet MS"/>
                <a:cs typeface="Trebuchet MS"/>
              </a:rPr>
              <a:t>ser </a:t>
            </a:r>
            <a:r>
              <a:rPr sz="1900" spc="-145" dirty="0">
                <a:latin typeface="Trebuchet MS"/>
                <a:cs typeface="Trebuchet MS"/>
              </a:rPr>
              <a:t>realizada</a:t>
            </a:r>
            <a:r>
              <a:rPr sz="1900" spc="-55" dirty="0">
                <a:latin typeface="Trebuchet MS"/>
                <a:cs typeface="Trebuchet MS"/>
              </a:rPr>
              <a:t> </a:t>
            </a:r>
            <a:r>
              <a:rPr sz="1900" spc="-95" dirty="0">
                <a:latin typeface="Trebuchet MS"/>
                <a:cs typeface="Trebuchet MS"/>
              </a:rPr>
              <a:t>usando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10" dirty="0">
                <a:latin typeface="Trebuchet MS"/>
                <a:cs typeface="Trebuchet MS"/>
              </a:rPr>
              <a:t>laço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de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repetição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spc="-65" dirty="0">
                <a:solidFill>
                  <a:srgbClr val="00AF50"/>
                </a:solidFill>
                <a:latin typeface="Trebuchet MS"/>
                <a:cs typeface="Trebuchet MS"/>
              </a:rPr>
              <a:t>for</a:t>
            </a:r>
            <a:r>
              <a:rPr sz="1900" spc="-4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ou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80" dirty="0">
                <a:solidFill>
                  <a:srgbClr val="00AFEF"/>
                </a:solidFill>
                <a:latin typeface="Trebuchet MS"/>
                <a:cs typeface="Trebuchet MS"/>
              </a:rPr>
              <a:t>while</a:t>
            </a:r>
            <a:r>
              <a:rPr sz="1900" spc="-80" dirty="0">
                <a:latin typeface="Trebuchet MS"/>
                <a:cs typeface="Trebuchet MS"/>
              </a:rPr>
              <a:t>.</a:t>
            </a:r>
            <a:endParaRPr sz="1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6096000" cy="68580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772909" y="3568700"/>
            <a:ext cx="4617720" cy="1615440"/>
          </a:xfrm>
          <a:custGeom>
            <a:avLst/>
            <a:gdLst/>
            <a:ahLst/>
            <a:cxnLst/>
            <a:rect l="l" t="t" r="r" b="b"/>
            <a:pathLst>
              <a:path w="4617720" h="1615439">
                <a:moveTo>
                  <a:pt x="4348480" y="0"/>
                </a:moveTo>
                <a:lnTo>
                  <a:pt x="269240" y="0"/>
                </a:lnTo>
                <a:lnTo>
                  <a:pt x="220838" y="4337"/>
                </a:lnTo>
                <a:lnTo>
                  <a:pt x="175285" y="16842"/>
                </a:lnTo>
                <a:lnTo>
                  <a:pt x="133340" y="36754"/>
                </a:lnTo>
                <a:lnTo>
                  <a:pt x="95763" y="63315"/>
                </a:lnTo>
                <a:lnTo>
                  <a:pt x="63315" y="95763"/>
                </a:lnTo>
                <a:lnTo>
                  <a:pt x="36754" y="133340"/>
                </a:lnTo>
                <a:lnTo>
                  <a:pt x="16842" y="175285"/>
                </a:lnTo>
                <a:lnTo>
                  <a:pt x="4337" y="220838"/>
                </a:lnTo>
                <a:lnTo>
                  <a:pt x="0" y="269239"/>
                </a:lnTo>
                <a:lnTo>
                  <a:pt x="0" y="1346200"/>
                </a:lnTo>
                <a:lnTo>
                  <a:pt x="4337" y="1394601"/>
                </a:lnTo>
                <a:lnTo>
                  <a:pt x="16842" y="1440154"/>
                </a:lnTo>
                <a:lnTo>
                  <a:pt x="36754" y="1482099"/>
                </a:lnTo>
                <a:lnTo>
                  <a:pt x="63315" y="1519676"/>
                </a:lnTo>
                <a:lnTo>
                  <a:pt x="95763" y="1552124"/>
                </a:lnTo>
                <a:lnTo>
                  <a:pt x="133340" y="1578685"/>
                </a:lnTo>
                <a:lnTo>
                  <a:pt x="175285" y="1598597"/>
                </a:lnTo>
                <a:lnTo>
                  <a:pt x="220838" y="1611102"/>
                </a:lnTo>
                <a:lnTo>
                  <a:pt x="269240" y="1615439"/>
                </a:lnTo>
                <a:lnTo>
                  <a:pt x="4348480" y="1615439"/>
                </a:lnTo>
                <a:lnTo>
                  <a:pt x="4396881" y="1611102"/>
                </a:lnTo>
                <a:lnTo>
                  <a:pt x="4442434" y="1598597"/>
                </a:lnTo>
                <a:lnTo>
                  <a:pt x="4484379" y="1578685"/>
                </a:lnTo>
                <a:lnTo>
                  <a:pt x="4521956" y="1552124"/>
                </a:lnTo>
                <a:lnTo>
                  <a:pt x="4554404" y="1519676"/>
                </a:lnTo>
                <a:lnTo>
                  <a:pt x="4580965" y="1482099"/>
                </a:lnTo>
                <a:lnTo>
                  <a:pt x="4600877" y="1440154"/>
                </a:lnTo>
                <a:lnTo>
                  <a:pt x="4613382" y="1394601"/>
                </a:lnTo>
                <a:lnTo>
                  <a:pt x="4617720" y="1346200"/>
                </a:lnTo>
                <a:lnTo>
                  <a:pt x="4617720" y="269239"/>
                </a:lnTo>
                <a:lnTo>
                  <a:pt x="4613382" y="220838"/>
                </a:lnTo>
                <a:lnTo>
                  <a:pt x="4600877" y="175285"/>
                </a:lnTo>
                <a:lnTo>
                  <a:pt x="4580965" y="133340"/>
                </a:lnTo>
                <a:lnTo>
                  <a:pt x="4554404" y="95763"/>
                </a:lnTo>
                <a:lnTo>
                  <a:pt x="4521956" y="63315"/>
                </a:lnTo>
                <a:lnTo>
                  <a:pt x="4484379" y="36754"/>
                </a:lnTo>
                <a:lnTo>
                  <a:pt x="4442434" y="16842"/>
                </a:lnTo>
                <a:lnTo>
                  <a:pt x="4396881" y="4337"/>
                </a:lnTo>
                <a:lnTo>
                  <a:pt x="4348480" y="0"/>
                </a:lnTo>
                <a:close/>
              </a:path>
            </a:pathLst>
          </a:custGeom>
          <a:solidFill>
            <a:srgbClr val="9BAEB5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09625" y="443865"/>
            <a:ext cx="4494530" cy="1134110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95"/>
              </a:spcBef>
            </a:pPr>
            <a:endParaRPr sz="2200">
              <a:latin typeface="Times New Roman"/>
              <a:cs typeface="Times New Roman"/>
            </a:endParaRPr>
          </a:p>
          <a:p>
            <a:pPr marL="1261745">
              <a:lnSpc>
                <a:spcPct val="100000"/>
              </a:lnSpc>
            </a:pPr>
            <a:r>
              <a:rPr sz="2200" spc="195" dirty="0">
                <a:solidFill>
                  <a:srgbClr val="252525"/>
                </a:solidFill>
              </a:rPr>
              <a:t>REFERÊNCIAS</a:t>
            </a:r>
            <a:endParaRPr sz="2200"/>
          </a:p>
        </p:txBody>
      </p:sp>
      <p:sp>
        <p:nvSpPr>
          <p:cNvPr id="6" name="object 6"/>
          <p:cNvSpPr txBox="1"/>
          <p:nvPr/>
        </p:nvSpPr>
        <p:spPr>
          <a:xfrm>
            <a:off x="6622668" y="829309"/>
            <a:ext cx="4919980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70" dirty="0">
                <a:solidFill>
                  <a:srgbClr val="373D40"/>
                </a:solidFill>
                <a:latin typeface="Trebuchet MS"/>
                <a:cs typeface="Trebuchet MS"/>
              </a:rPr>
              <a:t>Importante:</a:t>
            </a:r>
            <a:endParaRPr sz="2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z="2000" spc="114" dirty="0">
                <a:solidFill>
                  <a:srgbClr val="373D40"/>
                </a:solidFill>
                <a:latin typeface="Trebuchet MS"/>
                <a:cs typeface="Trebuchet MS"/>
              </a:rPr>
              <a:t>Os</a:t>
            </a:r>
            <a:r>
              <a:rPr sz="2000" spc="12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373D40"/>
                </a:solidFill>
                <a:latin typeface="Trebuchet MS"/>
                <a:cs typeface="Trebuchet MS"/>
              </a:rPr>
              <a:t>conteúdos</a:t>
            </a:r>
            <a:r>
              <a:rPr sz="2000" spc="13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95" dirty="0">
                <a:solidFill>
                  <a:srgbClr val="373D40"/>
                </a:solidFill>
                <a:latin typeface="Trebuchet MS"/>
                <a:cs typeface="Trebuchet MS"/>
              </a:rPr>
              <a:t>disponibilizados</a:t>
            </a:r>
            <a:r>
              <a:rPr sz="2000" spc="13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são</a:t>
            </a:r>
            <a:r>
              <a:rPr sz="2000" spc="12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85" dirty="0">
                <a:solidFill>
                  <a:srgbClr val="373D40"/>
                </a:solidFill>
                <a:latin typeface="Trebuchet MS"/>
                <a:cs typeface="Trebuchet MS"/>
              </a:rPr>
              <a:t>específicos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22668" y="1744230"/>
            <a:ext cx="4919980" cy="1215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30000"/>
              </a:lnSpc>
              <a:spcBef>
                <a:spcPts val="105"/>
              </a:spcBef>
            </a:pP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para</a:t>
            </a:r>
            <a:r>
              <a:rPr sz="2000" spc="40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este</a:t>
            </a:r>
            <a:r>
              <a:rPr sz="2000" spc="40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spc="-25" dirty="0">
                <a:solidFill>
                  <a:srgbClr val="373D40"/>
                </a:solidFill>
                <a:latin typeface="Trebuchet MS"/>
                <a:cs typeface="Trebuchet MS"/>
              </a:rPr>
              <a:t>curso/turma,</a:t>
            </a:r>
            <a:r>
              <a:rPr sz="2000" spc="-15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a</a:t>
            </a:r>
            <a:r>
              <a:rPr sz="2000" spc="40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divulgação</a:t>
            </a:r>
            <a:r>
              <a:rPr sz="2000" spc="40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spc="-25" dirty="0">
                <a:solidFill>
                  <a:srgbClr val="373D40"/>
                </a:solidFill>
                <a:latin typeface="Trebuchet MS"/>
                <a:cs typeface="Trebuchet MS"/>
              </a:rPr>
              <a:t>ou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reprodução</a:t>
            </a:r>
            <a:r>
              <a:rPr sz="2000" spc="170" dirty="0">
                <a:solidFill>
                  <a:srgbClr val="373D40"/>
                </a:solidFill>
                <a:latin typeface="Trebuchet MS"/>
                <a:cs typeface="Trebuchet MS"/>
              </a:rPr>
              <a:t> 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do</a:t>
            </a:r>
            <a:r>
              <a:rPr sz="2000" spc="175" dirty="0">
                <a:solidFill>
                  <a:srgbClr val="373D40"/>
                </a:solidFill>
                <a:latin typeface="Trebuchet MS"/>
                <a:cs typeface="Trebuchet MS"/>
              </a:rPr>
              <a:t> 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material</a:t>
            </a:r>
            <a:r>
              <a:rPr sz="2000" spc="175" dirty="0">
                <a:solidFill>
                  <a:srgbClr val="373D40"/>
                </a:solidFill>
                <a:latin typeface="Trebuchet MS"/>
                <a:cs typeface="Trebuchet MS"/>
              </a:rPr>
              <a:t> 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para</a:t>
            </a:r>
            <a:r>
              <a:rPr sz="2000" spc="170" dirty="0">
                <a:solidFill>
                  <a:srgbClr val="373D40"/>
                </a:solidFill>
                <a:latin typeface="Trebuchet MS"/>
                <a:cs typeface="Trebuchet MS"/>
              </a:rPr>
              <a:t>   </a:t>
            </a:r>
            <a:r>
              <a:rPr sz="2000" spc="-50" dirty="0">
                <a:solidFill>
                  <a:srgbClr val="373D40"/>
                </a:solidFill>
                <a:latin typeface="Trebuchet MS"/>
                <a:cs typeface="Trebuchet MS"/>
              </a:rPr>
              <a:t>outras </a:t>
            </a:r>
            <a:r>
              <a:rPr sz="2000" spc="-120" dirty="0">
                <a:solidFill>
                  <a:srgbClr val="373D40"/>
                </a:solidFill>
                <a:latin typeface="Trebuchet MS"/>
                <a:cs typeface="Trebuchet MS"/>
              </a:rPr>
              <a:t>pessoas/organização</a:t>
            </a:r>
            <a:r>
              <a:rPr sz="2000" spc="-2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95" dirty="0">
                <a:solidFill>
                  <a:srgbClr val="373D40"/>
                </a:solidFill>
                <a:latin typeface="Trebuchet MS"/>
                <a:cs typeface="Trebuchet MS"/>
              </a:rPr>
              <a:t>não</a:t>
            </a:r>
            <a:r>
              <a:rPr sz="2000" spc="-5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140" dirty="0">
                <a:solidFill>
                  <a:srgbClr val="373D40"/>
                </a:solidFill>
                <a:latin typeface="Trebuchet MS"/>
                <a:cs typeface="Trebuchet MS"/>
              </a:rPr>
              <a:t>é</a:t>
            </a:r>
            <a:r>
              <a:rPr sz="2000" spc="-40" dirty="0">
                <a:solidFill>
                  <a:srgbClr val="373D40"/>
                </a:solidFill>
                <a:latin typeface="Trebuchet MS"/>
                <a:cs typeface="Trebuchet MS"/>
              </a:rPr>
              <a:t> autorizada.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94791" y="2162301"/>
            <a:ext cx="506095" cy="154305"/>
            <a:chOff x="494791" y="2162301"/>
            <a:chExt cx="506095" cy="154305"/>
          </a:xfrm>
        </p:grpSpPr>
        <p:sp>
          <p:nvSpPr>
            <p:cNvPr id="9" name="object 9"/>
            <p:cNvSpPr/>
            <p:nvPr/>
          </p:nvSpPr>
          <p:spPr>
            <a:xfrm>
              <a:off x="499871" y="2167381"/>
              <a:ext cx="495934" cy="144145"/>
            </a:xfrm>
            <a:custGeom>
              <a:avLst/>
              <a:gdLst/>
              <a:ahLst/>
              <a:cxnLst/>
              <a:rect l="l" t="t" r="r" b="b"/>
              <a:pathLst>
                <a:path w="495934" h="144144">
                  <a:moveTo>
                    <a:pt x="487070" y="99948"/>
                  </a:moveTo>
                  <a:lnTo>
                    <a:pt x="480644" y="99948"/>
                  </a:lnTo>
                  <a:lnTo>
                    <a:pt x="478142" y="101091"/>
                  </a:lnTo>
                  <a:lnTo>
                    <a:pt x="473913" y="105663"/>
                  </a:lnTo>
                  <a:lnTo>
                    <a:pt x="472859" y="108330"/>
                  </a:lnTo>
                  <a:lnTo>
                    <a:pt x="472859" y="117220"/>
                  </a:lnTo>
                  <a:lnTo>
                    <a:pt x="475932" y="121030"/>
                  </a:lnTo>
                  <a:lnTo>
                    <a:pt x="482504" y="122935"/>
                  </a:lnTo>
                  <a:lnTo>
                    <a:pt x="482061" y="122935"/>
                  </a:lnTo>
                  <a:lnTo>
                    <a:pt x="474764" y="140588"/>
                  </a:lnTo>
                  <a:lnTo>
                    <a:pt x="474764" y="143890"/>
                  </a:lnTo>
                  <a:lnTo>
                    <a:pt x="481253" y="141858"/>
                  </a:lnTo>
                  <a:lnTo>
                    <a:pt x="486346" y="138302"/>
                  </a:lnTo>
                  <a:lnTo>
                    <a:pt x="493750" y="128650"/>
                  </a:lnTo>
                  <a:lnTo>
                    <a:pt x="495604" y="122935"/>
                  </a:lnTo>
                  <a:lnTo>
                    <a:pt x="495604" y="111759"/>
                  </a:lnTo>
                  <a:lnTo>
                    <a:pt x="494474" y="107695"/>
                  </a:lnTo>
                  <a:lnTo>
                    <a:pt x="492213" y="104647"/>
                  </a:lnTo>
                  <a:lnTo>
                    <a:pt x="489966" y="101472"/>
                  </a:lnTo>
                  <a:lnTo>
                    <a:pt x="487070" y="99948"/>
                  </a:lnTo>
                  <a:close/>
                </a:path>
                <a:path w="495934" h="144144">
                  <a:moveTo>
                    <a:pt x="64300" y="888"/>
                  </a:moveTo>
                  <a:lnTo>
                    <a:pt x="52095" y="888"/>
                  </a:lnTo>
                  <a:lnTo>
                    <a:pt x="0" y="122808"/>
                  </a:lnTo>
                  <a:lnTo>
                    <a:pt x="17843" y="122808"/>
                  </a:lnTo>
                  <a:lnTo>
                    <a:pt x="32994" y="86867"/>
                  </a:lnTo>
                  <a:lnTo>
                    <a:pt x="102641" y="86867"/>
                  </a:lnTo>
                  <a:lnTo>
                    <a:pt x="95732" y="71373"/>
                  </a:lnTo>
                  <a:lnTo>
                    <a:pt x="39890" y="71373"/>
                  </a:lnTo>
                  <a:lnTo>
                    <a:pt x="58039" y="27558"/>
                  </a:lnTo>
                  <a:lnTo>
                    <a:pt x="76193" y="27558"/>
                  </a:lnTo>
                  <a:lnTo>
                    <a:pt x="64300" y="888"/>
                  </a:lnTo>
                  <a:close/>
                </a:path>
                <a:path w="495934" h="144144">
                  <a:moveTo>
                    <a:pt x="102641" y="86867"/>
                  </a:moveTo>
                  <a:lnTo>
                    <a:pt x="84734" y="86867"/>
                  </a:lnTo>
                  <a:lnTo>
                    <a:pt x="100901" y="122808"/>
                  </a:lnTo>
                  <a:lnTo>
                    <a:pt x="118668" y="122808"/>
                  </a:lnTo>
                  <a:lnTo>
                    <a:pt x="102641" y="86867"/>
                  </a:lnTo>
                  <a:close/>
                </a:path>
                <a:path w="495934" h="144144">
                  <a:moveTo>
                    <a:pt x="76193" y="27558"/>
                  </a:moveTo>
                  <a:lnTo>
                    <a:pt x="58039" y="27558"/>
                  </a:lnTo>
                  <a:lnTo>
                    <a:pt x="77597" y="71373"/>
                  </a:lnTo>
                  <a:lnTo>
                    <a:pt x="95732" y="71373"/>
                  </a:lnTo>
                  <a:lnTo>
                    <a:pt x="76193" y="27558"/>
                  </a:lnTo>
                  <a:close/>
                </a:path>
                <a:path w="495934" h="144144">
                  <a:moveTo>
                    <a:pt x="378040" y="1523"/>
                  </a:moveTo>
                  <a:lnTo>
                    <a:pt x="309270" y="1523"/>
                  </a:lnTo>
                  <a:lnTo>
                    <a:pt x="309270" y="122681"/>
                  </a:lnTo>
                  <a:lnTo>
                    <a:pt x="379679" y="122681"/>
                  </a:lnTo>
                  <a:lnTo>
                    <a:pt x="379679" y="107187"/>
                  </a:lnTo>
                  <a:lnTo>
                    <a:pt x="326644" y="107187"/>
                  </a:lnTo>
                  <a:lnTo>
                    <a:pt x="326644" y="69468"/>
                  </a:lnTo>
                  <a:lnTo>
                    <a:pt x="376300" y="69468"/>
                  </a:lnTo>
                  <a:lnTo>
                    <a:pt x="376300" y="53975"/>
                  </a:lnTo>
                  <a:lnTo>
                    <a:pt x="326644" y="53975"/>
                  </a:lnTo>
                  <a:lnTo>
                    <a:pt x="326644" y="17017"/>
                  </a:lnTo>
                  <a:lnTo>
                    <a:pt x="378040" y="17017"/>
                  </a:lnTo>
                  <a:lnTo>
                    <a:pt x="378040" y="1523"/>
                  </a:lnTo>
                  <a:close/>
                </a:path>
                <a:path w="495934" h="144144">
                  <a:moveTo>
                    <a:pt x="205435" y="1523"/>
                  </a:moveTo>
                  <a:lnTo>
                    <a:pt x="187959" y="1523"/>
                  </a:lnTo>
                  <a:lnTo>
                    <a:pt x="240220" y="123316"/>
                  </a:lnTo>
                  <a:lnTo>
                    <a:pt x="244157" y="123316"/>
                  </a:lnTo>
                  <a:lnTo>
                    <a:pt x="259558" y="86740"/>
                  </a:lnTo>
                  <a:lnTo>
                    <a:pt x="241909" y="86740"/>
                  </a:lnTo>
                  <a:lnTo>
                    <a:pt x="205435" y="1523"/>
                  </a:lnTo>
                  <a:close/>
                </a:path>
                <a:path w="495934" h="144144">
                  <a:moveTo>
                    <a:pt x="148844" y="1523"/>
                  </a:moveTo>
                  <a:lnTo>
                    <a:pt x="131470" y="1523"/>
                  </a:lnTo>
                  <a:lnTo>
                    <a:pt x="131470" y="122808"/>
                  </a:lnTo>
                  <a:lnTo>
                    <a:pt x="203441" y="122808"/>
                  </a:lnTo>
                  <a:lnTo>
                    <a:pt x="203441" y="107060"/>
                  </a:lnTo>
                  <a:lnTo>
                    <a:pt x="148844" y="107060"/>
                  </a:lnTo>
                  <a:lnTo>
                    <a:pt x="148844" y="1523"/>
                  </a:lnTo>
                  <a:close/>
                </a:path>
                <a:path w="495934" h="144144">
                  <a:moveTo>
                    <a:pt x="295440" y="1523"/>
                  </a:moveTo>
                  <a:lnTo>
                    <a:pt x="278142" y="1523"/>
                  </a:lnTo>
                  <a:lnTo>
                    <a:pt x="241909" y="86740"/>
                  </a:lnTo>
                  <a:lnTo>
                    <a:pt x="259558" y="86740"/>
                  </a:lnTo>
                  <a:lnTo>
                    <a:pt x="295440" y="1523"/>
                  </a:lnTo>
                  <a:close/>
                </a:path>
                <a:path w="495934" h="144144">
                  <a:moveTo>
                    <a:pt x="392620" y="91058"/>
                  </a:moveTo>
                  <a:lnTo>
                    <a:pt x="392620" y="113156"/>
                  </a:lnTo>
                  <a:lnTo>
                    <a:pt x="400202" y="117990"/>
                  </a:lnTo>
                  <a:lnTo>
                    <a:pt x="408184" y="121443"/>
                  </a:lnTo>
                  <a:lnTo>
                    <a:pt x="417048" y="123634"/>
                  </a:lnTo>
                  <a:lnTo>
                    <a:pt x="418080" y="123634"/>
                  </a:lnTo>
                  <a:lnTo>
                    <a:pt x="425348" y="124205"/>
                  </a:lnTo>
                  <a:lnTo>
                    <a:pt x="455669" y="108965"/>
                  </a:lnTo>
                  <a:lnTo>
                    <a:pt x="425170" y="108965"/>
                  </a:lnTo>
                  <a:lnTo>
                    <a:pt x="416205" y="107846"/>
                  </a:lnTo>
                  <a:lnTo>
                    <a:pt x="408029" y="104584"/>
                  </a:lnTo>
                  <a:lnTo>
                    <a:pt x="403374" y="101345"/>
                  </a:lnTo>
                  <a:lnTo>
                    <a:pt x="399928" y="98893"/>
                  </a:lnTo>
                  <a:lnTo>
                    <a:pt x="392620" y="91058"/>
                  </a:lnTo>
                  <a:close/>
                </a:path>
                <a:path w="495934" h="144144">
                  <a:moveTo>
                    <a:pt x="427863" y="0"/>
                  </a:moveTo>
                  <a:lnTo>
                    <a:pt x="392262" y="22225"/>
                  </a:lnTo>
                  <a:lnTo>
                    <a:pt x="392099" y="22693"/>
                  </a:lnTo>
                  <a:lnTo>
                    <a:pt x="392099" y="38607"/>
                  </a:lnTo>
                  <a:lnTo>
                    <a:pt x="393852" y="44195"/>
                  </a:lnTo>
                  <a:lnTo>
                    <a:pt x="397357" y="49021"/>
                  </a:lnTo>
                  <a:lnTo>
                    <a:pt x="400850" y="53975"/>
                  </a:lnTo>
                  <a:lnTo>
                    <a:pt x="406742" y="58927"/>
                  </a:lnTo>
                  <a:lnTo>
                    <a:pt x="428218" y="72008"/>
                  </a:lnTo>
                  <a:lnTo>
                    <a:pt x="435204" y="77033"/>
                  </a:lnTo>
                  <a:lnTo>
                    <a:pt x="440197" y="82200"/>
                  </a:lnTo>
                  <a:lnTo>
                    <a:pt x="443195" y="87510"/>
                  </a:lnTo>
                  <a:lnTo>
                    <a:pt x="444195" y="92963"/>
                  </a:lnTo>
                  <a:lnTo>
                    <a:pt x="444195" y="97535"/>
                  </a:lnTo>
                  <a:lnTo>
                    <a:pt x="442379" y="101345"/>
                  </a:lnTo>
                  <a:lnTo>
                    <a:pt x="435140" y="107441"/>
                  </a:lnTo>
                  <a:lnTo>
                    <a:pt x="430618" y="108965"/>
                  </a:lnTo>
                  <a:lnTo>
                    <a:pt x="455669" y="108965"/>
                  </a:lnTo>
                  <a:lnTo>
                    <a:pt x="458069" y="104584"/>
                  </a:lnTo>
                  <a:lnTo>
                    <a:pt x="459903" y="98345"/>
                  </a:lnTo>
                  <a:lnTo>
                    <a:pt x="460514" y="91439"/>
                  </a:lnTo>
                  <a:lnTo>
                    <a:pt x="459208" y="82200"/>
                  </a:lnTo>
                  <a:lnTo>
                    <a:pt x="459126" y="81625"/>
                  </a:lnTo>
                  <a:lnTo>
                    <a:pt x="425056" y="49783"/>
                  </a:lnTo>
                  <a:lnTo>
                    <a:pt x="419112" y="46354"/>
                  </a:lnTo>
                  <a:lnTo>
                    <a:pt x="414794" y="43052"/>
                  </a:lnTo>
                  <a:lnTo>
                    <a:pt x="409422" y="36702"/>
                  </a:lnTo>
                  <a:lnTo>
                    <a:pt x="408076" y="33273"/>
                  </a:lnTo>
                  <a:lnTo>
                    <a:pt x="408076" y="25526"/>
                  </a:lnTo>
                  <a:lnTo>
                    <a:pt x="409892" y="22225"/>
                  </a:lnTo>
                  <a:lnTo>
                    <a:pt x="417194" y="16890"/>
                  </a:lnTo>
                  <a:lnTo>
                    <a:pt x="421843" y="15620"/>
                  </a:lnTo>
                  <a:lnTo>
                    <a:pt x="455739" y="15620"/>
                  </a:lnTo>
                  <a:lnTo>
                    <a:pt x="455739" y="8508"/>
                  </a:lnTo>
                  <a:lnTo>
                    <a:pt x="449240" y="4768"/>
                  </a:lnTo>
                  <a:lnTo>
                    <a:pt x="442674" y="2206"/>
                  </a:lnTo>
                  <a:lnTo>
                    <a:pt x="442857" y="2206"/>
                  </a:lnTo>
                  <a:lnTo>
                    <a:pt x="435411" y="549"/>
                  </a:lnTo>
                  <a:lnTo>
                    <a:pt x="435641" y="549"/>
                  </a:lnTo>
                  <a:lnTo>
                    <a:pt x="427863" y="0"/>
                  </a:lnTo>
                  <a:close/>
                </a:path>
                <a:path w="495934" h="144144">
                  <a:moveTo>
                    <a:pt x="455739" y="15620"/>
                  </a:moveTo>
                  <a:lnTo>
                    <a:pt x="427520" y="15620"/>
                  </a:lnTo>
                  <a:lnTo>
                    <a:pt x="434949" y="16406"/>
                  </a:lnTo>
                  <a:lnTo>
                    <a:pt x="442129" y="18764"/>
                  </a:lnTo>
                  <a:lnTo>
                    <a:pt x="449060" y="22693"/>
                  </a:lnTo>
                  <a:lnTo>
                    <a:pt x="455739" y="28193"/>
                  </a:lnTo>
                  <a:lnTo>
                    <a:pt x="455739" y="156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4791" y="2162301"/>
              <a:ext cx="505764" cy="154050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068832" y="2163826"/>
            <a:ext cx="556260" cy="133350"/>
            <a:chOff x="1068832" y="2163826"/>
            <a:chExt cx="556260" cy="133350"/>
          </a:xfrm>
        </p:grpSpPr>
        <p:sp>
          <p:nvSpPr>
            <p:cNvPr id="12" name="object 12"/>
            <p:cNvSpPr/>
            <p:nvPr/>
          </p:nvSpPr>
          <p:spPr>
            <a:xfrm>
              <a:off x="1073912" y="2168906"/>
              <a:ext cx="546100" cy="123189"/>
            </a:xfrm>
            <a:custGeom>
              <a:avLst/>
              <a:gdLst/>
              <a:ahLst/>
              <a:cxnLst/>
              <a:rect l="l" t="t" r="r" b="b"/>
              <a:pathLst>
                <a:path w="546100" h="123189">
                  <a:moveTo>
                    <a:pt x="402315" y="54610"/>
                  </a:moveTo>
                  <a:lnTo>
                    <a:pt x="383921" y="54610"/>
                  </a:lnTo>
                  <a:lnTo>
                    <a:pt x="388747" y="59436"/>
                  </a:lnTo>
                  <a:lnTo>
                    <a:pt x="388747" y="73279"/>
                  </a:lnTo>
                  <a:lnTo>
                    <a:pt x="353059" y="89662"/>
                  </a:lnTo>
                  <a:lnTo>
                    <a:pt x="347725" y="98171"/>
                  </a:lnTo>
                  <a:lnTo>
                    <a:pt x="347725" y="108712"/>
                  </a:lnTo>
                  <a:lnTo>
                    <a:pt x="349503" y="113284"/>
                  </a:lnTo>
                  <a:lnTo>
                    <a:pt x="356869" y="120650"/>
                  </a:lnTo>
                  <a:lnTo>
                    <a:pt x="361882" y="122682"/>
                  </a:lnTo>
                  <a:lnTo>
                    <a:pt x="374305" y="122682"/>
                  </a:lnTo>
                  <a:lnTo>
                    <a:pt x="381544" y="120015"/>
                  </a:lnTo>
                  <a:lnTo>
                    <a:pt x="381724" y="120015"/>
                  </a:lnTo>
                  <a:lnTo>
                    <a:pt x="388619" y="114681"/>
                  </a:lnTo>
                  <a:lnTo>
                    <a:pt x="416051" y="114681"/>
                  </a:lnTo>
                  <a:lnTo>
                    <a:pt x="416051" y="111633"/>
                  </a:lnTo>
                  <a:lnTo>
                    <a:pt x="371347" y="111633"/>
                  </a:lnTo>
                  <a:lnTo>
                    <a:pt x="368681" y="110617"/>
                  </a:lnTo>
                  <a:lnTo>
                    <a:pt x="366656" y="108712"/>
                  </a:lnTo>
                  <a:lnTo>
                    <a:pt x="364490" y="106426"/>
                  </a:lnTo>
                  <a:lnTo>
                    <a:pt x="363347" y="103759"/>
                  </a:lnTo>
                  <a:lnTo>
                    <a:pt x="363347" y="97282"/>
                  </a:lnTo>
                  <a:lnTo>
                    <a:pt x="364490" y="94488"/>
                  </a:lnTo>
                  <a:lnTo>
                    <a:pt x="366775" y="92329"/>
                  </a:lnTo>
                  <a:lnTo>
                    <a:pt x="368934" y="90170"/>
                  </a:lnTo>
                  <a:lnTo>
                    <a:pt x="372744" y="88011"/>
                  </a:lnTo>
                  <a:lnTo>
                    <a:pt x="388747" y="81788"/>
                  </a:lnTo>
                  <a:lnTo>
                    <a:pt x="404241" y="81788"/>
                  </a:lnTo>
                  <a:lnTo>
                    <a:pt x="404117" y="62110"/>
                  </a:lnTo>
                  <a:lnTo>
                    <a:pt x="404113" y="61976"/>
                  </a:lnTo>
                  <a:lnTo>
                    <a:pt x="403460" y="57943"/>
                  </a:lnTo>
                  <a:lnTo>
                    <a:pt x="403351" y="57277"/>
                  </a:lnTo>
                  <a:lnTo>
                    <a:pt x="402463" y="54864"/>
                  </a:lnTo>
                  <a:lnTo>
                    <a:pt x="402315" y="54610"/>
                  </a:lnTo>
                  <a:close/>
                </a:path>
                <a:path w="546100" h="123189">
                  <a:moveTo>
                    <a:pt x="416051" y="114681"/>
                  </a:moveTo>
                  <a:lnTo>
                    <a:pt x="388619" y="114681"/>
                  </a:lnTo>
                  <a:lnTo>
                    <a:pt x="389763" y="120015"/>
                  </a:lnTo>
                  <a:lnTo>
                    <a:pt x="393826" y="122682"/>
                  </a:lnTo>
                  <a:lnTo>
                    <a:pt x="402971" y="122682"/>
                  </a:lnTo>
                  <a:lnTo>
                    <a:pt x="405129" y="122301"/>
                  </a:lnTo>
                  <a:lnTo>
                    <a:pt x="407416" y="121412"/>
                  </a:lnTo>
                  <a:lnTo>
                    <a:pt x="409575" y="120650"/>
                  </a:lnTo>
                  <a:lnTo>
                    <a:pt x="412369" y="118999"/>
                  </a:lnTo>
                  <a:lnTo>
                    <a:pt x="416051" y="116713"/>
                  </a:lnTo>
                  <a:lnTo>
                    <a:pt x="416051" y="114681"/>
                  </a:lnTo>
                  <a:close/>
                </a:path>
                <a:path w="546100" h="123189">
                  <a:moveTo>
                    <a:pt x="404241" y="81788"/>
                  </a:moveTo>
                  <a:lnTo>
                    <a:pt x="388747" y="81788"/>
                  </a:lnTo>
                  <a:lnTo>
                    <a:pt x="388747" y="105537"/>
                  </a:lnTo>
                  <a:lnTo>
                    <a:pt x="384428" y="109601"/>
                  </a:lnTo>
                  <a:lnTo>
                    <a:pt x="379856" y="111633"/>
                  </a:lnTo>
                  <a:lnTo>
                    <a:pt x="416051" y="111633"/>
                  </a:lnTo>
                  <a:lnTo>
                    <a:pt x="416051" y="111379"/>
                  </a:lnTo>
                  <a:lnTo>
                    <a:pt x="405256" y="111379"/>
                  </a:lnTo>
                  <a:lnTo>
                    <a:pt x="404241" y="109982"/>
                  </a:lnTo>
                  <a:lnTo>
                    <a:pt x="404241" y="81788"/>
                  </a:lnTo>
                  <a:close/>
                </a:path>
                <a:path w="546100" h="123189">
                  <a:moveTo>
                    <a:pt x="416051" y="107061"/>
                  </a:moveTo>
                  <a:lnTo>
                    <a:pt x="412357" y="109601"/>
                  </a:lnTo>
                  <a:lnTo>
                    <a:pt x="411734" y="109982"/>
                  </a:lnTo>
                  <a:lnTo>
                    <a:pt x="408940" y="111379"/>
                  </a:lnTo>
                  <a:lnTo>
                    <a:pt x="416051" y="111379"/>
                  </a:lnTo>
                  <a:lnTo>
                    <a:pt x="416051" y="107061"/>
                  </a:lnTo>
                  <a:close/>
                </a:path>
                <a:path w="546100" h="123189">
                  <a:moveTo>
                    <a:pt x="384301" y="39878"/>
                  </a:moveTo>
                  <a:lnTo>
                    <a:pt x="375666" y="39878"/>
                  </a:lnTo>
                  <a:lnTo>
                    <a:pt x="367518" y="40546"/>
                  </a:lnTo>
                  <a:lnTo>
                    <a:pt x="360394" y="42560"/>
                  </a:lnTo>
                  <a:lnTo>
                    <a:pt x="354270" y="45932"/>
                  </a:lnTo>
                  <a:lnTo>
                    <a:pt x="349122" y="50673"/>
                  </a:lnTo>
                  <a:lnTo>
                    <a:pt x="349122" y="67945"/>
                  </a:lnTo>
                  <a:lnTo>
                    <a:pt x="355284" y="62110"/>
                  </a:lnTo>
                  <a:lnTo>
                    <a:pt x="361553" y="57943"/>
                  </a:lnTo>
                  <a:lnTo>
                    <a:pt x="367893" y="55443"/>
                  </a:lnTo>
                  <a:lnTo>
                    <a:pt x="374269" y="54610"/>
                  </a:lnTo>
                  <a:lnTo>
                    <a:pt x="402315" y="54610"/>
                  </a:lnTo>
                  <a:lnTo>
                    <a:pt x="399669" y="50038"/>
                  </a:lnTo>
                  <a:lnTo>
                    <a:pt x="398144" y="48133"/>
                  </a:lnTo>
                  <a:lnTo>
                    <a:pt x="391159" y="42164"/>
                  </a:lnTo>
                  <a:lnTo>
                    <a:pt x="384301" y="39878"/>
                  </a:lnTo>
                  <a:close/>
                </a:path>
                <a:path w="546100" h="123189">
                  <a:moveTo>
                    <a:pt x="330834" y="41402"/>
                  </a:moveTo>
                  <a:lnTo>
                    <a:pt x="315087" y="41402"/>
                  </a:lnTo>
                  <a:lnTo>
                    <a:pt x="315087" y="121285"/>
                  </a:lnTo>
                  <a:lnTo>
                    <a:pt x="330834" y="121285"/>
                  </a:lnTo>
                  <a:lnTo>
                    <a:pt x="330834" y="41402"/>
                  </a:lnTo>
                  <a:close/>
                </a:path>
                <a:path w="546100" h="123189">
                  <a:moveTo>
                    <a:pt x="212725" y="41402"/>
                  </a:moveTo>
                  <a:lnTo>
                    <a:pt x="196976" y="41402"/>
                  </a:lnTo>
                  <a:lnTo>
                    <a:pt x="196976" y="121285"/>
                  </a:lnTo>
                  <a:lnTo>
                    <a:pt x="212725" y="121285"/>
                  </a:lnTo>
                  <a:lnTo>
                    <a:pt x="212725" y="41402"/>
                  </a:lnTo>
                  <a:close/>
                </a:path>
                <a:path w="546100" h="123189">
                  <a:moveTo>
                    <a:pt x="445388" y="41402"/>
                  </a:moveTo>
                  <a:lnTo>
                    <a:pt x="429641" y="41402"/>
                  </a:lnTo>
                  <a:lnTo>
                    <a:pt x="429641" y="121285"/>
                  </a:lnTo>
                  <a:lnTo>
                    <a:pt x="445388" y="121285"/>
                  </a:lnTo>
                  <a:lnTo>
                    <a:pt x="445388" y="63246"/>
                  </a:lnTo>
                  <a:lnTo>
                    <a:pt x="448944" y="59436"/>
                  </a:lnTo>
                  <a:lnTo>
                    <a:pt x="452119" y="56769"/>
                  </a:lnTo>
                  <a:lnTo>
                    <a:pt x="454787" y="55372"/>
                  </a:lnTo>
                  <a:lnTo>
                    <a:pt x="457581" y="53848"/>
                  </a:lnTo>
                  <a:lnTo>
                    <a:pt x="460628" y="53086"/>
                  </a:lnTo>
                  <a:lnTo>
                    <a:pt x="491676" y="53086"/>
                  </a:lnTo>
                  <a:lnTo>
                    <a:pt x="490846" y="51943"/>
                  </a:lnTo>
                  <a:lnTo>
                    <a:pt x="445388" y="51943"/>
                  </a:lnTo>
                  <a:lnTo>
                    <a:pt x="445388" y="41402"/>
                  </a:lnTo>
                  <a:close/>
                </a:path>
                <a:path w="546100" h="123189">
                  <a:moveTo>
                    <a:pt x="491676" y="53086"/>
                  </a:moveTo>
                  <a:lnTo>
                    <a:pt x="469772" y="53086"/>
                  </a:lnTo>
                  <a:lnTo>
                    <a:pt x="473963" y="54864"/>
                  </a:lnTo>
                  <a:lnTo>
                    <a:pt x="476250" y="58293"/>
                  </a:lnTo>
                  <a:lnTo>
                    <a:pt x="478663" y="61849"/>
                  </a:lnTo>
                  <a:lnTo>
                    <a:pt x="479686" y="67310"/>
                  </a:lnTo>
                  <a:lnTo>
                    <a:pt x="479806" y="121285"/>
                  </a:lnTo>
                  <a:lnTo>
                    <a:pt x="495807" y="121285"/>
                  </a:lnTo>
                  <a:lnTo>
                    <a:pt x="495807" y="63246"/>
                  </a:lnTo>
                  <a:lnTo>
                    <a:pt x="501396" y="56769"/>
                  </a:lnTo>
                  <a:lnTo>
                    <a:pt x="506085" y="54229"/>
                  </a:lnTo>
                  <a:lnTo>
                    <a:pt x="492506" y="54229"/>
                  </a:lnTo>
                  <a:lnTo>
                    <a:pt x="491676" y="53086"/>
                  </a:lnTo>
                  <a:close/>
                </a:path>
                <a:path w="546100" h="123189">
                  <a:moveTo>
                    <a:pt x="541662" y="53467"/>
                  </a:moveTo>
                  <a:lnTo>
                    <a:pt x="519175" y="53467"/>
                  </a:lnTo>
                  <a:lnTo>
                    <a:pt x="523113" y="55118"/>
                  </a:lnTo>
                  <a:lnTo>
                    <a:pt x="525779" y="58674"/>
                  </a:lnTo>
                  <a:lnTo>
                    <a:pt x="528574" y="62230"/>
                  </a:lnTo>
                  <a:lnTo>
                    <a:pt x="529844" y="67310"/>
                  </a:lnTo>
                  <a:lnTo>
                    <a:pt x="529844" y="121285"/>
                  </a:lnTo>
                  <a:lnTo>
                    <a:pt x="545719" y="121285"/>
                  </a:lnTo>
                  <a:lnTo>
                    <a:pt x="545719" y="74168"/>
                  </a:lnTo>
                  <a:lnTo>
                    <a:pt x="545358" y="67945"/>
                  </a:lnTo>
                  <a:lnTo>
                    <a:pt x="545244" y="65976"/>
                  </a:lnTo>
                  <a:lnTo>
                    <a:pt x="543931" y="59436"/>
                  </a:lnTo>
                  <a:lnTo>
                    <a:pt x="543829" y="58927"/>
                  </a:lnTo>
                  <a:lnTo>
                    <a:pt x="541662" y="53467"/>
                  </a:lnTo>
                  <a:close/>
                </a:path>
                <a:path w="546100" h="123189">
                  <a:moveTo>
                    <a:pt x="527084" y="39878"/>
                  </a:moveTo>
                  <a:lnTo>
                    <a:pt x="518085" y="39878"/>
                  </a:lnTo>
                  <a:lnTo>
                    <a:pt x="511238" y="40780"/>
                  </a:lnTo>
                  <a:lnTo>
                    <a:pt x="511878" y="40780"/>
                  </a:lnTo>
                  <a:lnTo>
                    <a:pt x="506627" y="42910"/>
                  </a:lnTo>
                  <a:lnTo>
                    <a:pt x="505330" y="43481"/>
                  </a:lnTo>
                  <a:lnTo>
                    <a:pt x="500695" y="46682"/>
                  </a:lnTo>
                  <a:lnTo>
                    <a:pt x="498864" y="47968"/>
                  </a:lnTo>
                  <a:lnTo>
                    <a:pt x="492506" y="54229"/>
                  </a:lnTo>
                  <a:lnTo>
                    <a:pt x="506085" y="54229"/>
                  </a:lnTo>
                  <a:lnTo>
                    <a:pt x="507491" y="53467"/>
                  </a:lnTo>
                  <a:lnTo>
                    <a:pt x="541662" y="53467"/>
                  </a:lnTo>
                  <a:lnTo>
                    <a:pt x="541511" y="53086"/>
                  </a:lnTo>
                  <a:lnTo>
                    <a:pt x="538226" y="48260"/>
                  </a:lnTo>
                  <a:lnTo>
                    <a:pt x="533146" y="42545"/>
                  </a:lnTo>
                  <a:lnTo>
                    <a:pt x="527084" y="39878"/>
                  </a:lnTo>
                  <a:close/>
                </a:path>
                <a:path w="546100" h="123189">
                  <a:moveTo>
                    <a:pt x="469010" y="39878"/>
                  </a:moveTo>
                  <a:lnTo>
                    <a:pt x="462080" y="40780"/>
                  </a:lnTo>
                  <a:lnTo>
                    <a:pt x="462807" y="40780"/>
                  </a:lnTo>
                  <a:lnTo>
                    <a:pt x="457295" y="42910"/>
                  </a:lnTo>
                  <a:lnTo>
                    <a:pt x="451365" y="46682"/>
                  </a:lnTo>
                  <a:lnTo>
                    <a:pt x="445388" y="51943"/>
                  </a:lnTo>
                  <a:lnTo>
                    <a:pt x="490846" y="51943"/>
                  </a:lnTo>
                  <a:lnTo>
                    <a:pt x="487959" y="47968"/>
                  </a:lnTo>
                  <a:lnTo>
                    <a:pt x="482520" y="43481"/>
                  </a:lnTo>
                  <a:lnTo>
                    <a:pt x="476200" y="40780"/>
                  </a:lnTo>
                  <a:lnTo>
                    <a:pt x="469010" y="39878"/>
                  </a:lnTo>
                  <a:close/>
                </a:path>
                <a:path w="546100" h="123189">
                  <a:moveTo>
                    <a:pt x="325500" y="7874"/>
                  </a:moveTo>
                  <a:lnTo>
                    <a:pt x="320421" y="7874"/>
                  </a:lnTo>
                  <a:lnTo>
                    <a:pt x="318262" y="8763"/>
                  </a:lnTo>
                  <a:lnTo>
                    <a:pt x="316484" y="10668"/>
                  </a:lnTo>
                  <a:lnTo>
                    <a:pt x="314578" y="12573"/>
                  </a:lnTo>
                  <a:lnTo>
                    <a:pt x="313794" y="14478"/>
                  </a:lnTo>
                  <a:lnTo>
                    <a:pt x="313739" y="19685"/>
                  </a:lnTo>
                  <a:lnTo>
                    <a:pt x="314578" y="21844"/>
                  </a:lnTo>
                  <a:lnTo>
                    <a:pt x="316602" y="23749"/>
                  </a:lnTo>
                  <a:lnTo>
                    <a:pt x="318262" y="25527"/>
                  </a:lnTo>
                  <a:lnTo>
                    <a:pt x="320421" y="26543"/>
                  </a:lnTo>
                  <a:lnTo>
                    <a:pt x="325500" y="26543"/>
                  </a:lnTo>
                  <a:lnTo>
                    <a:pt x="327659" y="25527"/>
                  </a:lnTo>
                  <a:lnTo>
                    <a:pt x="329565" y="23749"/>
                  </a:lnTo>
                  <a:lnTo>
                    <a:pt x="331469" y="21844"/>
                  </a:lnTo>
                  <a:lnTo>
                    <a:pt x="332359" y="19685"/>
                  </a:lnTo>
                  <a:lnTo>
                    <a:pt x="332359" y="14478"/>
                  </a:lnTo>
                  <a:lnTo>
                    <a:pt x="331574" y="12573"/>
                  </a:lnTo>
                  <a:lnTo>
                    <a:pt x="331469" y="12319"/>
                  </a:lnTo>
                  <a:lnTo>
                    <a:pt x="327659" y="8763"/>
                  </a:lnTo>
                  <a:lnTo>
                    <a:pt x="325500" y="7874"/>
                  </a:lnTo>
                  <a:close/>
                </a:path>
                <a:path w="546100" h="123189">
                  <a:moveTo>
                    <a:pt x="207390" y="7874"/>
                  </a:moveTo>
                  <a:lnTo>
                    <a:pt x="202310" y="7874"/>
                  </a:lnTo>
                  <a:lnTo>
                    <a:pt x="200151" y="8763"/>
                  </a:lnTo>
                  <a:lnTo>
                    <a:pt x="198374" y="10668"/>
                  </a:lnTo>
                  <a:lnTo>
                    <a:pt x="196469" y="12573"/>
                  </a:lnTo>
                  <a:lnTo>
                    <a:pt x="195684" y="14478"/>
                  </a:lnTo>
                  <a:lnTo>
                    <a:pt x="195629" y="19685"/>
                  </a:lnTo>
                  <a:lnTo>
                    <a:pt x="196469" y="21844"/>
                  </a:lnTo>
                  <a:lnTo>
                    <a:pt x="198492" y="23749"/>
                  </a:lnTo>
                  <a:lnTo>
                    <a:pt x="200151" y="25527"/>
                  </a:lnTo>
                  <a:lnTo>
                    <a:pt x="202310" y="26543"/>
                  </a:lnTo>
                  <a:lnTo>
                    <a:pt x="207390" y="26543"/>
                  </a:lnTo>
                  <a:lnTo>
                    <a:pt x="209550" y="25527"/>
                  </a:lnTo>
                  <a:lnTo>
                    <a:pt x="211454" y="23749"/>
                  </a:lnTo>
                  <a:lnTo>
                    <a:pt x="213359" y="21844"/>
                  </a:lnTo>
                  <a:lnTo>
                    <a:pt x="214249" y="19685"/>
                  </a:lnTo>
                  <a:lnTo>
                    <a:pt x="214249" y="14478"/>
                  </a:lnTo>
                  <a:lnTo>
                    <a:pt x="213464" y="12573"/>
                  </a:lnTo>
                  <a:lnTo>
                    <a:pt x="213359" y="12319"/>
                  </a:lnTo>
                  <a:lnTo>
                    <a:pt x="209550" y="8763"/>
                  </a:lnTo>
                  <a:lnTo>
                    <a:pt x="207390" y="7874"/>
                  </a:lnTo>
                  <a:close/>
                </a:path>
                <a:path w="546100" h="123189">
                  <a:moveTo>
                    <a:pt x="291465" y="0"/>
                  </a:moveTo>
                  <a:lnTo>
                    <a:pt x="275716" y="0"/>
                  </a:lnTo>
                  <a:lnTo>
                    <a:pt x="275716" y="121285"/>
                  </a:lnTo>
                  <a:lnTo>
                    <a:pt x="291465" y="121285"/>
                  </a:lnTo>
                  <a:lnTo>
                    <a:pt x="291465" y="0"/>
                  </a:lnTo>
                  <a:close/>
                </a:path>
                <a:path w="546100" h="123189">
                  <a:moveTo>
                    <a:pt x="252094" y="0"/>
                  </a:moveTo>
                  <a:lnTo>
                    <a:pt x="236347" y="0"/>
                  </a:lnTo>
                  <a:lnTo>
                    <a:pt x="236347" y="121285"/>
                  </a:lnTo>
                  <a:lnTo>
                    <a:pt x="252094" y="121285"/>
                  </a:lnTo>
                  <a:lnTo>
                    <a:pt x="252094" y="0"/>
                  </a:lnTo>
                  <a:close/>
                </a:path>
                <a:path w="546100" h="123189">
                  <a:moveTo>
                    <a:pt x="17487" y="0"/>
                  </a:moveTo>
                  <a:lnTo>
                    <a:pt x="0" y="0"/>
                  </a:lnTo>
                  <a:lnTo>
                    <a:pt x="48882" y="121793"/>
                  </a:lnTo>
                  <a:lnTo>
                    <a:pt x="52603" y="121793"/>
                  </a:lnTo>
                  <a:lnTo>
                    <a:pt x="68145" y="83566"/>
                  </a:lnTo>
                  <a:lnTo>
                    <a:pt x="50914" y="83566"/>
                  </a:lnTo>
                  <a:lnTo>
                    <a:pt x="17487" y="0"/>
                  </a:lnTo>
                  <a:close/>
                </a:path>
                <a:path w="546100" h="123189">
                  <a:moveTo>
                    <a:pt x="110380" y="23241"/>
                  </a:moveTo>
                  <a:lnTo>
                    <a:pt x="92671" y="23241"/>
                  </a:lnTo>
                  <a:lnTo>
                    <a:pt x="132334" y="121793"/>
                  </a:lnTo>
                  <a:lnTo>
                    <a:pt x="136144" y="121793"/>
                  </a:lnTo>
                  <a:lnTo>
                    <a:pt x="151534" y="83566"/>
                  </a:lnTo>
                  <a:lnTo>
                    <a:pt x="134785" y="83566"/>
                  </a:lnTo>
                  <a:lnTo>
                    <a:pt x="110380" y="23241"/>
                  </a:lnTo>
                  <a:close/>
                </a:path>
                <a:path w="546100" h="123189">
                  <a:moveTo>
                    <a:pt x="100977" y="0"/>
                  </a:moveTo>
                  <a:lnTo>
                    <a:pt x="84556" y="0"/>
                  </a:lnTo>
                  <a:lnTo>
                    <a:pt x="50914" y="83566"/>
                  </a:lnTo>
                  <a:lnTo>
                    <a:pt x="68145" y="83566"/>
                  </a:lnTo>
                  <a:lnTo>
                    <a:pt x="92671" y="23241"/>
                  </a:lnTo>
                  <a:lnTo>
                    <a:pt x="110380" y="23241"/>
                  </a:lnTo>
                  <a:lnTo>
                    <a:pt x="100977" y="0"/>
                  </a:lnTo>
                  <a:close/>
                </a:path>
                <a:path w="546100" h="123189">
                  <a:moveTo>
                    <a:pt x="185178" y="0"/>
                  </a:moveTo>
                  <a:lnTo>
                    <a:pt x="167855" y="0"/>
                  </a:lnTo>
                  <a:lnTo>
                    <a:pt x="134785" y="83566"/>
                  </a:lnTo>
                  <a:lnTo>
                    <a:pt x="151534" y="83566"/>
                  </a:lnTo>
                  <a:lnTo>
                    <a:pt x="1851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73912" y="2168906"/>
              <a:ext cx="546100" cy="123189"/>
            </a:xfrm>
            <a:custGeom>
              <a:avLst/>
              <a:gdLst/>
              <a:ahLst/>
              <a:cxnLst/>
              <a:rect l="l" t="t" r="r" b="b"/>
              <a:pathLst>
                <a:path w="546100" h="123189">
                  <a:moveTo>
                    <a:pt x="388747" y="81788"/>
                  </a:moveTo>
                  <a:lnTo>
                    <a:pt x="378206" y="85852"/>
                  </a:lnTo>
                  <a:lnTo>
                    <a:pt x="372744" y="88011"/>
                  </a:lnTo>
                  <a:lnTo>
                    <a:pt x="368934" y="90170"/>
                  </a:lnTo>
                  <a:lnTo>
                    <a:pt x="366775" y="92329"/>
                  </a:lnTo>
                  <a:lnTo>
                    <a:pt x="364490" y="94488"/>
                  </a:lnTo>
                  <a:lnTo>
                    <a:pt x="363347" y="97282"/>
                  </a:lnTo>
                  <a:lnTo>
                    <a:pt x="363347" y="100457"/>
                  </a:lnTo>
                  <a:lnTo>
                    <a:pt x="363347" y="103759"/>
                  </a:lnTo>
                  <a:lnTo>
                    <a:pt x="364490" y="106426"/>
                  </a:lnTo>
                  <a:lnTo>
                    <a:pt x="366522" y="108585"/>
                  </a:lnTo>
                  <a:lnTo>
                    <a:pt x="368681" y="110617"/>
                  </a:lnTo>
                  <a:lnTo>
                    <a:pt x="371347" y="111633"/>
                  </a:lnTo>
                  <a:lnTo>
                    <a:pt x="374776" y="111633"/>
                  </a:lnTo>
                  <a:lnTo>
                    <a:pt x="379856" y="111633"/>
                  </a:lnTo>
                  <a:lnTo>
                    <a:pt x="384428" y="109601"/>
                  </a:lnTo>
                  <a:lnTo>
                    <a:pt x="388747" y="105537"/>
                  </a:lnTo>
                  <a:lnTo>
                    <a:pt x="388747" y="81788"/>
                  </a:lnTo>
                  <a:close/>
                </a:path>
                <a:path w="546100" h="123189">
                  <a:moveTo>
                    <a:pt x="315087" y="41402"/>
                  </a:moveTo>
                  <a:lnTo>
                    <a:pt x="330834" y="41402"/>
                  </a:lnTo>
                  <a:lnTo>
                    <a:pt x="330834" y="121285"/>
                  </a:lnTo>
                  <a:lnTo>
                    <a:pt x="315087" y="121285"/>
                  </a:lnTo>
                  <a:lnTo>
                    <a:pt x="315087" y="41402"/>
                  </a:lnTo>
                  <a:close/>
                </a:path>
                <a:path w="546100" h="123189">
                  <a:moveTo>
                    <a:pt x="196976" y="41402"/>
                  </a:moveTo>
                  <a:lnTo>
                    <a:pt x="212725" y="41402"/>
                  </a:lnTo>
                  <a:lnTo>
                    <a:pt x="212725" y="121285"/>
                  </a:lnTo>
                  <a:lnTo>
                    <a:pt x="196976" y="121285"/>
                  </a:lnTo>
                  <a:lnTo>
                    <a:pt x="196976" y="41402"/>
                  </a:lnTo>
                  <a:close/>
                </a:path>
                <a:path w="546100" h="123189">
                  <a:moveTo>
                    <a:pt x="375666" y="39878"/>
                  </a:moveTo>
                  <a:lnTo>
                    <a:pt x="384301" y="39878"/>
                  </a:lnTo>
                  <a:lnTo>
                    <a:pt x="391159" y="42164"/>
                  </a:lnTo>
                  <a:lnTo>
                    <a:pt x="396366" y="46609"/>
                  </a:lnTo>
                  <a:lnTo>
                    <a:pt x="398144" y="48133"/>
                  </a:lnTo>
                  <a:lnTo>
                    <a:pt x="399669" y="50038"/>
                  </a:lnTo>
                  <a:lnTo>
                    <a:pt x="401066" y="52451"/>
                  </a:lnTo>
                  <a:lnTo>
                    <a:pt x="402463" y="54864"/>
                  </a:lnTo>
                  <a:lnTo>
                    <a:pt x="403351" y="57277"/>
                  </a:lnTo>
                  <a:lnTo>
                    <a:pt x="403732" y="59563"/>
                  </a:lnTo>
                  <a:lnTo>
                    <a:pt x="404113" y="61976"/>
                  </a:lnTo>
                  <a:lnTo>
                    <a:pt x="404241" y="66548"/>
                  </a:lnTo>
                  <a:lnTo>
                    <a:pt x="404241" y="73279"/>
                  </a:lnTo>
                  <a:lnTo>
                    <a:pt x="404241" y="107188"/>
                  </a:lnTo>
                  <a:lnTo>
                    <a:pt x="404241" y="109982"/>
                  </a:lnTo>
                  <a:lnTo>
                    <a:pt x="405256" y="111379"/>
                  </a:lnTo>
                  <a:lnTo>
                    <a:pt x="407034" y="111379"/>
                  </a:lnTo>
                  <a:lnTo>
                    <a:pt x="408940" y="111379"/>
                  </a:lnTo>
                  <a:lnTo>
                    <a:pt x="411988" y="109855"/>
                  </a:lnTo>
                  <a:lnTo>
                    <a:pt x="416051" y="107061"/>
                  </a:lnTo>
                  <a:lnTo>
                    <a:pt x="416051" y="116713"/>
                  </a:lnTo>
                  <a:lnTo>
                    <a:pt x="412369" y="118999"/>
                  </a:lnTo>
                  <a:lnTo>
                    <a:pt x="409575" y="120650"/>
                  </a:lnTo>
                  <a:lnTo>
                    <a:pt x="407416" y="121412"/>
                  </a:lnTo>
                  <a:lnTo>
                    <a:pt x="405129" y="122301"/>
                  </a:lnTo>
                  <a:lnTo>
                    <a:pt x="402971" y="122682"/>
                  </a:lnTo>
                  <a:lnTo>
                    <a:pt x="400557" y="122682"/>
                  </a:lnTo>
                  <a:lnTo>
                    <a:pt x="393826" y="122682"/>
                  </a:lnTo>
                  <a:lnTo>
                    <a:pt x="389763" y="120015"/>
                  </a:lnTo>
                  <a:lnTo>
                    <a:pt x="388619" y="114681"/>
                  </a:lnTo>
                  <a:lnTo>
                    <a:pt x="381888" y="119888"/>
                  </a:lnTo>
                  <a:lnTo>
                    <a:pt x="374650" y="122555"/>
                  </a:lnTo>
                  <a:lnTo>
                    <a:pt x="367156" y="122555"/>
                  </a:lnTo>
                  <a:lnTo>
                    <a:pt x="361569" y="122555"/>
                  </a:lnTo>
                  <a:lnTo>
                    <a:pt x="356869" y="120650"/>
                  </a:lnTo>
                  <a:lnTo>
                    <a:pt x="353187" y="116967"/>
                  </a:lnTo>
                  <a:lnTo>
                    <a:pt x="349503" y="113284"/>
                  </a:lnTo>
                  <a:lnTo>
                    <a:pt x="347725" y="108712"/>
                  </a:lnTo>
                  <a:lnTo>
                    <a:pt x="347725" y="103124"/>
                  </a:lnTo>
                  <a:lnTo>
                    <a:pt x="347725" y="98171"/>
                  </a:lnTo>
                  <a:lnTo>
                    <a:pt x="368553" y="80264"/>
                  </a:lnTo>
                  <a:lnTo>
                    <a:pt x="388747" y="73279"/>
                  </a:lnTo>
                  <a:lnTo>
                    <a:pt x="388747" y="69088"/>
                  </a:lnTo>
                  <a:lnTo>
                    <a:pt x="388747" y="59436"/>
                  </a:lnTo>
                  <a:lnTo>
                    <a:pt x="383921" y="54610"/>
                  </a:lnTo>
                  <a:lnTo>
                    <a:pt x="374269" y="54610"/>
                  </a:lnTo>
                  <a:lnTo>
                    <a:pt x="367893" y="55443"/>
                  </a:lnTo>
                  <a:lnTo>
                    <a:pt x="361553" y="57943"/>
                  </a:lnTo>
                  <a:lnTo>
                    <a:pt x="355284" y="62110"/>
                  </a:lnTo>
                  <a:lnTo>
                    <a:pt x="349122" y="67945"/>
                  </a:lnTo>
                  <a:lnTo>
                    <a:pt x="349122" y="50673"/>
                  </a:lnTo>
                  <a:lnTo>
                    <a:pt x="354270" y="45932"/>
                  </a:lnTo>
                  <a:lnTo>
                    <a:pt x="360394" y="42560"/>
                  </a:lnTo>
                  <a:lnTo>
                    <a:pt x="367518" y="40546"/>
                  </a:lnTo>
                  <a:lnTo>
                    <a:pt x="375666" y="39878"/>
                  </a:lnTo>
                  <a:close/>
                </a:path>
                <a:path w="546100" h="123189">
                  <a:moveTo>
                    <a:pt x="519049" y="39751"/>
                  </a:moveTo>
                  <a:lnTo>
                    <a:pt x="526796" y="39751"/>
                  </a:lnTo>
                  <a:lnTo>
                    <a:pt x="533146" y="42545"/>
                  </a:lnTo>
                  <a:lnTo>
                    <a:pt x="545719" y="74168"/>
                  </a:lnTo>
                  <a:lnTo>
                    <a:pt x="545719" y="121285"/>
                  </a:lnTo>
                  <a:lnTo>
                    <a:pt x="529844" y="121285"/>
                  </a:lnTo>
                  <a:lnTo>
                    <a:pt x="529844" y="74041"/>
                  </a:lnTo>
                  <a:lnTo>
                    <a:pt x="529844" y="67310"/>
                  </a:lnTo>
                  <a:lnTo>
                    <a:pt x="528574" y="62230"/>
                  </a:lnTo>
                  <a:lnTo>
                    <a:pt x="525779" y="58674"/>
                  </a:lnTo>
                  <a:lnTo>
                    <a:pt x="523113" y="55118"/>
                  </a:lnTo>
                  <a:lnTo>
                    <a:pt x="519175" y="53467"/>
                  </a:lnTo>
                  <a:lnTo>
                    <a:pt x="514096" y="53467"/>
                  </a:lnTo>
                  <a:lnTo>
                    <a:pt x="507491" y="53467"/>
                  </a:lnTo>
                  <a:lnTo>
                    <a:pt x="501396" y="56769"/>
                  </a:lnTo>
                  <a:lnTo>
                    <a:pt x="495807" y="63246"/>
                  </a:lnTo>
                  <a:lnTo>
                    <a:pt x="495807" y="121285"/>
                  </a:lnTo>
                  <a:lnTo>
                    <a:pt x="479806" y="121285"/>
                  </a:lnTo>
                  <a:lnTo>
                    <a:pt x="479806" y="76835"/>
                  </a:lnTo>
                  <a:lnTo>
                    <a:pt x="479806" y="67945"/>
                  </a:lnTo>
                  <a:lnTo>
                    <a:pt x="478663" y="61849"/>
                  </a:lnTo>
                  <a:lnTo>
                    <a:pt x="476250" y="58293"/>
                  </a:lnTo>
                  <a:lnTo>
                    <a:pt x="473963" y="54864"/>
                  </a:lnTo>
                  <a:lnTo>
                    <a:pt x="469772" y="53086"/>
                  </a:lnTo>
                  <a:lnTo>
                    <a:pt x="463931" y="53086"/>
                  </a:lnTo>
                  <a:lnTo>
                    <a:pt x="460628" y="53086"/>
                  </a:lnTo>
                  <a:lnTo>
                    <a:pt x="457581" y="53848"/>
                  </a:lnTo>
                  <a:lnTo>
                    <a:pt x="454787" y="55372"/>
                  </a:lnTo>
                  <a:lnTo>
                    <a:pt x="452119" y="56769"/>
                  </a:lnTo>
                  <a:lnTo>
                    <a:pt x="448944" y="59436"/>
                  </a:lnTo>
                  <a:lnTo>
                    <a:pt x="445388" y="63246"/>
                  </a:lnTo>
                  <a:lnTo>
                    <a:pt x="445388" y="121285"/>
                  </a:lnTo>
                  <a:lnTo>
                    <a:pt x="429641" y="121285"/>
                  </a:lnTo>
                  <a:lnTo>
                    <a:pt x="429641" y="41402"/>
                  </a:lnTo>
                  <a:lnTo>
                    <a:pt x="445388" y="41402"/>
                  </a:lnTo>
                  <a:lnTo>
                    <a:pt x="445388" y="51943"/>
                  </a:lnTo>
                  <a:lnTo>
                    <a:pt x="451365" y="46682"/>
                  </a:lnTo>
                  <a:lnTo>
                    <a:pt x="457295" y="42910"/>
                  </a:lnTo>
                  <a:lnTo>
                    <a:pt x="463176" y="40638"/>
                  </a:lnTo>
                  <a:lnTo>
                    <a:pt x="469010" y="39878"/>
                  </a:lnTo>
                  <a:lnTo>
                    <a:pt x="476200" y="40780"/>
                  </a:lnTo>
                  <a:lnTo>
                    <a:pt x="482520" y="43481"/>
                  </a:lnTo>
                  <a:lnTo>
                    <a:pt x="487959" y="47968"/>
                  </a:lnTo>
                  <a:lnTo>
                    <a:pt x="492506" y="54229"/>
                  </a:lnTo>
                  <a:lnTo>
                    <a:pt x="498939" y="47894"/>
                  </a:lnTo>
                  <a:lnTo>
                    <a:pt x="505491" y="43370"/>
                  </a:lnTo>
                  <a:lnTo>
                    <a:pt x="512187" y="40655"/>
                  </a:lnTo>
                  <a:lnTo>
                    <a:pt x="519049" y="39751"/>
                  </a:lnTo>
                  <a:close/>
                </a:path>
                <a:path w="546100" h="123189">
                  <a:moveTo>
                    <a:pt x="322834" y="7874"/>
                  </a:moveTo>
                  <a:lnTo>
                    <a:pt x="325500" y="7874"/>
                  </a:lnTo>
                  <a:lnTo>
                    <a:pt x="327659" y="8763"/>
                  </a:lnTo>
                  <a:lnTo>
                    <a:pt x="329565" y="10541"/>
                  </a:lnTo>
                  <a:lnTo>
                    <a:pt x="331469" y="12319"/>
                  </a:lnTo>
                  <a:lnTo>
                    <a:pt x="332359" y="14478"/>
                  </a:lnTo>
                  <a:lnTo>
                    <a:pt x="332359" y="17145"/>
                  </a:lnTo>
                  <a:lnTo>
                    <a:pt x="332359" y="19685"/>
                  </a:lnTo>
                  <a:lnTo>
                    <a:pt x="331469" y="21844"/>
                  </a:lnTo>
                  <a:lnTo>
                    <a:pt x="329565" y="23749"/>
                  </a:lnTo>
                  <a:lnTo>
                    <a:pt x="327659" y="25527"/>
                  </a:lnTo>
                  <a:lnTo>
                    <a:pt x="325500" y="26543"/>
                  </a:lnTo>
                  <a:lnTo>
                    <a:pt x="322834" y="26543"/>
                  </a:lnTo>
                  <a:lnTo>
                    <a:pt x="320421" y="26543"/>
                  </a:lnTo>
                  <a:lnTo>
                    <a:pt x="318262" y="25527"/>
                  </a:lnTo>
                  <a:lnTo>
                    <a:pt x="316484" y="23622"/>
                  </a:lnTo>
                  <a:lnTo>
                    <a:pt x="314578" y="21844"/>
                  </a:lnTo>
                  <a:lnTo>
                    <a:pt x="313690" y="19558"/>
                  </a:lnTo>
                  <a:lnTo>
                    <a:pt x="313690" y="17145"/>
                  </a:lnTo>
                  <a:lnTo>
                    <a:pt x="313690" y="14732"/>
                  </a:lnTo>
                  <a:lnTo>
                    <a:pt x="314578" y="12573"/>
                  </a:lnTo>
                  <a:lnTo>
                    <a:pt x="316484" y="10668"/>
                  </a:lnTo>
                  <a:lnTo>
                    <a:pt x="318262" y="8763"/>
                  </a:lnTo>
                  <a:lnTo>
                    <a:pt x="320421" y="7874"/>
                  </a:lnTo>
                  <a:lnTo>
                    <a:pt x="322834" y="7874"/>
                  </a:lnTo>
                  <a:close/>
                </a:path>
                <a:path w="546100" h="123189">
                  <a:moveTo>
                    <a:pt x="204724" y="7874"/>
                  </a:moveTo>
                  <a:lnTo>
                    <a:pt x="207390" y="7874"/>
                  </a:lnTo>
                  <a:lnTo>
                    <a:pt x="209550" y="8763"/>
                  </a:lnTo>
                  <a:lnTo>
                    <a:pt x="211454" y="10541"/>
                  </a:lnTo>
                  <a:lnTo>
                    <a:pt x="213359" y="12319"/>
                  </a:lnTo>
                  <a:lnTo>
                    <a:pt x="214249" y="14478"/>
                  </a:lnTo>
                  <a:lnTo>
                    <a:pt x="214249" y="17145"/>
                  </a:lnTo>
                  <a:lnTo>
                    <a:pt x="214249" y="19685"/>
                  </a:lnTo>
                  <a:lnTo>
                    <a:pt x="213359" y="21844"/>
                  </a:lnTo>
                  <a:lnTo>
                    <a:pt x="211454" y="23749"/>
                  </a:lnTo>
                  <a:lnTo>
                    <a:pt x="209550" y="25527"/>
                  </a:lnTo>
                  <a:lnTo>
                    <a:pt x="207390" y="26543"/>
                  </a:lnTo>
                  <a:lnTo>
                    <a:pt x="204724" y="26543"/>
                  </a:lnTo>
                  <a:lnTo>
                    <a:pt x="202310" y="26543"/>
                  </a:lnTo>
                  <a:lnTo>
                    <a:pt x="200151" y="25527"/>
                  </a:lnTo>
                  <a:lnTo>
                    <a:pt x="198374" y="23622"/>
                  </a:lnTo>
                  <a:lnTo>
                    <a:pt x="196469" y="21844"/>
                  </a:lnTo>
                  <a:lnTo>
                    <a:pt x="195579" y="19558"/>
                  </a:lnTo>
                  <a:lnTo>
                    <a:pt x="195579" y="17145"/>
                  </a:lnTo>
                  <a:lnTo>
                    <a:pt x="195579" y="14732"/>
                  </a:lnTo>
                  <a:lnTo>
                    <a:pt x="196469" y="12573"/>
                  </a:lnTo>
                  <a:lnTo>
                    <a:pt x="198374" y="10668"/>
                  </a:lnTo>
                  <a:lnTo>
                    <a:pt x="200151" y="8763"/>
                  </a:lnTo>
                  <a:lnTo>
                    <a:pt x="202310" y="7874"/>
                  </a:lnTo>
                  <a:lnTo>
                    <a:pt x="204724" y="7874"/>
                  </a:lnTo>
                  <a:close/>
                </a:path>
                <a:path w="546100" h="123189">
                  <a:moveTo>
                    <a:pt x="275716" y="0"/>
                  </a:moveTo>
                  <a:lnTo>
                    <a:pt x="291465" y="0"/>
                  </a:lnTo>
                  <a:lnTo>
                    <a:pt x="291465" y="121285"/>
                  </a:lnTo>
                  <a:lnTo>
                    <a:pt x="275716" y="121285"/>
                  </a:lnTo>
                  <a:lnTo>
                    <a:pt x="275716" y="0"/>
                  </a:lnTo>
                  <a:close/>
                </a:path>
                <a:path w="546100" h="123189">
                  <a:moveTo>
                    <a:pt x="236347" y="0"/>
                  </a:moveTo>
                  <a:lnTo>
                    <a:pt x="252094" y="0"/>
                  </a:lnTo>
                  <a:lnTo>
                    <a:pt x="252094" y="121285"/>
                  </a:lnTo>
                  <a:lnTo>
                    <a:pt x="236347" y="121285"/>
                  </a:lnTo>
                  <a:lnTo>
                    <a:pt x="236347" y="0"/>
                  </a:lnTo>
                  <a:close/>
                </a:path>
                <a:path w="546100" h="123189">
                  <a:moveTo>
                    <a:pt x="0" y="0"/>
                  </a:moveTo>
                  <a:lnTo>
                    <a:pt x="17487" y="0"/>
                  </a:lnTo>
                  <a:lnTo>
                    <a:pt x="50914" y="83566"/>
                  </a:lnTo>
                  <a:lnTo>
                    <a:pt x="84556" y="0"/>
                  </a:lnTo>
                  <a:lnTo>
                    <a:pt x="100977" y="0"/>
                  </a:lnTo>
                  <a:lnTo>
                    <a:pt x="134785" y="83566"/>
                  </a:lnTo>
                  <a:lnTo>
                    <a:pt x="167855" y="0"/>
                  </a:lnTo>
                  <a:lnTo>
                    <a:pt x="185178" y="0"/>
                  </a:lnTo>
                  <a:lnTo>
                    <a:pt x="136144" y="121793"/>
                  </a:lnTo>
                  <a:lnTo>
                    <a:pt x="132334" y="121793"/>
                  </a:lnTo>
                  <a:lnTo>
                    <a:pt x="92671" y="23241"/>
                  </a:lnTo>
                  <a:lnTo>
                    <a:pt x="52603" y="121793"/>
                  </a:lnTo>
                  <a:lnTo>
                    <a:pt x="48882" y="121793"/>
                  </a:lnTo>
                  <a:lnTo>
                    <a:pt x="0" y="0"/>
                  </a:lnTo>
                  <a:close/>
                </a:path>
              </a:pathLst>
            </a:custGeom>
            <a:ln w="10160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23898" y="2163698"/>
            <a:ext cx="535686" cy="13296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40736" y="2161920"/>
            <a:ext cx="449706" cy="174116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77439" y="2163826"/>
            <a:ext cx="171831" cy="13271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41472" y="2163826"/>
            <a:ext cx="932560" cy="172212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63948" y="2163826"/>
            <a:ext cx="173100" cy="13271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425822" y="2163826"/>
            <a:ext cx="1067307" cy="172212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569330" y="2162301"/>
            <a:ext cx="252221" cy="13436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7199" y="2463419"/>
            <a:ext cx="420916" cy="132968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72985" y="2428620"/>
            <a:ext cx="806538" cy="187451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94791" y="2887217"/>
            <a:ext cx="898144" cy="154304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1514602" y="2888360"/>
            <a:ext cx="290830" cy="133985"/>
            <a:chOff x="1514602" y="2888360"/>
            <a:chExt cx="290830" cy="133985"/>
          </a:xfrm>
        </p:grpSpPr>
        <p:sp>
          <p:nvSpPr>
            <p:cNvPr id="25" name="object 25"/>
            <p:cNvSpPr/>
            <p:nvPr/>
          </p:nvSpPr>
          <p:spPr>
            <a:xfrm>
              <a:off x="1519682" y="2893440"/>
              <a:ext cx="280670" cy="123825"/>
            </a:xfrm>
            <a:custGeom>
              <a:avLst/>
              <a:gdLst/>
              <a:ahLst/>
              <a:cxnLst/>
              <a:rect l="l" t="t" r="r" b="b"/>
              <a:pathLst>
                <a:path w="280669" h="123825">
                  <a:moveTo>
                    <a:pt x="280162" y="115316"/>
                  </a:moveTo>
                  <a:lnTo>
                    <a:pt x="252730" y="115316"/>
                  </a:lnTo>
                  <a:lnTo>
                    <a:pt x="253873" y="120650"/>
                  </a:lnTo>
                  <a:lnTo>
                    <a:pt x="257937" y="123317"/>
                  </a:lnTo>
                  <a:lnTo>
                    <a:pt x="267081" y="123317"/>
                  </a:lnTo>
                  <a:lnTo>
                    <a:pt x="269240" y="122936"/>
                  </a:lnTo>
                  <a:lnTo>
                    <a:pt x="271525" y="122047"/>
                  </a:lnTo>
                  <a:lnTo>
                    <a:pt x="273685" y="121285"/>
                  </a:lnTo>
                  <a:lnTo>
                    <a:pt x="276479" y="119634"/>
                  </a:lnTo>
                  <a:lnTo>
                    <a:pt x="280162" y="117348"/>
                  </a:lnTo>
                  <a:lnTo>
                    <a:pt x="280162" y="115316"/>
                  </a:lnTo>
                  <a:close/>
                </a:path>
                <a:path w="280669" h="123825">
                  <a:moveTo>
                    <a:pt x="266425" y="55245"/>
                  </a:moveTo>
                  <a:lnTo>
                    <a:pt x="248031" y="55245"/>
                  </a:lnTo>
                  <a:lnTo>
                    <a:pt x="252856" y="60071"/>
                  </a:lnTo>
                  <a:lnTo>
                    <a:pt x="252856" y="73913"/>
                  </a:lnTo>
                  <a:lnTo>
                    <a:pt x="217169" y="90297"/>
                  </a:lnTo>
                  <a:lnTo>
                    <a:pt x="211836" y="98806"/>
                  </a:lnTo>
                  <a:lnTo>
                    <a:pt x="211836" y="109347"/>
                  </a:lnTo>
                  <a:lnTo>
                    <a:pt x="213613" y="113919"/>
                  </a:lnTo>
                  <a:lnTo>
                    <a:pt x="220980" y="121285"/>
                  </a:lnTo>
                  <a:lnTo>
                    <a:pt x="225679" y="123189"/>
                  </a:lnTo>
                  <a:lnTo>
                    <a:pt x="238760" y="123189"/>
                  </a:lnTo>
                  <a:lnTo>
                    <a:pt x="245654" y="120650"/>
                  </a:lnTo>
                  <a:lnTo>
                    <a:pt x="245834" y="120650"/>
                  </a:lnTo>
                  <a:lnTo>
                    <a:pt x="252730" y="115316"/>
                  </a:lnTo>
                  <a:lnTo>
                    <a:pt x="280162" y="115316"/>
                  </a:lnTo>
                  <a:lnTo>
                    <a:pt x="280162" y="112268"/>
                  </a:lnTo>
                  <a:lnTo>
                    <a:pt x="235457" y="112268"/>
                  </a:lnTo>
                  <a:lnTo>
                    <a:pt x="232791" y="111251"/>
                  </a:lnTo>
                  <a:lnTo>
                    <a:pt x="230766" y="109347"/>
                  </a:lnTo>
                  <a:lnTo>
                    <a:pt x="228600" y="107061"/>
                  </a:lnTo>
                  <a:lnTo>
                    <a:pt x="227456" y="104394"/>
                  </a:lnTo>
                  <a:lnTo>
                    <a:pt x="227456" y="97917"/>
                  </a:lnTo>
                  <a:lnTo>
                    <a:pt x="228600" y="95123"/>
                  </a:lnTo>
                  <a:lnTo>
                    <a:pt x="230886" y="92963"/>
                  </a:lnTo>
                  <a:lnTo>
                    <a:pt x="233044" y="90805"/>
                  </a:lnTo>
                  <a:lnTo>
                    <a:pt x="236855" y="88646"/>
                  </a:lnTo>
                  <a:lnTo>
                    <a:pt x="252856" y="82423"/>
                  </a:lnTo>
                  <a:lnTo>
                    <a:pt x="268276" y="82423"/>
                  </a:lnTo>
                  <a:lnTo>
                    <a:pt x="268224" y="62611"/>
                  </a:lnTo>
                  <a:lnTo>
                    <a:pt x="267570" y="58578"/>
                  </a:lnTo>
                  <a:lnTo>
                    <a:pt x="267462" y="57912"/>
                  </a:lnTo>
                  <a:lnTo>
                    <a:pt x="266573" y="55499"/>
                  </a:lnTo>
                  <a:lnTo>
                    <a:pt x="266425" y="55245"/>
                  </a:lnTo>
                  <a:close/>
                </a:path>
                <a:path w="280669" h="123825">
                  <a:moveTo>
                    <a:pt x="268276" y="82423"/>
                  </a:moveTo>
                  <a:lnTo>
                    <a:pt x="252856" y="82423"/>
                  </a:lnTo>
                  <a:lnTo>
                    <a:pt x="252856" y="106172"/>
                  </a:lnTo>
                  <a:lnTo>
                    <a:pt x="248538" y="110236"/>
                  </a:lnTo>
                  <a:lnTo>
                    <a:pt x="243967" y="112268"/>
                  </a:lnTo>
                  <a:lnTo>
                    <a:pt x="280162" y="112268"/>
                  </a:lnTo>
                  <a:lnTo>
                    <a:pt x="280162" y="112013"/>
                  </a:lnTo>
                  <a:lnTo>
                    <a:pt x="269367" y="112013"/>
                  </a:lnTo>
                  <a:lnTo>
                    <a:pt x="268350" y="110617"/>
                  </a:lnTo>
                  <a:lnTo>
                    <a:pt x="268276" y="82423"/>
                  </a:lnTo>
                  <a:close/>
                </a:path>
                <a:path w="280669" h="123825">
                  <a:moveTo>
                    <a:pt x="280162" y="107696"/>
                  </a:moveTo>
                  <a:lnTo>
                    <a:pt x="276098" y="110489"/>
                  </a:lnTo>
                  <a:lnTo>
                    <a:pt x="273050" y="112013"/>
                  </a:lnTo>
                  <a:lnTo>
                    <a:pt x="280162" y="112013"/>
                  </a:lnTo>
                  <a:lnTo>
                    <a:pt x="280162" y="107696"/>
                  </a:lnTo>
                  <a:close/>
                </a:path>
                <a:path w="280669" h="123825">
                  <a:moveTo>
                    <a:pt x="248412" y="40512"/>
                  </a:moveTo>
                  <a:lnTo>
                    <a:pt x="239775" y="40512"/>
                  </a:lnTo>
                  <a:lnTo>
                    <a:pt x="231628" y="41181"/>
                  </a:lnTo>
                  <a:lnTo>
                    <a:pt x="224504" y="43195"/>
                  </a:lnTo>
                  <a:lnTo>
                    <a:pt x="218380" y="46567"/>
                  </a:lnTo>
                  <a:lnTo>
                    <a:pt x="213232" y="51308"/>
                  </a:lnTo>
                  <a:lnTo>
                    <a:pt x="213232" y="68580"/>
                  </a:lnTo>
                  <a:lnTo>
                    <a:pt x="219394" y="62745"/>
                  </a:lnTo>
                  <a:lnTo>
                    <a:pt x="225663" y="58578"/>
                  </a:lnTo>
                  <a:lnTo>
                    <a:pt x="232003" y="56078"/>
                  </a:lnTo>
                  <a:lnTo>
                    <a:pt x="238379" y="55245"/>
                  </a:lnTo>
                  <a:lnTo>
                    <a:pt x="266425" y="55245"/>
                  </a:lnTo>
                  <a:lnTo>
                    <a:pt x="263779" y="50673"/>
                  </a:lnTo>
                  <a:lnTo>
                    <a:pt x="262255" y="48768"/>
                  </a:lnTo>
                  <a:lnTo>
                    <a:pt x="255269" y="42799"/>
                  </a:lnTo>
                  <a:lnTo>
                    <a:pt x="248412" y="40512"/>
                  </a:lnTo>
                  <a:close/>
                </a:path>
                <a:path w="280669" h="123825">
                  <a:moveTo>
                    <a:pt x="145161" y="42037"/>
                  </a:moveTo>
                  <a:lnTo>
                    <a:pt x="128905" y="42037"/>
                  </a:lnTo>
                  <a:lnTo>
                    <a:pt x="128905" y="121920"/>
                  </a:lnTo>
                  <a:lnTo>
                    <a:pt x="145161" y="121920"/>
                  </a:lnTo>
                  <a:lnTo>
                    <a:pt x="145161" y="64897"/>
                  </a:lnTo>
                  <a:lnTo>
                    <a:pt x="150368" y="57404"/>
                  </a:lnTo>
                  <a:lnTo>
                    <a:pt x="156591" y="53721"/>
                  </a:lnTo>
                  <a:lnTo>
                    <a:pt x="192186" y="53721"/>
                  </a:lnTo>
                  <a:lnTo>
                    <a:pt x="191466" y="52197"/>
                  </a:lnTo>
                  <a:lnTo>
                    <a:pt x="145161" y="52197"/>
                  </a:lnTo>
                  <a:lnTo>
                    <a:pt x="145161" y="42037"/>
                  </a:lnTo>
                  <a:close/>
                </a:path>
                <a:path w="280669" h="123825">
                  <a:moveTo>
                    <a:pt x="192186" y="53721"/>
                  </a:moveTo>
                  <a:lnTo>
                    <a:pt x="169925" y="53721"/>
                  </a:lnTo>
                  <a:lnTo>
                    <a:pt x="174117" y="55499"/>
                  </a:lnTo>
                  <a:lnTo>
                    <a:pt x="176656" y="58928"/>
                  </a:lnTo>
                  <a:lnTo>
                    <a:pt x="179069" y="62484"/>
                  </a:lnTo>
                  <a:lnTo>
                    <a:pt x="180340" y="68325"/>
                  </a:lnTo>
                  <a:lnTo>
                    <a:pt x="180340" y="121920"/>
                  </a:lnTo>
                  <a:lnTo>
                    <a:pt x="196215" y="121920"/>
                  </a:lnTo>
                  <a:lnTo>
                    <a:pt x="196215" y="66548"/>
                  </a:lnTo>
                  <a:lnTo>
                    <a:pt x="195072" y="59436"/>
                  </a:lnTo>
                  <a:lnTo>
                    <a:pt x="192786" y="54991"/>
                  </a:lnTo>
                  <a:lnTo>
                    <a:pt x="192186" y="53721"/>
                  </a:lnTo>
                  <a:close/>
                </a:path>
                <a:path w="280669" h="123825">
                  <a:moveTo>
                    <a:pt x="174117" y="40512"/>
                  </a:moveTo>
                  <a:lnTo>
                    <a:pt x="169163" y="40512"/>
                  </a:lnTo>
                  <a:lnTo>
                    <a:pt x="162591" y="41249"/>
                  </a:lnTo>
                  <a:lnTo>
                    <a:pt x="156400" y="43449"/>
                  </a:lnTo>
                  <a:lnTo>
                    <a:pt x="150590" y="47103"/>
                  </a:lnTo>
                  <a:lnTo>
                    <a:pt x="145161" y="52197"/>
                  </a:lnTo>
                  <a:lnTo>
                    <a:pt x="191466" y="52197"/>
                  </a:lnTo>
                  <a:lnTo>
                    <a:pt x="174117" y="40512"/>
                  </a:lnTo>
                  <a:close/>
                </a:path>
                <a:path w="280669" h="123825">
                  <a:moveTo>
                    <a:pt x="64262" y="0"/>
                  </a:moveTo>
                  <a:lnTo>
                    <a:pt x="52070" y="0"/>
                  </a:lnTo>
                  <a:lnTo>
                    <a:pt x="0" y="121920"/>
                  </a:lnTo>
                  <a:lnTo>
                    <a:pt x="17780" y="121920"/>
                  </a:lnTo>
                  <a:lnTo>
                    <a:pt x="33020" y="85979"/>
                  </a:lnTo>
                  <a:lnTo>
                    <a:pt x="102594" y="85979"/>
                  </a:lnTo>
                  <a:lnTo>
                    <a:pt x="95686" y="70485"/>
                  </a:lnTo>
                  <a:lnTo>
                    <a:pt x="39878" y="70485"/>
                  </a:lnTo>
                  <a:lnTo>
                    <a:pt x="58039" y="26670"/>
                  </a:lnTo>
                  <a:lnTo>
                    <a:pt x="76152" y="26670"/>
                  </a:lnTo>
                  <a:lnTo>
                    <a:pt x="64262" y="0"/>
                  </a:lnTo>
                  <a:close/>
                </a:path>
                <a:path w="280669" h="123825">
                  <a:moveTo>
                    <a:pt x="102594" y="85979"/>
                  </a:moveTo>
                  <a:lnTo>
                    <a:pt x="84709" y="85979"/>
                  </a:lnTo>
                  <a:lnTo>
                    <a:pt x="100965" y="121920"/>
                  </a:lnTo>
                  <a:lnTo>
                    <a:pt x="118618" y="121920"/>
                  </a:lnTo>
                  <a:lnTo>
                    <a:pt x="102594" y="85979"/>
                  </a:lnTo>
                  <a:close/>
                </a:path>
                <a:path w="280669" h="123825">
                  <a:moveTo>
                    <a:pt x="76152" y="26670"/>
                  </a:moveTo>
                  <a:lnTo>
                    <a:pt x="58039" y="26670"/>
                  </a:lnTo>
                  <a:lnTo>
                    <a:pt x="77597" y="70485"/>
                  </a:lnTo>
                  <a:lnTo>
                    <a:pt x="95686" y="70485"/>
                  </a:lnTo>
                  <a:lnTo>
                    <a:pt x="76152" y="266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14602" y="2888360"/>
              <a:ext cx="290322" cy="133476"/>
            </a:xfrm>
            <a:prstGeom prst="rect">
              <a:avLst/>
            </a:prstGeom>
          </p:spPr>
        </p:pic>
      </p:grpSp>
      <p:pic>
        <p:nvPicPr>
          <p:cNvPr id="27" name="object 2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951101" y="2888995"/>
            <a:ext cx="84962" cy="132841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166239" y="2887472"/>
            <a:ext cx="205740" cy="154050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501138" y="2887217"/>
            <a:ext cx="737108" cy="154304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373246" y="2888995"/>
            <a:ext cx="509142" cy="132714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019041" y="2888360"/>
            <a:ext cx="158241" cy="133476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299711" y="2888995"/>
            <a:ext cx="125221" cy="132841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4559680" y="2888995"/>
            <a:ext cx="954531" cy="132841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658865" y="2888995"/>
            <a:ext cx="165607" cy="132841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04951" y="3185667"/>
            <a:ext cx="4527042" cy="173989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508330" y="3612260"/>
            <a:ext cx="1192453" cy="172974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787017" y="3610990"/>
            <a:ext cx="448437" cy="174117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327020" y="3652773"/>
            <a:ext cx="82169" cy="92837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504185" y="3612896"/>
            <a:ext cx="439800" cy="172212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043935" y="3612896"/>
            <a:ext cx="171704" cy="132715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3312921" y="3612896"/>
            <a:ext cx="963421" cy="172212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4357751" y="3611371"/>
            <a:ext cx="252221" cy="134366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4709667" y="3612769"/>
            <a:ext cx="420877" cy="132969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5211317" y="3611371"/>
            <a:ext cx="609091" cy="173736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508152" y="3909821"/>
            <a:ext cx="1066901" cy="173736"/>
          </a:xfrm>
          <a:prstGeom prst="rect">
            <a:avLst/>
          </a:prstGeom>
        </p:spPr>
      </p:pic>
      <p:grpSp>
        <p:nvGrpSpPr>
          <p:cNvPr id="46" name="object 46"/>
          <p:cNvGrpSpPr/>
          <p:nvPr/>
        </p:nvGrpSpPr>
        <p:grpSpPr>
          <a:xfrm>
            <a:off x="507809" y="4336288"/>
            <a:ext cx="928369" cy="154305"/>
            <a:chOff x="507809" y="4336288"/>
            <a:chExt cx="928369" cy="154305"/>
          </a:xfrm>
        </p:grpSpPr>
        <p:sp>
          <p:nvSpPr>
            <p:cNvPr id="47" name="object 47"/>
            <p:cNvSpPr/>
            <p:nvPr/>
          </p:nvSpPr>
          <p:spPr>
            <a:xfrm>
              <a:off x="512889" y="4341368"/>
              <a:ext cx="918210" cy="144145"/>
            </a:xfrm>
            <a:custGeom>
              <a:avLst/>
              <a:gdLst/>
              <a:ahLst/>
              <a:cxnLst/>
              <a:rect l="l" t="t" r="r" b="b"/>
              <a:pathLst>
                <a:path w="918210" h="144145">
                  <a:moveTo>
                    <a:pt x="909637" y="100202"/>
                  </a:moveTo>
                  <a:lnTo>
                    <a:pt x="903287" y="100202"/>
                  </a:lnTo>
                  <a:lnTo>
                    <a:pt x="900747" y="101345"/>
                  </a:lnTo>
                  <a:lnTo>
                    <a:pt x="898588" y="103631"/>
                  </a:lnTo>
                  <a:lnTo>
                    <a:pt x="896556" y="105917"/>
                  </a:lnTo>
                  <a:lnTo>
                    <a:pt x="895413" y="108584"/>
                  </a:lnTo>
                  <a:lnTo>
                    <a:pt x="895413" y="117474"/>
                  </a:lnTo>
                  <a:lnTo>
                    <a:pt x="898461" y="121284"/>
                  </a:lnTo>
                  <a:lnTo>
                    <a:pt x="905128" y="123189"/>
                  </a:lnTo>
                  <a:lnTo>
                    <a:pt x="904677" y="123189"/>
                  </a:lnTo>
                  <a:lnTo>
                    <a:pt x="904430" y="127380"/>
                  </a:lnTo>
                  <a:lnTo>
                    <a:pt x="903922" y="130809"/>
                  </a:lnTo>
                  <a:lnTo>
                    <a:pt x="902779" y="133349"/>
                  </a:lnTo>
                  <a:lnTo>
                    <a:pt x="901763" y="135889"/>
                  </a:lnTo>
                  <a:lnTo>
                    <a:pt x="899845" y="138556"/>
                  </a:lnTo>
                  <a:lnTo>
                    <a:pt x="897318" y="140842"/>
                  </a:lnTo>
                  <a:lnTo>
                    <a:pt x="897318" y="144144"/>
                  </a:lnTo>
                  <a:lnTo>
                    <a:pt x="918146" y="123189"/>
                  </a:lnTo>
                  <a:lnTo>
                    <a:pt x="918146" y="112013"/>
                  </a:lnTo>
                  <a:lnTo>
                    <a:pt x="917130" y="107949"/>
                  </a:lnTo>
                  <a:lnTo>
                    <a:pt x="914844" y="104901"/>
                  </a:lnTo>
                  <a:lnTo>
                    <a:pt x="912558" y="101726"/>
                  </a:lnTo>
                  <a:lnTo>
                    <a:pt x="909637" y="100202"/>
                  </a:lnTo>
                  <a:close/>
                </a:path>
                <a:path w="918210" h="144145">
                  <a:moveTo>
                    <a:pt x="560552" y="1142"/>
                  </a:moveTo>
                  <a:lnTo>
                    <a:pt x="548347" y="1142"/>
                  </a:lnTo>
                  <a:lnTo>
                    <a:pt x="496252" y="123062"/>
                  </a:lnTo>
                  <a:lnTo>
                    <a:pt x="514095" y="123062"/>
                  </a:lnTo>
                  <a:lnTo>
                    <a:pt x="529247" y="87121"/>
                  </a:lnTo>
                  <a:lnTo>
                    <a:pt x="598893" y="87121"/>
                  </a:lnTo>
                  <a:lnTo>
                    <a:pt x="591984" y="71627"/>
                  </a:lnTo>
                  <a:lnTo>
                    <a:pt x="536143" y="71627"/>
                  </a:lnTo>
                  <a:lnTo>
                    <a:pt x="554291" y="27812"/>
                  </a:lnTo>
                  <a:lnTo>
                    <a:pt x="572445" y="27812"/>
                  </a:lnTo>
                  <a:lnTo>
                    <a:pt x="560552" y="1142"/>
                  </a:lnTo>
                  <a:close/>
                </a:path>
                <a:path w="918210" h="144145">
                  <a:moveTo>
                    <a:pt x="598893" y="87121"/>
                  </a:moveTo>
                  <a:lnTo>
                    <a:pt x="580986" y="87121"/>
                  </a:lnTo>
                  <a:lnTo>
                    <a:pt x="597154" y="123062"/>
                  </a:lnTo>
                  <a:lnTo>
                    <a:pt x="614921" y="123062"/>
                  </a:lnTo>
                  <a:lnTo>
                    <a:pt x="598893" y="87121"/>
                  </a:lnTo>
                  <a:close/>
                </a:path>
                <a:path w="918210" h="144145">
                  <a:moveTo>
                    <a:pt x="572445" y="27812"/>
                  </a:moveTo>
                  <a:lnTo>
                    <a:pt x="554291" y="27812"/>
                  </a:lnTo>
                  <a:lnTo>
                    <a:pt x="573849" y="71627"/>
                  </a:lnTo>
                  <a:lnTo>
                    <a:pt x="591984" y="71627"/>
                  </a:lnTo>
                  <a:lnTo>
                    <a:pt x="572445" y="27812"/>
                  </a:lnTo>
                  <a:close/>
                </a:path>
                <a:path w="918210" h="144145">
                  <a:moveTo>
                    <a:pt x="189712" y="1142"/>
                  </a:moveTo>
                  <a:lnTo>
                    <a:pt x="177507" y="1142"/>
                  </a:lnTo>
                  <a:lnTo>
                    <a:pt x="125412" y="123062"/>
                  </a:lnTo>
                  <a:lnTo>
                    <a:pt x="143256" y="123062"/>
                  </a:lnTo>
                  <a:lnTo>
                    <a:pt x="158407" y="87121"/>
                  </a:lnTo>
                  <a:lnTo>
                    <a:pt x="228053" y="87121"/>
                  </a:lnTo>
                  <a:lnTo>
                    <a:pt x="221144" y="71627"/>
                  </a:lnTo>
                  <a:lnTo>
                    <a:pt x="165303" y="71627"/>
                  </a:lnTo>
                  <a:lnTo>
                    <a:pt x="183451" y="27812"/>
                  </a:lnTo>
                  <a:lnTo>
                    <a:pt x="201605" y="27812"/>
                  </a:lnTo>
                  <a:lnTo>
                    <a:pt x="189712" y="1142"/>
                  </a:lnTo>
                  <a:close/>
                </a:path>
                <a:path w="918210" h="144145">
                  <a:moveTo>
                    <a:pt x="228053" y="87121"/>
                  </a:moveTo>
                  <a:lnTo>
                    <a:pt x="210146" y="87121"/>
                  </a:lnTo>
                  <a:lnTo>
                    <a:pt x="226314" y="123062"/>
                  </a:lnTo>
                  <a:lnTo>
                    <a:pt x="244081" y="123062"/>
                  </a:lnTo>
                  <a:lnTo>
                    <a:pt x="228053" y="87121"/>
                  </a:lnTo>
                  <a:close/>
                </a:path>
                <a:path w="918210" h="144145">
                  <a:moveTo>
                    <a:pt x="201605" y="27812"/>
                  </a:moveTo>
                  <a:lnTo>
                    <a:pt x="183451" y="27812"/>
                  </a:lnTo>
                  <a:lnTo>
                    <a:pt x="203009" y="71627"/>
                  </a:lnTo>
                  <a:lnTo>
                    <a:pt x="221144" y="71627"/>
                  </a:lnTo>
                  <a:lnTo>
                    <a:pt x="201605" y="27812"/>
                  </a:lnTo>
                  <a:close/>
                </a:path>
                <a:path w="918210" h="144145">
                  <a:moveTo>
                    <a:pt x="825690" y="0"/>
                  </a:moveTo>
                  <a:lnTo>
                    <a:pt x="779208" y="17906"/>
                  </a:lnTo>
                  <a:lnTo>
                    <a:pt x="760860" y="62102"/>
                  </a:lnTo>
                  <a:lnTo>
                    <a:pt x="760793" y="62864"/>
                  </a:lnTo>
                  <a:lnTo>
                    <a:pt x="761917" y="75322"/>
                  </a:lnTo>
                  <a:lnTo>
                    <a:pt x="761936" y="75537"/>
                  </a:lnTo>
                  <a:lnTo>
                    <a:pt x="788777" y="114601"/>
                  </a:lnTo>
                  <a:lnTo>
                    <a:pt x="824674" y="124459"/>
                  </a:lnTo>
                  <a:lnTo>
                    <a:pt x="838438" y="123364"/>
                  </a:lnTo>
                  <a:lnTo>
                    <a:pt x="850963" y="120078"/>
                  </a:lnTo>
                  <a:lnTo>
                    <a:pt x="862250" y="114601"/>
                  </a:lnTo>
                  <a:lnTo>
                    <a:pt x="870302" y="108457"/>
                  </a:lnTo>
                  <a:lnTo>
                    <a:pt x="825817" y="108457"/>
                  </a:lnTo>
                  <a:lnTo>
                    <a:pt x="816147" y="107648"/>
                  </a:lnTo>
                  <a:lnTo>
                    <a:pt x="782097" y="80803"/>
                  </a:lnTo>
                  <a:lnTo>
                    <a:pt x="778700" y="62864"/>
                  </a:lnTo>
                  <a:lnTo>
                    <a:pt x="779553" y="53201"/>
                  </a:lnTo>
                  <a:lnTo>
                    <a:pt x="782097" y="44418"/>
                  </a:lnTo>
                  <a:lnTo>
                    <a:pt x="786238" y="36671"/>
                  </a:lnTo>
                  <a:lnTo>
                    <a:pt x="786308" y="36540"/>
                  </a:lnTo>
                  <a:lnTo>
                    <a:pt x="792055" y="29717"/>
                  </a:lnTo>
                  <a:lnTo>
                    <a:pt x="792162" y="29590"/>
                  </a:lnTo>
                  <a:lnTo>
                    <a:pt x="799236" y="23957"/>
                  </a:lnTo>
                  <a:lnTo>
                    <a:pt x="807355" y="19827"/>
                  </a:lnTo>
                  <a:lnTo>
                    <a:pt x="816390" y="17341"/>
                  </a:lnTo>
                  <a:lnTo>
                    <a:pt x="826325" y="16509"/>
                  </a:lnTo>
                  <a:lnTo>
                    <a:pt x="870656" y="16509"/>
                  </a:lnTo>
                  <a:lnTo>
                    <a:pt x="862498" y="10072"/>
                  </a:lnTo>
                  <a:lnTo>
                    <a:pt x="851392" y="4476"/>
                  </a:lnTo>
                  <a:lnTo>
                    <a:pt x="839118" y="1119"/>
                  </a:lnTo>
                  <a:lnTo>
                    <a:pt x="825690" y="0"/>
                  </a:lnTo>
                  <a:close/>
                </a:path>
                <a:path w="918210" h="144145">
                  <a:moveTo>
                    <a:pt x="870656" y="16509"/>
                  </a:moveTo>
                  <a:lnTo>
                    <a:pt x="826325" y="16509"/>
                  </a:lnTo>
                  <a:lnTo>
                    <a:pt x="835848" y="17341"/>
                  </a:lnTo>
                  <a:lnTo>
                    <a:pt x="844597" y="19827"/>
                  </a:lnTo>
                  <a:lnTo>
                    <a:pt x="852560" y="23957"/>
                  </a:lnTo>
                  <a:lnTo>
                    <a:pt x="859726" y="29717"/>
                  </a:lnTo>
                  <a:lnTo>
                    <a:pt x="865542" y="36540"/>
                  </a:lnTo>
                  <a:lnTo>
                    <a:pt x="865653" y="36671"/>
                  </a:lnTo>
                  <a:lnTo>
                    <a:pt x="869911" y="44418"/>
                  </a:lnTo>
                  <a:lnTo>
                    <a:pt x="872460" y="52863"/>
                  </a:lnTo>
                  <a:lnTo>
                    <a:pt x="873315" y="62102"/>
                  </a:lnTo>
                  <a:lnTo>
                    <a:pt x="872460" y="71604"/>
                  </a:lnTo>
                  <a:lnTo>
                    <a:pt x="844331" y="105219"/>
                  </a:lnTo>
                  <a:lnTo>
                    <a:pt x="844202" y="105219"/>
                  </a:lnTo>
                  <a:lnTo>
                    <a:pt x="835502" y="107648"/>
                  </a:lnTo>
                  <a:lnTo>
                    <a:pt x="835324" y="107648"/>
                  </a:lnTo>
                  <a:lnTo>
                    <a:pt x="825817" y="108457"/>
                  </a:lnTo>
                  <a:lnTo>
                    <a:pt x="870302" y="108457"/>
                  </a:lnTo>
                  <a:lnTo>
                    <a:pt x="889968" y="75537"/>
                  </a:lnTo>
                  <a:lnTo>
                    <a:pt x="891187" y="62102"/>
                  </a:lnTo>
                  <a:lnTo>
                    <a:pt x="890073" y="49839"/>
                  </a:lnTo>
                  <a:lnTo>
                    <a:pt x="890053" y="49625"/>
                  </a:lnTo>
                  <a:lnTo>
                    <a:pt x="886567" y="38004"/>
                  </a:lnTo>
                  <a:lnTo>
                    <a:pt x="885851" y="36671"/>
                  </a:lnTo>
                  <a:lnTo>
                    <a:pt x="880680" y="27360"/>
                  </a:lnTo>
                  <a:lnTo>
                    <a:pt x="872426" y="17906"/>
                  </a:lnTo>
                  <a:lnTo>
                    <a:pt x="870656" y="16509"/>
                  </a:lnTo>
                  <a:close/>
                </a:path>
                <a:path w="918210" h="144145">
                  <a:moveTo>
                    <a:pt x="642315" y="1777"/>
                  </a:moveTo>
                  <a:lnTo>
                    <a:pt x="628256" y="1777"/>
                  </a:lnTo>
                  <a:lnTo>
                    <a:pt x="628256" y="123062"/>
                  </a:lnTo>
                  <a:lnTo>
                    <a:pt x="644575" y="123062"/>
                  </a:lnTo>
                  <a:lnTo>
                    <a:pt x="644575" y="29717"/>
                  </a:lnTo>
                  <a:lnTo>
                    <a:pt x="666561" y="29717"/>
                  </a:lnTo>
                  <a:lnTo>
                    <a:pt x="642315" y="1777"/>
                  </a:lnTo>
                  <a:close/>
                </a:path>
                <a:path w="918210" h="144145">
                  <a:moveTo>
                    <a:pt x="666561" y="29717"/>
                  </a:moveTo>
                  <a:lnTo>
                    <a:pt x="644575" y="29717"/>
                  </a:lnTo>
                  <a:lnTo>
                    <a:pt x="725652" y="123062"/>
                  </a:lnTo>
                  <a:lnTo>
                    <a:pt x="740587" y="123062"/>
                  </a:lnTo>
                  <a:lnTo>
                    <a:pt x="740587" y="96011"/>
                  </a:lnTo>
                  <a:lnTo>
                    <a:pt x="724090" y="96011"/>
                  </a:lnTo>
                  <a:lnTo>
                    <a:pt x="666561" y="29717"/>
                  </a:lnTo>
                  <a:close/>
                </a:path>
                <a:path w="918210" h="144145">
                  <a:moveTo>
                    <a:pt x="740587" y="1777"/>
                  </a:moveTo>
                  <a:lnTo>
                    <a:pt x="724090" y="1777"/>
                  </a:lnTo>
                  <a:lnTo>
                    <a:pt x="724090" y="96011"/>
                  </a:lnTo>
                  <a:lnTo>
                    <a:pt x="740587" y="96011"/>
                  </a:lnTo>
                  <a:lnTo>
                    <a:pt x="740587" y="1777"/>
                  </a:lnTo>
                  <a:close/>
                </a:path>
                <a:path w="918210" h="144145">
                  <a:moveTo>
                    <a:pt x="271475" y="1777"/>
                  </a:moveTo>
                  <a:lnTo>
                    <a:pt x="257416" y="1777"/>
                  </a:lnTo>
                  <a:lnTo>
                    <a:pt x="257416" y="123062"/>
                  </a:lnTo>
                  <a:lnTo>
                    <a:pt x="273735" y="123062"/>
                  </a:lnTo>
                  <a:lnTo>
                    <a:pt x="273735" y="29717"/>
                  </a:lnTo>
                  <a:lnTo>
                    <a:pt x="295721" y="29717"/>
                  </a:lnTo>
                  <a:lnTo>
                    <a:pt x="271475" y="1777"/>
                  </a:lnTo>
                  <a:close/>
                </a:path>
                <a:path w="918210" h="144145">
                  <a:moveTo>
                    <a:pt x="295721" y="29717"/>
                  </a:moveTo>
                  <a:lnTo>
                    <a:pt x="273735" y="29717"/>
                  </a:lnTo>
                  <a:lnTo>
                    <a:pt x="354812" y="123062"/>
                  </a:lnTo>
                  <a:lnTo>
                    <a:pt x="369747" y="123062"/>
                  </a:lnTo>
                  <a:lnTo>
                    <a:pt x="369747" y="96011"/>
                  </a:lnTo>
                  <a:lnTo>
                    <a:pt x="353250" y="96011"/>
                  </a:lnTo>
                  <a:lnTo>
                    <a:pt x="295721" y="29717"/>
                  </a:lnTo>
                  <a:close/>
                </a:path>
                <a:path w="918210" h="144145">
                  <a:moveTo>
                    <a:pt x="369747" y="1777"/>
                  </a:moveTo>
                  <a:lnTo>
                    <a:pt x="353250" y="1777"/>
                  </a:lnTo>
                  <a:lnTo>
                    <a:pt x="353250" y="96011"/>
                  </a:lnTo>
                  <a:lnTo>
                    <a:pt x="369747" y="96011"/>
                  </a:lnTo>
                  <a:lnTo>
                    <a:pt x="369747" y="1777"/>
                  </a:lnTo>
                  <a:close/>
                </a:path>
                <a:path w="918210" h="144145">
                  <a:moveTo>
                    <a:pt x="16433" y="1777"/>
                  </a:moveTo>
                  <a:lnTo>
                    <a:pt x="0" y="1777"/>
                  </a:lnTo>
                  <a:lnTo>
                    <a:pt x="0" y="123062"/>
                  </a:lnTo>
                  <a:lnTo>
                    <a:pt x="17360" y="123062"/>
                  </a:lnTo>
                  <a:lnTo>
                    <a:pt x="17360" y="28701"/>
                  </a:lnTo>
                  <a:lnTo>
                    <a:pt x="38233" y="28701"/>
                  </a:lnTo>
                  <a:lnTo>
                    <a:pt x="16433" y="1777"/>
                  </a:lnTo>
                  <a:close/>
                </a:path>
                <a:path w="918210" h="144145">
                  <a:moveTo>
                    <a:pt x="113042" y="28701"/>
                  </a:moveTo>
                  <a:lnTo>
                    <a:pt x="95592" y="28701"/>
                  </a:lnTo>
                  <a:lnTo>
                    <a:pt x="95592" y="123062"/>
                  </a:lnTo>
                  <a:lnTo>
                    <a:pt x="113042" y="123062"/>
                  </a:lnTo>
                  <a:lnTo>
                    <a:pt x="113042" y="28701"/>
                  </a:lnTo>
                  <a:close/>
                </a:path>
                <a:path w="918210" h="144145">
                  <a:moveTo>
                    <a:pt x="38233" y="28701"/>
                  </a:moveTo>
                  <a:lnTo>
                    <a:pt x="17360" y="28701"/>
                  </a:lnTo>
                  <a:lnTo>
                    <a:pt x="55092" y="75564"/>
                  </a:lnTo>
                  <a:lnTo>
                    <a:pt x="58293" y="75564"/>
                  </a:lnTo>
                  <a:lnTo>
                    <a:pt x="77397" y="51561"/>
                  </a:lnTo>
                  <a:lnTo>
                    <a:pt x="56743" y="51561"/>
                  </a:lnTo>
                  <a:lnTo>
                    <a:pt x="38233" y="28701"/>
                  </a:lnTo>
                  <a:close/>
                </a:path>
                <a:path w="918210" h="144145">
                  <a:moveTo>
                    <a:pt x="113042" y="1777"/>
                  </a:moveTo>
                  <a:lnTo>
                    <a:pt x="96799" y="1777"/>
                  </a:lnTo>
                  <a:lnTo>
                    <a:pt x="56743" y="51561"/>
                  </a:lnTo>
                  <a:lnTo>
                    <a:pt x="77397" y="51561"/>
                  </a:lnTo>
                  <a:lnTo>
                    <a:pt x="95592" y="28701"/>
                  </a:lnTo>
                  <a:lnTo>
                    <a:pt x="113042" y="28701"/>
                  </a:lnTo>
                  <a:lnTo>
                    <a:pt x="113042" y="1777"/>
                  </a:lnTo>
                  <a:close/>
                </a:path>
                <a:path w="918210" h="144145">
                  <a:moveTo>
                    <a:pt x="493598" y="1650"/>
                  </a:moveTo>
                  <a:lnTo>
                    <a:pt x="389064" y="1650"/>
                  </a:lnTo>
                  <a:lnTo>
                    <a:pt x="389064" y="17017"/>
                  </a:lnTo>
                  <a:lnTo>
                    <a:pt x="461708" y="17017"/>
                  </a:lnTo>
                  <a:lnTo>
                    <a:pt x="384124" y="123062"/>
                  </a:lnTo>
                  <a:lnTo>
                    <a:pt x="493598" y="123062"/>
                  </a:lnTo>
                  <a:lnTo>
                    <a:pt x="493598" y="107568"/>
                  </a:lnTo>
                  <a:lnTo>
                    <a:pt x="416115" y="107568"/>
                  </a:lnTo>
                  <a:lnTo>
                    <a:pt x="493598" y="16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12889" y="4341368"/>
              <a:ext cx="918210" cy="144145"/>
            </a:xfrm>
            <a:custGeom>
              <a:avLst/>
              <a:gdLst/>
              <a:ahLst/>
              <a:cxnLst/>
              <a:rect l="l" t="t" r="r" b="b"/>
              <a:pathLst>
                <a:path w="918210" h="144145">
                  <a:moveTo>
                    <a:pt x="906081" y="100202"/>
                  </a:moveTo>
                  <a:lnTo>
                    <a:pt x="909637" y="100202"/>
                  </a:lnTo>
                  <a:lnTo>
                    <a:pt x="912558" y="101726"/>
                  </a:lnTo>
                  <a:lnTo>
                    <a:pt x="914844" y="104901"/>
                  </a:lnTo>
                  <a:lnTo>
                    <a:pt x="917130" y="107949"/>
                  </a:lnTo>
                  <a:lnTo>
                    <a:pt x="918146" y="112013"/>
                  </a:lnTo>
                  <a:lnTo>
                    <a:pt x="918146" y="116839"/>
                  </a:lnTo>
                  <a:lnTo>
                    <a:pt x="918146" y="123189"/>
                  </a:lnTo>
                  <a:lnTo>
                    <a:pt x="897318" y="144144"/>
                  </a:lnTo>
                  <a:lnTo>
                    <a:pt x="897318" y="140842"/>
                  </a:lnTo>
                  <a:lnTo>
                    <a:pt x="899985" y="138429"/>
                  </a:lnTo>
                  <a:lnTo>
                    <a:pt x="901763" y="135889"/>
                  </a:lnTo>
                  <a:lnTo>
                    <a:pt x="902779" y="133349"/>
                  </a:lnTo>
                  <a:lnTo>
                    <a:pt x="903922" y="130809"/>
                  </a:lnTo>
                  <a:lnTo>
                    <a:pt x="904430" y="127380"/>
                  </a:lnTo>
                  <a:lnTo>
                    <a:pt x="904684" y="123062"/>
                  </a:lnTo>
                  <a:lnTo>
                    <a:pt x="898461" y="121284"/>
                  </a:lnTo>
                  <a:lnTo>
                    <a:pt x="895413" y="117474"/>
                  </a:lnTo>
                  <a:lnTo>
                    <a:pt x="895413" y="111759"/>
                  </a:lnTo>
                  <a:lnTo>
                    <a:pt x="895413" y="108584"/>
                  </a:lnTo>
                  <a:lnTo>
                    <a:pt x="896556" y="105917"/>
                  </a:lnTo>
                  <a:lnTo>
                    <a:pt x="898588" y="103631"/>
                  </a:lnTo>
                  <a:lnTo>
                    <a:pt x="900747" y="101345"/>
                  </a:lnTo>
                  <a:lnTo>
                    <a:pt x="903287" y="100202"/>
                  </a:lnTo>
                  <a:lnTo>
                    <a:pt x="906081" y="100202"/>
                  </a:lnTo>
                  <a:close/>
                </a:path>
                <a:path w="918210" h="144145">
                  <a:moveTo>
                    <a:pt x="554291" y="27812"/>
                  </a:moveTo>
                  <a:lnTo>
                    <a:pt x="536143" y="71627"/>
                  </a:lnTo>
                  <a:lnTo>
                    <a:pt x="573849" y="71627"/>
                  </a:lnTo>
                  <a:lnTo>
                    <a:pt x="554291" y="27812"/>
                  </a:lnTo>
                  <a:close/>
                </a:path>
                <a:path w="918210" h="144145">
                  <a:moveTo>
                    <a:pt x="183451" y="27812"/>
                  </a:moveTo>
                  <a:lnTo>
                    <a:pt x="165303" y="71627"/>
                  </a:lnTo>
                  <a:lnTo>
                    <a:pt x="203009" y="71627"/>
                  </a:lnTo>
                  <a:lnTo>
                    <a:pt x="183451" y="27812"/>
                  </a:lnTo>
                  <a:close/>
                </a:path>
                <a:path w="918210" h="144145">
                  <a:moveTo>
                    <a:pt x="826325" y="16509"/>
                  </a:moveTo>
                  <a:lnTo>
                    <a:pt x="786308" y="36540"/>
                  </a:lnTo>
                  <a:lnTo>
                    <a:pt x="778700" y="62864"/>
                  </a:lnTo>
                  <a:lnTo>
                    <a:pt x="779553" y="72251"/>
                  </a:lnTo>
                  <a:lnTo>
                    <a:pt x="807323" y="105219"/>
                  </a:lnTo>
                  <a:lnTo>
                    <a:pt x="825817" y="108457"/>
                  </a:lnTo>
                  <a:lnTo>
                    <a:pt x="835580" y="107626"/>
                  </a:lnTo>
                  <a:lnTo>
                    <a:pt x="869902" y="80295"/>
                  </a:lnTo>
                  <a:lnTo>
                    <a:pt x="873315" y="62102"/>
                  </a:lnTo>
                  <a:lnTo>
                    <a:pt x="872460" y="52863"/>
                  </a:lnTo>
                  <a:lnTo>
                    <a:pt x="844597" y="19827"/>
                  </a:lnTo>
                  <a:lnTo>
                    <a:pt x="826325" y="16509"/>
                  </a:lnTo>
                  <a:close/>
                </a:path>
                <a:path w="918210" h="144145">
                  <a:moveTo>
                    <a:pt x="628256" y="1777"/>
                  </a:moveTo>
                  <a:lnTo>
                    <a:pt x="642315" y="1777"/>
                  </a:lnTo>
                  <a:lnTo>
                    <a:pt x="724090" y="96011"/>
                  </a:lnTo>
                  <a:lnTo>
                    <a:pt x="724090" y="1777"/>
                  </a:lnTo>
                  <a:lnTo>
                    <a:pt x="740587" y="1777"/>
                  </a:lnTo>
                  <a:lnTo>
                    <a:pt x="740587" y="123062"/>
                  </a:lnTo>
                  <a:lnTo>
                    <a:pt x="725652" y="123062"/>
                  </a:lnTo>
                  <a:lnTo>
                    <a:pt x="644575" y="29717"/>
                  </a:lnTo>
                  <a:lnTo>
                    <a:pt x="644575" y="123062"/>
                  </a:lnTo>
                  <a:lnTo>
                    <a:pt x="628256" y="123062"/>
                  </a:lnTo>
                  <a:lnTo>
                    <a:pt x="628256" y="1777"/>
                  </a:lnTo>
                  <a:close/>
                </a:path>
                <a:path w="918210" h="144145">
                  <a:moveTo>
                    <a:pt x="257416" y="1777"/>
                  </a:moveTo>
                  <a:lnTo>
                    <a:pt x="271475" y="1777"/>
                  </a:lnTo>
                  <a:lnTo>
                    <a:pt x="353250" y="96011"/>
                  </a:lnTo>
                  <a:lnTo>
                    <a:pt x="353250" y="1777"/>
                  </a:lnTo>
                  <a:lnTo>
                    <a:pt x="369747" y="1777"/>
                  </a:lnTo>
                  <a:lnTo>
                    <a:pt x="369747" y="123062"/>
                  </a:lnTo>
                  <a:lnTo>
                    <a:pt x="354812" y="123062"/>
                  </a:lnTo>
                  <a:lnTo>
                    <a:pt x="273735" y="29717"/>
                  </a:lnTo>
                  <a:lnTo>
                    <a:pt x="273735" y="123062"/>
                  </a:lnTo>
                  <a:lnTo>
                    <a:pt x="257416" y="123062"/>
                  </a:lnTo>
                  <a:lnTo>
                    <a:pt x="257416" y="1777"/>
                  </a:lnTo>
                  <a:close/>
                </a:path>
                <a:path w="918210" h="144145">
                  <a:moveTo>
                    <a:pt x="0" y="1777"/>
                  </a:moveTo>
                  <a:lnTo>
                    <a:pt x="16433" y="1777"/>
                  </a:lnTo>
                  <a:lnTo>
                    <a:pt x="56743" y="51561"/>
                  </a:lnTo>
                  <a:lnTo>
                    <a:pt x="96799" y="1777"/>
                  </a:lnTo>
                  <a:lnTo>
                    <a:pt x="113042" y="1777"/>
                  </a:lnTo>
                  <a:lnTo>
                    <a:pt x="113042" y="123062"/>
                  </a:lnTo>
                  <a:lnTo>
                    <a:pt x="95592" y="123062"/>
                  </a:lnTo>
                  <a:lnTo>
                    <a:pt x="95592" y="28701"/>
                  </a:lnTo>
                  <a:lnTo>
                    <a:pt x="58293" y="75564"/>
                  </a:lnTo>
                  <a:lnTo>
                    <a:pt x="55092" y="75564"/>
                  </a:lnTo>
                  <a:lnTo>
                    <a:pt x="17360" y="28701"/>
                  </a:lnTo>
                  <a:lnTo>
                    <a:pt x="17360" y="123062"/>
                  </a:lnTo>
                  <a:lnTo>
                    <a:pt x="0" y="123062"/>
                  </a:lnTo>
                  <a:lnTo>
                    <a:pt x="0" y="1777"/>
                  </a:lnTo>
                  <a:close/>
                </a:path>
                <a:path w="918210" h="144145">
                  <a:moveTo>
                    <a:pt x="389064" y="1650"/>
                  </a:moveTo>
                  <a:lnTo>
                    <a:pt x="493598" y="1650"/>
                  </a:lnTo>
                  <a:lnTo>
                    <a:pt x="416115" y="107568"/>
                  </a:lnTo>
                  <a:lnTo>
                    <a:pt x="493598" y="107568"/>
                  </a:lnTo>
                  <a:lnTo>
                    <a:pt x="493598" y="123062"/>
                  </a:lnTo>
                  <a:lnTo>
                    <a:pt x="384124" y="123062"/>
                  </a:lnTo>
                  <a:lnTo>
                    <a:pt x="461708" y="17017"/>
                  </a:lnTo>
                  <a:lnTo>
                    <a:pt x="389064" y="17017"/>
                  </a:lnTo>
                  <a:lnTo>
                    <a:pt x="389064" y="1650"/>
                  </a:lnTo>
                  <a:close/>
                </a:path>
                <a:path w="918210" h="144145">
                  <a:moveTo>
                    <a:pt x="548347" y="1142"/>
                  </a:moveTo>
                  <a:lnTo>
                    <a:pt x="560552" y="1142"/>
                  </a:lnTo>
                  <a:lnTo>
                    <a:pt x="614921" y="123062"/>
                  </a:lnTo>
                  <a:lnTo>
                    <a:pt x="597154" y="123062"/>
                  </a:lnTo>
                  <a:lnTo>
                    <a:pt x="580986" y="87121"/>
                  </a:lnTo>
                  <a:lnTo>
                    <a:pt x="529247" y="87121"/>
                  </a:lnTo>
                  <a:lnTo>
                    <a:pt x="514095" y="123062"/>
                  </a:lnTo>
                  <a:lnTo>
                    <a:pt x="496252" y="123062"/>
                  </a:lnTo>
                  <a:lnTo>
                    <a:pt x="548347" y="1142"/>
                  </a:lnTo>
                  <a:close/>
                </a:path>
                <a:path w="918210" h="144145">
                  <a:moveTo>
                    <a:pt x="177507" y="1142"/>
                  </a:moveTo>
                  <a:lnTo>
                    <a:pt x="189712" y="1142"/>
                  </a:lnTo>
                  <a:lnTo>
                    <a:pt x="244081" y="123062"/>
                  </a:lnTo>
                  <a:lnTo>
                    <a:pt x="226314" y="123062"/>
                  </a:lnTo>
                  <a:lnTo>
                    <a:pt x="210146" y="87121"/>
                  </a:lnTo>
                  <a:lnTo>
                    <a:pt x="158407" y="87121"/>
                  </a:lnTo>
                  <a:lnTo>
                    <a:pt x="143256" y="123062"/>
                  </a:lnTo>
                  <a:lnTo>
                    <a:pt x="125412" y="123062"/>
                  </a:lnTo>
                  <a:lnTo>
                    <a:pt x="177507" y="1142"/>
                  </a:lnTo>
                  <a:close/>
                </a:path>
                <a:path w="918210" h="144145">
                  <a:moveTo>
                    <a:pt x="825690" y="0"/>
                  </a:moveTo>
                  <a:lnTo>
                    <a:pt x="862498" y="10072"/>
                  </a:lnTo>
                  <a:lnTo>
                    <a:pt x="890053" y="49625"/>
                  </a:lnTo>
                  <a:lnTo>
                    <a:pt x="891222" y="62483"/>
                  </a:lnTo>
                  <a:lnTo>
                    <a:pt x="890033" y="75322"/>
                  </a:lnTo>
                  <a:lnTo>
                    <a:pt x="862250" y="114601"/>
                  </a:lnTo>
                  <a:lnTo>
                    <a:pt x="824674" y="124459"/>
                  </a:lnTo>
                  <a:lnTo>
                    <a:pt x="811549" y="123364"/>
                  </a:lnTo>
                  <a:lnTo>
                    <a:pt x="771080" y="97547"/>
                  </a:lnTo>
                  <a:lnTo>
                    <a:pt x="760793" y="62864"/>
                  </a:lnTo>
                  <a:lnTo>
                    <a:pt x="761938" y="49839"/>
                  </a:lnTo>
                  <a:lnTo>
                    <a:pt x="788971" y="10072"/>
                  </a:lnTo>
                  <a:lnTo>
                    <a:pt x="825690" y="0"/>
                  </a:lnTo>
                  <a:close/>
                </a:path>
              </a:pathLst>
            </a:custGeom>
            <a:ln w="10160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9" name="object 49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540636" y="4338065"/>
            <a:ext cx="95377" cy="172339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1750822" y="4337430"/>
            <a:ext cx="158242" cy="133476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2037714" y="4338065"/>
            <a:ext cx="164719" cy="132842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2326258" y="4336541"/>
            <a:ext cx="204470" cy="154050"/>
          </a:xfrm>
          <a:prstGeom prst="rect">
            <a:avLst/>
          </a:prstGeom>
        </p:spPr>
      </p:pic>
      <p:grpSp>
        <p:nvGrpSpPr>
          <p:cNvPr id="53" name="object 53"/>
          <p:cNvGrpSpPr/>
          <p:nvPr/>
        </p:nvGrpSpPr>
        <p:grpSpPr>
          <a:xfrm>
            <a:off x="2652902" y="4336288"/>
            <a:ext cx="777240" cy="154305"/>
            <a:chOff x="2652902" y="4336288"/>
            <a:chExt cx="777240" cy="154305"/>
          </a:xfrm>
        </p:grpSpPr>
        <p:sp>
          <p:nvSpPr>
            <p:cNvPr id="54" name="object 54"/>
            <p:cNvSpPr/>
            <p:nvPr/>
          </p:nvSpPr>
          <p:spPr>
            <a:xfrm>
              <a:off x="2657982" y="4341368"/>
              <a:ext cx="767080" cy="144145"/>
            </a:xfrm>
            <a:custGeom>
              <a:avLst/>
              <a:gdLst/>
              <a:ahLst/>
              <a:cxnLst/>
              <a:rect l="l" t="t" r="r" b="b"/>
              <a:pathLst>
                <a:path w="767079" h="144145">
                  <a:moveTo>
                    <a:pt x="758444" y="100202"/>
                  </a:moveTo>
                  <a:lnTo>
                    <a:pt x="752094" y="100202"/>
                  </a:lnTo>
                  <a:lnTo>
                    <a:pt x="749554" y="101345"/>
                  </a:lnTo>
                  <a:lnTo>
                    <a:pt x="747394" y="103631"/>
                  </a:lnTo>
                  <a:lnTo>
                    <a:pt x="745363" y="105917"/>
                  </a:lnTo>
                  <a:lnTo>
                    <a:pt x="744219" y="108584"/>
                  </a:lnTo>
                  <a:lnTo>
                    <a:pt x="744219" y="117474"/>
                  </a:lnTo>
                  <a:lnTo>
                    <a:pt x="747268" y="121284"/>
                  </a:lnTo>
                  <a:lnTo>
                    <a:pt x="753935" y="123189"/>
                  </a:lnTo>
                  <a:lnTo>
                    <a:pt x="753483" y="123189"/>
                  </a:lnTo>
                  <a:lnTo>
                    <a:pt x="753237" y="127380"/>
                  </a:lnTo>
                  <a:lnTo>
                    <a:pt x="752729" y="130809"/>
                  </a:lnTo>
                  <a:lnTo>
                    <a:pt x="751586" y="133349"/>
                  </a:lnTo>
                  <a:lnTo>
                    <a:pt x="750569" y="135889"/>
                  </a:lnTo>
                  <a:lnTo>
                    <a:pt x="748651" y="138556"/>
                  </a:lnTo>
                  <a:lnTo>
                    <a:pt x="746125" y="140842"/>
                  </a:lnTo>
                  <a:lnTo>
                    <a:pt x="746125" y="144144"/>
                  </a:lnTo>
                  <a:lnTo>
                    <a:pt x="766953" y="123189"/>
                  </a:lnTo>
                  <a:lnTo>
                    <a:pt x="766953" y="112013"/>
                  </a:lnTo>
                  <a:lnTo>
                    <a:pt x="765937" y="107949"/>
                  </a:lnTo>
                  <a:lnTo>
                    <a:pt x="763651" y="104901"/>
                  </a:lnTo>
                  <a:lnTo>
                    <a:pt x="761365" y="101726"/>
                  </a:lnTo>
                  <a:lnTo>
                    <a:pt x="758444" y="100202"/>
                  </a:lnTo>
                  <a:close/>
                </a:path>
                <a:path w="767079" h="144145">
                  <a:moveTo>
                    <a:pt x="683641" y="1142"/>
                  </a:moveTo>
                  <a:lnTo>
                    <a:pt x="671449" y="1142"/>
                  </a:lnTo>
                  <a:lnTo>
                    <a:pt x="619379" y="123062"/>
                  </a:lnTo>
                  <a:lnTo>
                    <a:pt x="637158" y="123062"/>
                  </a:lnTo>
                  <a:lnTo>
                    <a:pt x="652399" y="87121"/>
                  </a:lnTo>
                  <a:lnTo>
                    <a:pt x="721973" y="87121"/>
                  </a:lnTo>
                  <a:lnTo>
                    <a:pt x="715065" y="71627"/>
                  </a:lnTo>
                  <a:lnTo>
                    <a:pt x="659257" y="71627"/>
                  </a:lnTo>
                  <a:lnTo>
                    <a:pt x="677418" y="27812"/>
                  </a:lnTo>
                  <a:lnTo>
                    <a:pt x="695531" y="27812"/>
                  </a:lnTo>
                  <a:lnTo>
                    <a:pt x="683641" y="1142"/>
                  </a:lnTo>
                  <a:close/>
                </a:path>
                <a:path w="767079" h="144145">
                  <a:moveTo>
                    <a:pt x="721973" y="87121"/>
                  </a:moveTo>
                  <a:lnTo>
                    <a:pt x="704088" y="87121"/>
                  </a:lnTo>
                  <a:lnTo>
                    <a:pt x="720344" y="123062"/>
                  </a:lnTo>
                  <a:lnTo>
                    <a:pt x="737996" y="123062"/>
                  </a:lnTo>
                  <a:lnTo>
                    <a:pt x="721973" y="87121"/>
                  </a:lnTo>
                  <a:close/>
                </a:path>
                <a:path w="767079" h="144145">
                  <a:moveTo>
                    <a:pt x="695531" y="27812"/>
                  </a:moveTo>
                  <a:lnTo>
                    <a:pt x="677418" y="27812"/>
                  </a:lnTo>
                  <a:lnTo>
                    <a:pt x="696976" y="71627"/>
                  </a:lnTo>
                  <a:lnTo>
                    <a:pt x="715065" y="71627"/>
                  </a:lnTo>
                  <a:lnTo>
                    <a:pt x="695531" y="27812"/>
                  </a:lnTo>
                  <a:close/>
                </a:path>
                <a:path w="767079" h="144145">
                  <a:moveTo>
                    <a:pt x="555752" y="1777"/>
                  </a:moveTo>
                  <a:lnTo>
                    <a:pt x="525272" y="1777"/>
                  </a:lnTo>
                  <a:lnTo>
                    <a:pt x="525272" y="123062"/>
                  </a:lnTo>
                  <a:lnTo>
                    <a:pt x="542671" y="123062"/>
                  </a:lnTo>
                  <a:lnTo>
                    <a:pt x="542671" y="70230"/>
                  </a:lnTo>
                  <a:lnTo>
                    <a:pt x="581569" y="70230"/>
                  </a:lnTo>
                  <a:lnTo>
                    <a:pt x="579119" y="67944"/>
                  </a:lnTo>
                  <a:lnTo>
                    <a:pt x="575183" y="65404"/>
                  </a:lnTo>
                  <a:lnTo>
                    <a:pt x="581787" y="62864"/>
                  </a:lnTo>
                  <a:lnTo>
                    <a:pt x="586867" y="59054"/>
                  </a:lnTo>
                  <a:lnTo>
                    <a:pt x="589729" y="54863"/>
                  </a:lnTo>
                  <a:lnTo>
                    <a:pt x="542671" y="54863"/>
                  </a:lnTo>
                  <a:lnTo>
                    <a:pt x="542671" y="16509"/>
                  </a:lnTo>
                  <a:lnTo>
                    <a:pt x="590020" y="16509"/>
                  </a:lnTo>
                  <a:lnTo>
                    <a:pt x="589649" y="15878"/>
                  </a:lnTo>
                  <a:lnTo>
                    <a:pt x="584962" y="10921"/>
                  </a:lnTo>
                  <a:lnTo>
                    <a:pt x="579058" y="6921"/>
                  </a:lnTo>
                  <a:lnTo>
                    <a:pt x="572214" y="4063"/>
                  </a:lnTo>
                  <a:lnTo>
                    <a:pt x="564441" y="2349"/>
                  </a:lnTo>
                  <a:lnTo>
                    <a:pt x="555752" y="1777"/>
                  </a:lnTo>
                  <a:close/>
                </a:path>
                <a:path w="767079" h="144145">
                  <a:moveTo>
                    <a:pt x="581569" y="70230"/>
                  </a:moveTo>
                  <a:lnTo>
                    <a:pt x="552831" y="70230"/>
                  </a:lnTo>
                  <a:lnTo>
                    <a:pt x="556894" y="70992"/>
                  </a:lnTo>
                  <a:lnTo>
                    <a:pt x="561721" y="73532"/>
                  </a:lnTo>
                  <a:lnTo>
                    <a:pt x="588391" y="108838"/>
                  </a:lnTo>
                  <a:lnTo>
                    <a:pt x="591819" y="113664"/>
                  </a:lnTo>
                  <a:lnTo>
                    <a:pt x="592709" y="114807"/>
                  </a:lnTo>
                  <a:lnTo>
                    <a:pt x="592836" y="115061"/>
                  </a:lnTo>
                  <a:lnTo>
                    <a:pt x="598169" y="123062"/>
                  </a:lnTo>
                  <a:lnTo>
                    <a:pt x="618870" y="123062"/>
                  </a:lnTo>
                  <a:lnTo>
                    <a:pt x="612394" y="114426"/>
                  </a:lnTo>
                  <a:lnTo>
                    <a:pt x="609854" y="110870"/>
                  </a:lnTo>
                  <a:lnTo>
                    <a:pt x="606425" y="105790"/>
                  </a:lnTo>
                  <a:lnTo>
                    <a:pt x="602233" y="98805"/>
                  </a:lnTo>
                  <a:lnTo>
                    <a:pt x="597471" y="91231"/>
                  </a:lnTo>
                  <a:lnTo>
                    <a:pt x="593280" y="84883"/>
                  </a:lnTo>
                  <a:lnTo>
                    <a:pt x="589661" y="79750"/>
                  </a:lnTo>
                  <a:lnTo>
                    <a:pt x="586613" y="75818"/>
                  </a:lnTo>
                  <a:lnTo>
                    <a:pt x="582930" y="71500"/>
                  </a:lnTo>
                  <a:lnTo>
                    <a:pt x="581569" y="70230"/>
                  </a:lnTo>
                  <a:close/>
                </a:path>
                <a:path w="767079" h="144145">
                  <a:moveTo>
                    <a:pt x="590020" y="16509"/>
                  </a:moveTo>
                  <a:lnTo>
                    <a:pt x="556387" y="16509"/>
                  </a:lnTo>
                  <a:lnTo>
                    <a:pt x="562483" y="17144"/>
                  </a:lnTo>
                  <a:lnTo>
                    <a:pt x="569849" y="19684"/>
                  </a:lnTo>
                  <a:lnTo>
                    <a:pt x="572643" y="21970"/>
                  </a:lnTo>
                  <a:lnTo>
                    <a:pt x="576737" y="28174"/>
                  </a:lnTo>
                  <a:lnTo>
                    <a:pt x="577723" y="31622"/>
                  </a:lnTo>
                  <a:lnTo>
                    <a:pt x="577723" y="39242"/>
                  </a:lnTo>
                  <a:lnTo>
                    <a:pt x="558038" y="54863"/>
                  </a:lnTo>
                  <a:lnTo>
                    <a:pt x="589729" y="54863"/>
                  </a:lnTo>
                  <a:lnTo>
                    <a:pt x="593979" y="48767"/>
                  </a:lnTo>
                  <a:lnTo>
                    <a:pt x="595757" y="42671"/>
                  </a:lnTo>
                  <a:lnTo>
                    <a:pt x="595757" y="35559"/>
                  </a:lnTo>
                  <a:lnTo>
                    <a:pt x="595070" y="28174"/>
                  </a:lnTo>
                  <a:lnTo>
                    <a:pt x="593135" y="21970"/>
                  </a:lnTo>
                  <a:lnTo>
                    <a:pt x="593026" y="21621"/>
                  </a:lnTo>
                  <a:lnTo>
                    <a:pt x="590020" y="16509"/>
                  </a:lnTo>
                  <a:close/>
                </a:path>
                <a:path w="767079" h="144145">
                  <a:moveTo>
                    <a:pt x="64897" y="0"/>
                  </a:moveTo>
                  <a:lnTo>
                    <a:pt x="18415" y="17906"/>
                  </a:lnTo>
                  <a:lnTo>
                    <a:pt x="1207" y="49625"/>
                  </a:lnTo>
                  <a:lnTo>
                    <a:pt x="1144" y="49839"/>
                  </a:lnTo>
                  <a:lnTo>
                    <a:pt x="66" y="62102"/>
                  </a:lnTo>
                  <a:lnTo>
                    <a:pt x="0" y="62864"/>
                  </a:lnTo>
                  <a:lnTo>
                    <a:pt x="1123" y="75322"/>
                  </a:lnTo>
                  <a:lnTo>
                    <a:pt x="27983" y="114601"/>
                  </a:lnTo>
                  <a:lnTo>
                    <a:pt x="63881" y="124459"/>
                  </a:lnTo>
                  <a:lnTo>
                    <a:pt x="77644" y="123364"/>
                  </a:lnTo>
                  <a:lnTo>
                    <a:pt x="90170" y="120078"/>
                  </a:lnTo>
                  <a:lnTo>
                    <a:pt x="101457" y="114601"/>
                  </a:lnTo>
                  <a:lnTo>
                    <a:pt x="109508" y="108457"/>
                  </a:lnTo>
                  <a:lnTo>
                    <a:pt x="65024" y="108457"/>
                  </a:lnTo>
                  <a:lnTo>
                    <a:pt x="55354" y="107648"/>
                  </a:lnTo>
                  <a:lnTo>
                    <a:pt x="21304" y="80803"/>
                  </a:lnTo>
                  <a:lnTo>
                    <a:pt x="17906" y="62864"/>
                  </a:lnTo>
                  <a:lnTo>
                    <a:pt x="18760" y="53201"/>
                  </a:lnTo>
                  <a:lnTo>
                    <a:pt x="46561" y="19827"/>
                  </a:lnTo>
                  <a:lnTo>
                    <a:pt x="65531" y="16509"/>
                  </a:lnTo>
                  <a:lnTo>
                    <a:pt x="109862" y="16509"/>
                  </a:lnTo>
                  <a:lnTo>
                    <a:pt x="101705" y="10072"/>
                  </a:lnTo>
                  <a:lnTo>
                    <a:pt x="90598" y="4476"/>
                  </a:lnTo>
                  <a:lnTo>
                    <a:pt x="78325" y="1119"/>
                  </a:lnTo>
                  <a:lnTo>
                    <a:pt x="64897" y="0"/>
                  </a:lnTo>
                  <a:close/>
                </a:path>
                <a:path w="767079" h="144145">
                  <a:moveTo>
                    <a:pt x="109862" y="16509"/>
                  </a:moveTo>
                  <a:lnTo>
                    <a:pt x="65531" y="16509"/>
                  </a:lnTo>
                  <a:lnTo>
                    <a:pt x="75055" y="17341"/>
                  </a:lnTo>
                  <a:lnTo>
                    <a:pt x="83804" y="19827"/>
                  </a:lnTo>
                  <a:lnTo>
                    <a:pt x="111666" y="52863"/>
                  </a:lnTo>
                  <a:lnTo>
                    <a:pt x="112522" y="62102"/>
                  </a:lnTo>
                  <a:lnTo>
                    <a:pt x="111666" y="71604"/>
                  </a:lnTo>
                  <a:lnTo>
                    <a:pt x="83538" y="105219"/>
                  </a:lnTo>
                  <a:lnTo>
                    <a:pt x="83408" y="105219"/>
                  </a:lnTo>
                  <a:lnTo>
                    <a:pt x="74708" y="107648"/>
                  </a:lnTo>
                  <a:lnTo>
                    <a:pt x="74530" y="107648"/>
                  </a:lnTo>
                  <a:lnTo>
                    <a:pt x="65024" y="108457"/>
                  </a:lnTo>
                  <a:lnTo>
                    <a:pt x="109508" y="108457"/>
                  </a:lnTo>
                  <a:lnTo>
                    <a:pt x="129175" y="75537"/>
                  </a:lnTo>
                  <a:lnTo>
                    <a:pt x="130394" y="62102"/>
                  </a:lnTo>
                  <a:lnTo>
                    <a:pt x="129279" y="49839"/>
                  </a:lnTo>
                  <a:lnTo>
                    <a:pt x="111633" y="17906"/>
                  </a:lnTo>
                  <a:lnTo>
                    <a:pt x="109862" y="16509"/>
                  </a:lnTo>
                  <a:close/>
                </a:path>
                <a:path w="767079" h="144145">
                  <a:moveTo>
                    <a:pt x="497840" y="1777"/>
                  </a:moveTo>
                  <a:lnTo>
                    <a:pt x="480568" y="1777"/>
                  </a:lnTo>
                  <a:lnTo>
                    <a:pt x="480568" y="123062"/>
                  </a:lnTo>
                  <a:lnTo>
                    <a:pt x="497840" y="123062"/>
                  </a:lnTo>
                  <a:lnTo>
                    <a:pt x="497840" y="1777"/>
                  </a:lnTo>
                  <a:close/>
                </a:path>
                <a:path w="767079" h="144145">
                  <a:moveTo>
                    <a:pt x="460248" y="1777"/>
                  </a:moveTo>
                  <a:lnTo>
                    <a:pt x="391414" y="1777"/>
                  </a:lnTo>
                  <a:lnTo>
                    <a:pt x="391414" y="122935"/>
                  </a:lnTo>
                  <a:lnTo>
                    <a:pt x="461899" y="122935"/>
                  </a:lnTo>
                  <a:lnTo>
                    <a:pt x="461899" y="107441"/>
                  </a:lnTo>
                  <a:lnTo>
                    <a:pt x="408813" y="107441"/>
                  </a:lnTo>
                  <a:lnTo>
                    <a:pt x="408813" y="69722"/>
                  </a:lnTo>
                  <a:lnTo>
                    <a:pt x="458469" y="69722"/>
                  </a:lnTo>
                  <a:lnTo>
                    <a:pt x="458469" y="54228"/>
                  </a:lnTo>
                  <a:lnTo>
                    <a:pt x="408813" y="54228"/>
                  </a:lnTo>
                  <a:lnTo>
                    <a:pt x="408813" y="17271"/>
                  </a:lnTo>
                  <a:lnTo>
                    <a:pt x="460248" y="17271"/>
                  </a:lnTo>
                  <a:lnTo>
                    <a:pt x="460248" y="1777"/>
                  </a:lnTo>
                  <a:close/>
                </a:path>
                <a:path w="767079" h="144145">
                  <a:moveTo>
                    <a:pt x="287655" y="1777"/>
                  </a:moveTo>
                  <a:lnTo>
                    <a:pt x="270129" y="1777"/>
                  </a:lnTo>
                  <a:lnTo>
                    <a:pt x="322453" y="123570"/>
                  </a:lnTo>
                  <a:lnTo>
                    <a:pt x="326390" y="123570"/>
                  </a:lnTo>
                  <a:lnTo>
                    <a:pt x="341760" y="86994"/>
                  </a:lnTo>
                  <a:lnTo>
                    <a:pt x="324104" y="86994"/>
                  </a:lnTo>
                  <a:lnTo>
                    <a:pt x="287655" y="1777"/>
                  </a:lnTo>
                  <a:close/>
                </a:path>
                <a:path w="767079" h="144145">
                  <a:moveTo>
                    <a:pt x="377571" y="1777"/>
                  </a:moveTo>
                  <a:lnTo>
                    <a:pt x="360299" y="1777"/>
                  </a:lnTo>
                  <a:lnTo>
                    <a:pt x="324104" y="86994"/>
                  </a:lnTo>
                  <a:lnTo>
                    <a:pt x="341760" y="86994"/>
                  </a:lnTo>
                  <a:lnTo>
                    <a:pt x="377571" y="1777"/>
                  </a:lnTo>
                  <a:close/>
                </a:path>
                <a:path w="767079" h="144145">
                  <a:moveTo>
                    <a:pt x="256540" y="1777"/>
                  </a:moveTo>
                  <a:lnTo>
                    <a:pt x="239268" y="1777"/>
                  </a:lnTo>
                  <a:lnTo>
                    <a:pt x="239268" y="123062"/>
                  </a:lnTo>
                  <a:lnTo>
                    <a:pt x="256540" y="123062"/>
                  </a:lnTo>
                  <a:lnTo>
                    <a:pt x="256540" y="1777"/>
                  </a:lnTo>
                  <a:close/>
                </a:path>
                <a:path w="767079" h="144145">
                  <a:moveTo>
                    <a:pt x="168783" y="1777"/>
                  </a:moveTo>
                  <a:lnTo>
                    <a:pt x="151384" y="1777"/>
                  </a:lnTo>
                  <a:lnTo>
                    <a:pt x="151384" y="123062"/>
                  </a:lnTo>
                  <a:lnTo>
                    <a:pt x="223393" y="123062"/>
                  </a:lnTo>
                  <a:lnTo>
                    <a:pt x="223393" y="107314"/>
                  </a:lnTo>
                  <a:lnTo>
                    <a:pt x="168783" y="107314"/>
                  </a:lnTo>
                  <a:lnTo>
                    <a:pt x="168783" y="17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657982" y="4341368"/>
              <a:ext cx="767080" cy="144145"/>
            </a:xfrm>
            <a:custGeom>
              <a:avLst/>
              <a:gdLst/>
              <a:ahLst/>
              <a:cxnLst/>
              <a:rect l="l" t="t" r="r" b="b"/>
              <a:pathLst>
                <a:path w="767079" h="144145">
                  <a:moveTo>
                    <a:pt x="754888" y="100202"/>
                  </a:moveTo>
                  <a:lnTo>
                    <a:pt x="758444" y="100202"/>
                  </a:lnTo>
                  <a:lnTo>
                    <a:pt x="761365" y="101726"/>
                  </a:lnTo>
                  <a:lnTo>
                    <a:pt x="763651" y="104901"/>
                  </a:lnTo>
                  <a:lnTo>
                    <a:pt x="765937" y="107949"/>
                  </a:lnTo>
                  <a:lnTo>
                    <a:pt x="766953" y="112013"/>
                  </a:lnTo>
                  <a:lnTo>
                    <a:pt x="766953" y="116839"/>
                  </a:lnTo>
                  <a:lnTo>
                    <a:pt x="766953" y="123189"/>
                  </a:lnTo>
                  <a:lnTo>
                    <a:pt x="746125" y="144144"/>
                  </a:lnTo>
                  <a:lnTo>
                    <a:pt x="746125" y="140842"/>
                  </a:lnTo>
                  <a:lnTo>
                    <a:pt x="748792" y="138429"/>
                  </a:lnTo>
                  <a:lnTo>
                    <a:pt x="750569" y="135889"/>
                  </a:lnTo>
                  <a:lnTo>
                    <a:pt x="751586" y="133349"/>
                  </a:lnTo>
                  <a:lnTo>
                    <a:pt x="752729" y="130809"/>
                  </a:lnTo>
                  <a:lnTo>
                    <a:pt x="753237" y="127380"/>
                  </a:lnTo>
                  <a:lnTo>
                    <a:pt x="753491" y="123062"/>
                  </a:lnTo>
                  <a:lnTo>
                    <a:pt x="747268" y="121284"/>
                  </a:lnTo>
                  <a:lnTo>
                    <a:pt x="744219" y="117474"/>
                  </a:lnTo>
                  <a:lnTo>
                    <a:pt x="744219" y="111759"/>
                  </a:lnTo>
                  <a:lnTo>
                    <a:pt x="744219" y="108584"/>
                  </a:lnTo>
                  <a:lnTo>
                    <a:pt x="745363" y="105917"/>
                  </a:lnTo>
                  <a:lnTo>
                    <a:pt x="747394" y="103631"/>
                  </a:lnTo>
                  <a:lnTo>
                    <a:pt x="749554" y="101345"/>
                  </a:lnTo>
                  <a:lnTo>
                    <a:pt x="752094" y="100202"/>
                  </a:lnTo>
                  <a:lnTo>
                    <a:pt x="754888" y="100202"/>
                  </a:lnTo>
                  <a:close/>
                </a:path>
                <a:path w="767079" h="144145">
                  <a:moveTo>
                    <a:pt x="677418" y="27812"/>
                  </a:moveTo>
                  <a:lnTo>
                    <a:pt x="659257" y="71627"/>
                  </a:lnTo>
                  <a:lnTo>
                    <a:pt x="696976" y="71627"/>
                  </a:lnTo>
                  <a:lnTo>
                    <a:pt x="677418" y="27812"/>
                  </a:lnTo>
                  <a:close/>
                </a:path>
                <a:path w="767079" h="144145">
                  <a:moveTo>
                    <a:pt x="542671" y="16509"/>
                  </a:moveTo>
                  <a:lnTo>
                    <a:pt x="542671" y="54863"/>
                  </a:lnTo>
                  <a:lnTo>
                    <a:pt x="549275" y="54863"/>
                  </a:lnTo>
                  <a:lnTo>
                    <a:pt x="558038" y="54863"/>
                  </a:lnTo>
                  <a:lnTo>
                    <a:pt x="577723" y="39242"/>
                  </a:lnTo>
                  <a:lnTo>
                    <a:pt x="577723" y="35432"/>
                  </a:lnTo>
                  <a:lnTo>
                    <a:pt x="577723" y="31622"/>
                  </a:lnTo>
                  <a:lnTo>
                    <a:pt x="576707" y="28066"/>
                  </a:lnTo>
                  <a:lnTo>
                    <a:pt x="574675" y="25018"/>
                  </a:lnTo>
                  <a:lnTo>
                    <a:pt x="572643" y="21970"/>
                  </a:lnTo>
                  <a:lnTo>
                    <a:pt x="569849" y="19684"/>
                  </a:lnTo>
                  <a:lnTo>
                    <a:pt x="566166" y="18414"/>
                  </a:lnTo>
                  <a:lnTo>
                    <a:pt x="562483" y="17144"/>
                  </a:lnTo>
                  <a:lnTo>
                    <a:pt x="556387" y="16509"/>
                  </a:lnTo>
                  <a:lnTo>
                    <a:pt x="547878" y="16509"/>
                  </a:lnTo>
                  <a:lnTo>
                    <a:pt x="542671" y="16509"/>
                  </a:lnTo>
                  <a:close/>
                </a:path>
                <a:path w="767079" h="144145">
                  <a:moveTo>
                    <a:pt x="65531" y="16509"/>
                  </a:moveTo>
                  <a:lnTo>
                    <a:pt x="25515" y="36540"/>
                  </a:lnTo>
                  <a:lnTo>
                    <a:pt x="17906" y="62864"/>
                  </a:lnTo>
                  <a:lnTo>
                    <a:pt x="18760" y="72251"/>
                  </a:lnTo>
                  <a:lnTo>
                    <a:pt x="46529" y="105219"/>
                  </a:lnTo>
                  <a:lnTo>
                    <a:pt x="65024" y="108457"/>
                  </a:lnTo>
                  <a:lnTo>
                    <a:pt x="74787" y="107626"/>
                  </a:lnTo>
                  <a:lnTo>
                    <a:pt x="109108" y="80295"/>
                  </a:lnTo>
                  <a:lnTo>
                    <a:pt x="112522" y="62102"/>
                  </a:lnTo>
                  <a:lnTo>
                    <a:pt x="111666" y="52863"/>
                  </a:lnTo>
                  <a:lnTo>
                    <a:pt x="83804" y="19827"/>
                  </a:lnTo>
                  <a:lnTo>
                    <a:pt x="65531" y="16509"/>
                  </a:lnTo>
                  <a:close/>
                </a:path>
                <a:path w="767079" h="144145">
                  <a:moveTo>
                    <a:pt x="525272" y="1777"/>
                  </a:moveTo>
                  <a:lnTo>
                    <a:pt x="555752" y="1777"/>
                  </a:lnTo>
                  <a:lnTo>
                    <a:pt x="564441" y="2349"/>
                  </a:lnTo>
                  <a:lnTo>
                    <a:pt x="595070" y="28174"/>
                  </a:lnTo>
                  <a:lnTo>
                    <a:pt x="595757" y="35559"/>
                  </a:lnTo>
                  <a:lnTo>
                    <a:pt x="595757" y="42671"/>
                  </a:lnTo>
                  <a:lnTo>
                    <a:pt x="593979" y="48767"/>
                  </a:lnTo>
                  <a:lnTo>
                    <a:pt x="590423" y="53847"/>
                  </a:lnTo>
                  <a:lnTo>
                    <a:pt x="586867" y="59054"/>
                  </a:lnTo>
                  <a:lnTo>
                    <a:pt x="581787" y="62864"/>
                  </a:lnTo>
                  <a:lnTo>
                    <a:pt x="575183" y="65404"/>
                  </a:lnTo>
                  <a:lnTo>
                    <a:pt x="579119" y="67944"/>
                  </a:lnTo>
                  <a:lnTo>
                    <a:pt x="602233" y="98805"/>
                  </a:lnTo>
                  <a:lnTo>
                    <a:pt x="606425" y="105790"/>
                  </a:lnTo>
                  <a:lnTo>
                    <a:pt x="609854" y="110870"/>
                  </a:lnTo>
                  <a:lnTo>
                    <a:pt x="612394" y="114426"/>
                  </a:lnTo>
                  <a:lnTo>
                    <a:pt x="618870" y="123062"/>
                  </a:lnTo>
                  <a:lnTo>
                    <a:pt x="598169" y="123062"/>
                  </a:lnTo>
                  <a:lnTo>
                    <a:pt x="592836" y="115061"/>
                  </a:lnTo>
                  <a:lnTo>
                    <a:pt x="592709" y="114807"/>
                  </a:lnTo>
                  <a:lnTo>
                    <a:pt x="592328" y="114299"/>
                  </a:lnTo>
                  <a:lnTo>
                    <a:pt x="591819" y="113664"/>
                  </a:lnTo>
                  <a:lnTo>
                    <a:pt x="588391" y="108838"/>
                  </a:lnTo>
                  <a:lnTo>
                    <a:pt x="583057" y="99948"/>
                  </a:lnTo>
                  <a:lnTo>
                    <a:pt x="577215" y="90550"/>
                  </a:lnTo>
                  <a:lnTo>
                    <a:pt x="552831" y="70230"/>
                  </a:lnTo>
                  <a:lnTo>
                    <a:pt x="547243" y="70230"/>
                  </a:lnTo>
                  <a:lnTo>
                    <a:pt x="542671" y="70230"/>
                  </a:lnTo>
                  <a:lnTo>
                    <a:pt x="542671" y="123062"/>
                  </a:lnTo>
                  <a:lnTo>
                    <a:pt x="525272" y="123062"/>
                  </a:lnTo>
                  <a:lnTo>
                    <a:pt x="525272" y="1777"/>
                  </a:lnTo>
                  <a:close/>
                </a:path>
                <a:path w="767079" h="144145">
                  <a:moveTo>
                    <a:pt x="480568" y="1777"/>
                  </a:moveTo>
                  <a:lnTo>
                    <a:pt x="497840" y="1777"/>
                  </a:lnTo>
                  <a:lnTo>
                    <a:pt x="497840" y="123062"/>
                  </a:lnTo>
                  <a:lnTo>
                    <a:pt x="480568" y="123062"/>
                  </a:lnTo>
                  <a:lnTo>
                    <a:pt x="480568" y="1777"/>
                  </a:lnTo>
                  <a:close/>
                </a:path>
                <a:path w="767079" h="144145">
                  <a:moveTo>
                    <a:pt x="391414" y="1777"/>
                  </a:moveTo>
                  <a:lnTo>
                    <a:pt x="460248" y="1777"/>
                  </a:lnTo>
                  <a:lnTo>
                    <a:pt x="460248" y="17271"/>
                  </a:lnTo>
                  <a:lnTo>
                    <a:pt x="408813" y="17271"/>
                  </a:lnTo>
                  <a:lnTo>
                    <a:pt x="408813" y="54228"/>
                  </a:lnTo>
                  <a:lnTo>
                    <a:pt x="458469" y="54228"/>
                  </a:lnTo>
                  <a:lnTo>
                    <a:pt x="458469" y="69722"/>
                  </a:lnTo>
                  <a:lnTo>
                    <a:pt x="408813" y="69722"/>
                  </a:lnTo>
                  <a:lnTo>
                    <a:pt x="408813" y="107441"/>
                  </a:lnTo>
                  <a:lnTo>
                    <a:pt x="461899" y="107441"/>
                  </a:lnTo>
                  <a:lnTo>
                    <a:pt x="461899" y="122935"/>
                  </a:lnTo>
                  <a:lnTo>
                    <a:pt x="391414" y="122935"/>
                  </a:lnTo>
                  <a:lnTo>
                    <a:pt x="391414" y="1777"/>
                  </a:lnTo>
                  <a:close/>
                </a:path>
                <a:path w="767079" h="144145">
                  <a:moveTo>
                    <a:pt x="270129" y="1777"/>
                  </a:moveTo>
                  <a:lnTo>
                    <a:pt x="287655" y="1777"/>
                  </a:lnTo>
                  <a:lnTo>
                    <a:pt x="324104" y="86994"/>
                  </a:lnTo>
                  <a:lnTo>
                    <a:pt x="360299" y="1777"/>
                  </a:lnTo>
                  <a:lnTo>
                    <a:pt x="377571" y="1777"/>
                  </a:lnTo>
                  <a:lnTo>
                    <a:pt x="326390" y="123570"/>
                  </a:lnTo>
                  <a:lnTo>
                    <a:pt x="322453" y="123570"/>
                  </a:lnTo>
                  <a:lnTo>
                    <a:pt x="270129" y="1777"/>
                  </a:lnTo>
                  <a:close/>
                </a:path>
                <a:path w="767079" h="144145">
                  <a:moveTo>
                    <a:pt x="239268" y="1777"/>
                  </a:moveTo>
                  <a:lnTo>
                    <a:pt x="256540" y="1777"/>
                  </a:lnTo>
                  <a:lnTo>
                    <a:pt x="256540" y="123062"/>
                  </a:lnTo>
                  <a:lnTo>
                    <a:pt x="239268" y="123062"/>
                  </a:lnTo>
                  <a:lnTo>
                    <a:pt x="239268" y="1777"/>
                  </a:lnTo>
                  <a:close/>
                </a:path>
                <a:path w="767079" h="144145">
                  <a:moveTo>
                    <a:pt x="151384" y="1777"/>
                  </a:moveTo>
                  <a:lnTo>
                    <a:pt x="168783" y="1777"/>
                  </a:lnTo>
                  <a:lnTo>
                    <a:pt x="168783" y="107314"/>
                  </a:lnTo>
                  <a:lnTo>
                    <a:pt x="223393" y="107314"/>
                  </a:lnTo>
                  <a:lnTo>
                    <a:pt x="223393" y="123062"/>
                  </a:lnTo>
                  <a:lnTo>
                    <a:pt x="151384" y="123062"/>
                  </a:lnTo>
                  <a:lnTo>
                    <a:pt x="151384" y="1777"/>
                  </a:lnTo>
                  <a:close/>
                </a:path>
                <a:path w="767079" h="144145">
                  <a:moveTo>
                    <a:pt x="671449" y="1142"/>
                  </a:moveTo>
                  <a:lnTo>
                    <a:pt x="683641" y="1142"/>
                  </a:lnTo>
                  <a:lnTo>
                    <a:pt x="737996" y="123062"/>
                  </a:lnTo>
                  <a:lnTo>
                    <a:pt x="720344" y="123062"/>
                  </a:lnTo>
                  <a:lnTo>
                    <a:pt x="704088" y="87121"/>
                  </a:lnTo>
                  <a:lnTo>
                    <a:pt x="652399" y="87121"/>
                  </a:lnTo>
                  <a:lnTo>
                    <a:pt x="637158" y="123062"/>
                  </a:lnTo>
                  <a:lnTo>
                    <a:pt x="619379" y="123062"/>
                  </a:lnTo>
                  <a:lnTo>
                    <a:pt x="671449" y="1142"/>
                  </a:lnTo>
                  <a:close/>
                </a:path>
                <a:path w="767079" h="144145">
                  <a:moveTo>
                    <a:pt x="64897" y="0"/>
                  </a:moveTo>
                  <a:lnTo>
                    <a:pt x="101705" y="10072"/>
                  </a:lnTo>
                  <a:lnTo>
                    <a:pt x="129260" y="49625"/>
                  </a:lnTo>
                  <a:lnTo>
                    <a:pt x="130429" y="62483"/>
                  </a:lnTo>
                  <a:lnTo>
                    <a:pt x="129240" y="75322"/>
                  </a:lnTo>
                  <a:lnTo>
                    <a:pt x="101457" y="114601"/>
                  </a:lnTo>
                  <a:lnTo>
                    <a:pt x="63881" y="124459"/>
                  </a:lnTo>
                  <a:lnTo>
                    <a:pt x="50756" y="123364"/>
                  </a:lnTo>
                  <a:lnTo>
                    <a:pt x="10287" y="97547"/>
                  </a:lnTo>
                  <a:lnTo>
                    <a:pt x="0" y="62864"/>
                  </a:lnTo>
                  <a:lnTo>
                    <a:pt x="1144" y="49839"/>
                  </a:lnTo>
                  <a:lnTo>
                    <a:pt x="28178" y="10072"/>
                  </a:lnTo>
                  <a:lnTo>
                    <a:pt x="64897" y="0"/>
                  </a:lnTo>
                  <a:close/>
                </a:path>
              </a:pathLst>
            </a:custGeom>
            <a:ln w="10160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6" name="object 56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3534536" y="4338065"/>
            <a:ext cx="95376" cy="172339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758310" y="4338065"/>
            <a:ext cx="84962" cy="132842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3959352" y="4337430"/>
            <a:ext cx="844803" cy="172847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4931536" y="4336160"/>
            <a:ext cx="448437" cy="174117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5516371" y="4377944"/>
            <a:ext cx="308101" cy="132334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502602" y="4634991"/>
            <a:ext cx="5332793" cy="173736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508152" y="4900040"/>
            <a:ext cx="806551" cy="187452"/>
          </a:xfrm>
          <a:prstGeom prst="rect">
            <a:avLst/>
          </a:prstGeom>
        </p:spPr>
      </p:pic>
      <p:grpSp>
        <p:nvGrpSpPr>
          <p:cNvPr id="63" name="object 63"/>
          <p:cNvGrpSpPr/>
          <p:nvPr/>
        </p:nvGrpSpPr>
        <p:grpSpPr>
          <a:xfrm>
            <a:off x="507809" y="5359780"/>
            <a:ext cx="688340" cy="153670"/>
            <a:chOff x="507809" y="5359780"/>
            <a:chExt cx="688340" cy="153670"/>
          </a:xfrm>
        </p:grpSpPr>
        <p:sp>
          <p:nvSpPr>
            <p:cNvPr id="64" name="object 64"/>
            <p:cNvSpPr/>
            <p:nvPr/>
          </p:nvSpPr>
          <p:spPr>
            <a:xfrm>
              <a:off x="512889" y="5364860"/>
              <a:ext cx="678180" cy="143510"/>
            </a:xfrm>
            <a:custGeom>
              <a:avLst/>
              <a:gdLst/>
              <a:ahLst/>
              <a:cxnLst/>
              <a:rect l="l" t="t" r="r" b="b"/>
              <a:pathLst>
                <a:path w="678180" h="143510">
                  <a:moveTo>
                    <a:pt x="669632" y="99059"/>
                  </a:moveTo>
                  <a:lnTo>
                    <a:pt x="663206" y="99059"/>
                  </a:lnTo>
                  <a:lnTo>
                    <a:pt x="660704" y="100202"/>
                  </a:lnTo>
                  <a:lnTo>
                    <a:pt x="656475" y="104775"/>
                  </a:lnTo>
                  <a:lnTo>
                    <a:pt x="655421" y="107441"/>
                  </a:lnTo>
                  <a:lnTo>
                    <a:pt x="655421" y="116331"/>
                  </a:lnTo>
                  <a:lnTo>
                    <a:pt x="658495" y="120141"/>
                  </a:lnTo>
                  <a:lnTo>
                    <a:pt x="664629" y="121919"/>
                  </a:lnTo>
                  <a:lnTo>
                    <a:pt x="664451" y="126237"/>
                  </a:lnTo>
                  <a:lnTo>
                    <a:pt x="663841" y="129666"/>
                  </a:lnTo>
                  <a:lnTo>
                    <a:pt x="661758" y="134747"/>
                  </a:lnTo>
                  <a:lnTo>
                    <a:pt x="659930" y="137286"/>
                  </a:lnTo>
                  <a:lnTo>
                    <a:pt x="657326" y="139700"/>
                  </a:lnTo>
                  <a:lnTo>
                    <a:pt x="657326" y="143001"/>
                  </a:lnTo>
                  <a:lnTo>
                    <a:pt x="663816" y="140969"/>
                  </a:lnTo>
                  <a:lnTo>
                    <a:pt x="668909" y="137413"/>
                  </a:lnTo>
                  <a:lnTo>
                    <a:pt x="676313" y="127761"/>
                  </a:lnTo>
                  <a:lnTo>
                    <a:pt x="678167" y="122047"/>
                  </a:lnTo>
                  <a:lnTo>
                    <a:pt x="678167" y="110870"/>
                  </a:lnTo>
                  <a:lnTo>
                    <a:pt x="677036" y="106806"/>
                  </a:lnTo>
                  <a:lnTo>
                    <a:pt x="674776" y="103758"/>
                  </a:lnTo>
                  <a:lnTo>
                    <a:pt x="672528" y="100583"/>
                  </a:lnTo>
                  <a:lnTo>
                    <a:pt x="669632" y="99059"/>
                  </a:lnTo>
                  <a:close/>
                </a:path>
                <a:path w="678180" h="143510">
                  <a:moveTo>
                    <a:pt x="594842" y="0"/>
                  </a:moveTo>
                  <a:lnTo>
                    <a:pt x="582637" y="0"/>
                  </a:lnTo>
                  <a:lnTo>
                    <a:pt x="530542" y="121919"/>
                  </a:lnTo>
                  <a:lnTo>
                    <a:pt x="548386" y="121919"/>
                  </a:lnTo>
                  <a:lnTo>
                    <a:pt x="563537" y="85978"/>
                  </a:lnTo>
                  <a:lnTo>
                    <a:pt x="633183" y="85978"/>
                  </a:lnTo>
                  <a:lnTo>
                    <a:pt x="626274" y="70484"/>
                  </a:lnTo>
                  <a:lnTo>
                    <a:pt x="570433" y="70484"/>
                  </a:lnTo>
                  <a:lnTo>
                    <a:pt x="588581" y="26669"/>
                  </a:lnTo>
                  <a:lnTo>
                    <a:pt x="606735" y="26669"/>
                  </a:lnTo>
                  <a:lnTo>
                    <a:pt x="594842" y="0"/>
                  </a:lnTo>
                  <a:close/>
                </a:path>
                <a:path w="678180" h="143510">
                  <a:moveTo>
                    <a:pt x="633183" y="85978"/>
                  </a:moveTo>
                  <a:lnTo>
                    <a:pt x="615276" y="85978"/>
                  </a:lnTo>
                  <a:lnTo>
                    <a:pt x="631444" y="121919"/>
                  </a:lnTo>
                  <a:lnTo>
                    <a:pt x="649211" y="121919"/>
                  </a:lnTo>
                  <a:lnTo>
                    <a:pt x="633183" y="85978"/>
                  </a:lnTo>
                  <a:close/>
                </a:path>
                <a:path w="678180" h="143510">
                  <a:moveTo>
                    <a:pt x="606735" y="26669"/>
                  </a:moveTo>
                  <a:lnTo>
                    <a:pt x="588581" y="26669"/>
                  </a:lnTo>
                  <a:lnTo>
                    <a:pt x="608139" y="70484"/>
                  </a:lnTo>
                  <a:lnTo>
                    <a:pt x="626274" y="70484"/>
                  </a:lnTo>
                  <a:lnTo>
                    <a:pt x="606735" y="26669"/>
                  </a:lnTo>
                  <a:close/>
                </a:path>
                <a:path w="678180" h="143510">
                  <a:moveTo>
                    <a:pt x="268744" y="634"/>
                  </a:moveTo>
                  <a:lnTo>
                    <a:pt x="227850" y="634"/>
                  </a:lnTo>
                  <a:lnTo>
                    <a:pt x="227850" y="121792"/>
                  </a:lnTo>
                  <a:lnTo>
                    <a:pt x="276987" y="121792"/>
                  </a:lnTo>
                  <a:lnTo>
                    <a:pt x="284289" y="121411"/>
                  </a:lnTo>
                  <a:lnTo>
                    <a:pt x="288099" y="120903"/>
                  </a:lnTo>
                  <a:lnTo>
                    <a:pt x="291922" y="120268"/>
                  </a:lnTo>
                  <a:lnTo>
                    <a:pt x="296113" y="118998"/>
                  </a:lnTo>
                  <a:lnTo>
                    <a:pt x="300697" y="117220"/>
                  </a:lnTo>
                  <a:lnTo>
                    <a:pt x="308508" y="114300"/>
                  </a:lnTo>
                  <a:lnTo>
                    <a:pt x="315366" y="109981"/>
                  </a:lnTo>
                  <a:lnTo>
                    <a:pt x="319089" y="106298"/>
                  </a:lnTo>
                  <a:lnTo>
                    <a:pt x="245211" y="106298"/>
                  </a:lnTo>
                  <a:lnTo>
                    <a:pt x="245211" y="16128"/>
                  </a:lnTo>
                  <a:lnTo>
                    <a:pt x="319422" y="16128"/>
                  </a:lnTo>
                  <a:lnTo>
                    <a:pt x="314732" y="12273"/>
                  </a:lnTo>
                  <a:lnTo>
                    <a:pt x="307898" y="8127"/>
                  </a:lnTo>
                  <a:lnTo>
                    <a:pt x="300045" y="4867"/>
                  </a:lnTo>
                  <a:lnTo>
                    <a:pt x="290903" y="2524"/>
                  </a:lnTo>
                  <a:lnTo>
                    <a:pt x="280470" y="1109"/>
                  </a:lnTo>
                  <a:lnTo>
                    <a:pt x="268744" y="634"/>
                  </a:lnTo>
                  <a:close/>
                </a:path>
                <a:path w="678180" h="143510">
                  <a:moveTo>
                    <a:pt x="319422" y="16128"/>
                  </a:moveTo>
                  <a:lnTo>
                    <a:pt x="275259" y="16128"/>
                  </a:lnTo>
                  <a:lnTo>
                    <a:pt x="281305" y="16382"/>
                  </a:lnTo>
                  <a:lnTo>
                    <a:pt x="288823" y="17652"/>
                  </a:lnTo>
                  <a:lnTo>
                    <a:pt x="318050" y="42640"/>
                  </a:lnTo>
                  <a:lnTo>
                    <a:pt x="321348" y="60325"/>
                  </a:lnTo>
                  <a:lnTo>
                    <a:pt x="320579" y="69468"/>
                  </a:lnTo>
                  <a:lnTo>
                    <a:pt x="296481" y="101853"/>
                  </a:lnTo>
                  <a:lnTo>
                    <a:pt x="276123" y="106298"/>
                  </a:lnTo>
                  <a:lnTo>
                    <a:pt x="319089" y="106298"/>
                  </a:lnTo>
                  <a:lnTo>
                    <a:pt x="321271" y="104139"/>
                  </a:lnTo>
                  <a:lnTo>
                    <a:pt x="327050" y="98551"/>
                  </a:lnTo>
                  <a:lnTo>
                    <a:pt x="331508" y="92075"/>
                  </a:lnTo>
                  <a:lnTo>
                    <a:pt x="334632" y="84581"/>
                  </a:lnTo>
                  <a:lnTo>
                    <a:pt x="337756" y="77215"/>
                  </a:lnTo>
                  <a:lnTo>
                    <a:pt x="339248" y="69877"/>
                  </a:lnTo>
                  <a:lnTo>
                    <a:pt x="330822" y="29971"/>
                  </a:lnTo>
                  <a:lnTo>
                    <a:pt x="320832" y="17287"/>
                  </a:lnTo>
                  <a:lnTo>
                    <a:pt x="319422" y="16128"/>
                  </a:lnTo>
                  <a:close/>
                </a:path>
                <a:path w="678180" h="143510">
                  <a:moveTo>
                    <a:pt x="420065" y="634"/>
                  </a:moveTo>
                  <a:lnTo>
                    <a:pt x="406006" y="634"/>
                  </a:lnTo>
                  <a:lnTo>
                    <a:pt x="406006" y="121919"/>
                  </a:lnTo>
                  <a:lnTo>
                    <a:pt x="422325" y="121919"/>
                  </a:lnTo>
                  <a:lnTo>
                    <a:pt x="422325" y="28575"/>
                  </a:lnTo>
                  <a:lnTo>
                    <a:pt x="444311" y="28575"/>
                  </a:lnTo>
                  <a:lnTo>
                    <a:pt x="420065" y="634"/>
                  </a:lnTo>
                  <a:close/>
                </a:path>
                <a:path w="678180" h="143510">
                  <a:moveTo>
                    <a:pt x="444311" y="28575"/>
                  </a:moveTo>
                  <a:lnTo>
                    <a:pt x="422325" y="28575"/>
                  </a:lnTo>
                  <a:lnTo>
                    <a:pt x="503402" y="121919"/>
                  </a:lnTo>
                  <a:lnTo>
                    <a:pt x="518337" y="121919"/>
                  </a:lnTo>
                  <a:lnTo>
                    <a:pt x="518337" y="94868"/>
                  </a:lnTo>
                  <a:lnTo>
                    <a:pt x="501840" y="94868"/>
                  </a:lnTo>
                  <a:lnTo>
                    <a:pt x="444311" y="28575"/>
                  </a:lnTo>
                  <a:close/>
                </a:path>
                <a:path w="678180" h="143510">
                  <a:moveTo>
                    <a:pt x="518337" y="634"/>
                  </a:moveTo>
                  <a:lnTo>
                    <a:pt x="501840" y="634"/>
                  </a:lnTo>
                  <a:lnTo>
                    <a:pt x="501840" y="94868"/>
                  </a:lnTo>
                  <a:lnTo>
                    <a:pt x="518337" y="94868"/>
                  </a:lnTo>
                  <a:lnTo>
                    <a:pt x="518337" y="634"/>
                  </a:lnTo>
                  <a:close/>
                </a:path>
                <a:path w="678180" h="143510">
                  <a:moveTo>
                    <a:pt x="378561" y="634"/>
                  </a:moveTo>
                  <a:lnTo>
                    <a:pt x="361200" y="634"/>
                  </a:lnTo>
                  <a:lnTo>
                    <a:pt x="361200" y="121919"/>
                  </a:lnTo>
                  <a:lnTo>
                    <a:pt x="378561" y="121919"/>
                  </a:lnTo>
                  <a:lnTo>
                    <a:pt x="378561" y="634"/>
                  </a:lnTo>
                  <a:close/>
                </a:path>
                <a:path w="678180" h="143510">
                  <a:moveTo>
                    <a:pt x="207543" y="634"/>
                  </a:moveTo>
                  <a:lnTo>
                    <a:pt x="138772" y="634"/>
                  </a:lnTo>
                  <a:lnTo>
                    <a:pt x="138772" y="121792"/>
                  </a:lnTo>
                  <a:lnTo>
                    <a:pt x="209181" y="121792"/>
                  </a:lnTo>
                  <a:lnTo>
                    <a:pt x="209181" y="106298"/>
                  </a:lnTo>
                  <a:lnTo>
                    <a:pt x="156146" y="106298"/>
                  </a:lnTo>
                  <a:lnTo>
                    <a:pt x="156146" y="68579"/>
                  </a:lnTo>
                  <a:lnTo>
                    <a:pt x="205803" y="68579"/>
                  </a:lnTo>
                  <a:lnTo>
                    <a:pt x="205803" y="53085"/>
                  </a:lnTo>
                  <a:lnTo>
                    <a:pt x="156146" y="53085"/>
                  </a:lnTo>
                  <a:lnTo>
                    <a:pt x="156146" y="16128"/>
                  </a:lnTo>
                  <a:lnTo>
                    <a:pt x="207543" y="16128"/>
                  </a:lnTo>
                  <a:lnTo>
                    <a:pt x="207543" y="634"/>
                  </a:lnTo>
                  <a:close/>
                </a:path>
                <a:path w="678180" h="143510">
                  <a:moveTo>
                    <a:pt x="16433" y="634"/>
                  </a:moveTo>
                  <a:lnTo>
                    <a:pt x="0" y="634"/>
                  </a:lnTo>
                  <a:lnTo>
                    <a:pt x="0" y="121919"/>
                  </a:lnTo>
                  <a:lnTo>
                    <a:pt x="17360" y="121919"/>
                  </a:lnTo>
                  <a:lnTo>
                    <a:pt x="17360" y="27558"/>
                  </a:lnTo>
                  <a:lnTo>
                    <a:pt x="38233" y="27558"/>
                  </a:lnTo>
                  <a:lnTo>
                    <a:pt x="16433" y="634"/>
                  </a:lnTo>
                  <a:close/>
                </a:path>
                <a:path w="678180" h="143510">
                  <a:moveTo>
                    <a:pt x="113042" y="27558"/>
                  </a:moveTo>
                  <a:lnTo>
                    <a:pt x="95592" y="27558"/>
                  </a:lnTo>
                  <a:lnTo>
                    <a:pt x="95592" y="121919"/>
                  </a:lnTo>
                  <a:lnTo>
                    <a:pt x="113042" y="121919"/>
                  </a:lnTo>
                  <a:lnTo>
                    <a:pt x="113042" y="27558"/>
                  </a:lnTo>
                  <a:close/>
                </a:path>
                <a:path w="678180" h="143510">
                  <a:moveTo>
                    <a:pt x="38233" y="27558"/>
                  </a:moveTo>
                  <a:lnTo>
                    <a:pt x="17360" y="27558"/>
                  </a:lnTo>
                  <a:lnTo>
                    <a:pt x="55092" y="74422"/>
                  </a:lnTo>
                  <a:lnTo>
                    <a:pt x="58293" y="74422"/>
                  </a:lnTo>
                  <a:lnTo>
                    <a:pt x="77397" y="50418"/>
                  </a:lnTo>
                  <a:lnTo>
                    <a:pt x="56743" y="50418"/>
                  </a:lnTo>
                  <a:lnTo>
                    <a:pt x="38233" y="27558"/>
                  </a:lnTo>
                  <a:close/>
                </a:path>
                <a:path w="678180" h="143510">
                  <a:moveTo>
                    <a:pt x="113042" y="634"/>
                  </a:moveTo>
                  <a:lnTo>
                    <a:pt x="96799" y="634"/>
                  </a:lnTo>
                  <a:lnTo>
                    <a:pt x="56743" y="50418"/>
                  </a:lnTo>
                  <a:lnTo>
                    <a:pt x="77397" y="50418"/>
                  </a:lnTo>
                  <a:lnTo>
                    <a:pt x="95592" y="27558"/>
                  </a:lnTo>
                  <a:lnTo>
                    <a:pt x="113042" y="27558"/>
                  </a:lnTo>
                  <a:lnTo>
                    <a:pt x="113042" y="6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12889" y="5364860"/>
              <a:ext cx="678180" cy="143510"/>
            </a:xfrm>
            <a:custGeom>
              <a:avLst/>
              <a:gdLst/>
              <a:ahLst/>
              <a:cxnLst/>
              <a:rect l="l" t="t" r="r" b="b"/>
              <a:pathLst>
                <a:path w="678180" h="143510">
                  <a:moveTo>
                    <a:pt x="666102" y="99059"/>
                  </a:moveTo>
                  <a:lnTo>
                    <a:pt x="669632" y="99059"/>
                  </a:lnTo>
                  <a:lnTo>
                    <a:pt x="672528" y="100583"/>
                  </a:lnTo>
                  <a:lnTo>
                    <a:pt x="674776" y="103758"/>
                  </a:lnTo>
                  <a:lnTo>
                    <a:pt x="677036" y="106806"/>
                  </a:lnTo>
                  <a:lnTo>
                    <a:pt x="678167" y="110870"/>
                  </a:lnTo>
                  <a:lnTo>
                    <a:pt x="678167" y="115697"/>
                  </a:lnTo>
                  <a:lnTo>
                    <a:pt x="678167" y="122047"/>
                  </a:lnTo>
                  <a:lnTo>
                    <a:pt x="676313" y="127761"/>
                  </a:lnTo>
                  <a:lnTo>
                    <a:pt x="672604" y="132587"/>
                  </a:lnTo>
                  <a:lnTo>
                    <a:pt x="668909" y="137413"/>
                  </a:lnTo>
                  <a:lnTo>
                    <a:pt x="663816" y="140969"/>
                  </a:lnTo>
                  <a:lnTo>
                    <a:pt x="657326" y="143001"/>
                  </a:lnTo>
                  <a:lnTo>
                    <a:pt x="657326" y="139700"/>
                  </a:lnTo>
                  <a:lnTo>
                    <a:pt x="659930" y="137286"/>
                  </a:lnTo>
                  <a:lnTo>
                    <a:pt x="661758" y="134747"/>
                  </a:lnTo>
                  <a:lnTo>
                    <a:pt x="662800" y="132206"/>
                  </a:lnTo>
                  <a:lnTo>
                    <a:pt x="663841" y="129666"/>
                  </a:lnTo>
                  <a:lnTo>
                    <a:pt x="664451" y="126237"/>
                  </a:lnTo>
                  <a:lnTo>
                    <a:pt x="664629" y="121919"/>
                  </a:lnTo>
                  <a:lnTo>
                    <a:pt x="658495" y="120141"/>
                  </a:lnTo>
                  <a:lnTo>
                    <a:pt x="655421" y="116331"/>
                  </a:lnTo>
                  <a:lnTo>
                    <a:pt x="655421" y="110616"/>
                  </a:lnTo>
                  <a:lnTo>
                    <a:pt x="655421" y="107441"/>
                  </a:lnTo>
                  <a:lnTo>
                    <a:pt x="656475" y="104775"/>
                  </a:lnTo>
                  <a:lnTo>
                    <a:pt x="658583" y="102488"/>
                  </a:lnTo>
                  <a:lnTo>
                    <a:pt x="660704" y="100202"/>
                  </a:lnTo>
                  <a:lnTo>
                    <a:pt x="663206" y="99059"/>
                  </a:lnTo>
                  <a:lnTo>
                    <a:pt x="666102" y="99059"/>
                  </a:lnTo>
                  <a:close/>
                </a:path>
                <a:path w="678180" h="143510">
                  <a:moveTo>
                    <a:pt x="588581" y="26669"/>
                  </a:moveTo>
                  <a:lnTo>
                    <a:pt x="570433" y="70484"/>
                  </a:lnTo>
                  <a:lnTo>
                    <a:pt x="608139" y="70484"/>
                  </a:lnTo>
                  <a:lnTo>
                    <a:pt x="588581" y="26669"/>
                  </a:lnTo>
                  <a:close/>
                </a:path>
                <a:path w="678180" h="143510">
                  <a:moveTo>
                    <a:pt x="245211" y="16128"/>
                  </a:moveTo>
                  <a:lnTo>
                    <a:pt x="245211" y="106298"/>
                  </a:lnTo>
                  <a:lnTo>
                    <a:pt x="267436" y="106298"/>
                  </a:lnTo>
                  <a:lnTo>
                    <a:pt x="276123" y="106298"/>
                  </a:lnTo>
                  <a:lnTo>
                    <a:pt x="282867" y="105663"/>
                  </a:lnTo>
                  <a:lnTo>
                    <a:pt x="287667" y="104520"/>
                  </a:lnTo>
                  <a:lnTo>
                    <a:pt x="292468" y="103377"/>
                  </a:lnTo>
                  <a:lnTo>
                    <a:pt x="320545" y="69877"/>
                  </a:lnTo>
                  <a:lnTo>
                    <a:pt x="321348" y="60325"/>
                  </a:lnTo>
                  <a:lnTo>
                    <a:pt x="320523" y="51042"/>
                  </a:lnTo>
                  <a:lnTo>
                    <a:pt x="297002" y="20954"/>
                  </a:lnTo>
                  <a:lnTo>
                    <a:pt x="275259" y="16128"/>
                  </a:lnTo>
                  <a:lnTo>
                    <a:pt x="266915" y="16128"/>
                  </a:lnTo>
                  <a:lnTo>
                    <a:pt x="245211" y="16128"/>
                  </a:lnTo>
                  <a:close/>
                </a:path>
                <a:path w="678180" h="143510">
                  <a:moveTo>
                    <a:pt x="406006" y="634"/>
                  </a:moveTo>
                  <a:lnTo>
                    <a:pt x="420065" y="634"/>
                  </a:lnTo>
                  <a:lnTo>
                    <a:pt x="501840" y="94868"/>
                  </a:lnTo>
                  <a:lnTo>
                    <a:pt x="501840" y="634"/>
                  </a:lnTo>
                  <a:lnTo>
                    <a:pt x="518337" y="634"/>
                  </a:lnTo>
                  <a:lnTo>
                    <a:pt x="518337" y="121919"/>
                  </a:lnTo>
                  <a:lnTo>
                    <a:pt x="503402" y="121919"/>
                  </a:lnTo>
                  <a:lnTo>
                    <a:pt x="422325" y="28575"/>
                  </a:lnTo>
                  <a:lnTo>
                    <a:pt x="422325" y="121919"/>
                  </a:lnTo>
                  <a:lnTo>
                    <a:pt x="406006" y="121919"/>
                  </a:lnTo>
                  <a:lnTo>
                    <a:pt x="406006" y="634"/>
                  </a:lnTo>
                  <a:close/>
                </a:path>
                <a:path w="678180" h="143510">
                  <a:moveTo>
                    <a:pt x="361200" y="634"/>
                  </a:moveTo>
                  <a:lnTo>
                    <a:pt x="378561" y="634"/>
                  </a:lnTo>
                  <a:lnTo>
                    <a:pt x="378561" y="121919"/>
                  </a:lnTo>
                  <a:lnTo>
                    <a:pt x="361200" y="121919"/>
                  </a:lnTo>
                  <a:lnTo>
                    <a:pt x="361200" y="634"/>
                  </a:lnTo>
                  <a:close/>
                </a:path>
                <a:path w="678180" h="143510">
                  <a:moveTo>
                    <a:pt x="227850" y="634"/>
                  </a:moveTo>
                  <a:lnTo>
                    <a:pt x="268744" y="634"/>
                  </a:lnTo>
                  <a:lnTo>
                    <a:pt x="280470" y="1109"/>
                  </a:lnTo>
                  <a:lnTo>
                    <a:pt x="320832" y="17287"/>
                  </a:lnTo>
                  <a:lnTo>
                    <a:pt x="338798" y="53010"/>
                  </a:lnTo>
                  <a:lnTo>
                    <a:pt x="339331" y="61340"/>
                  </a:lnTo>
                  <a:lnTo>
                    <a:pt x="339331" y="69468"/>
                  </a:lnTo>
                  <a:lnTo>
                    <a:pt x="337756" y="77215"/>
                  </a:lnTo>
                  <a:lnTo>
                    <a:pt x="334632" y="84581"/>
                  </a:lnTo>
                  <a:lnTo>
                    <a:pt x="331508" y="92075"/>
                  </a:lnTo>
                  <a:lnTo>
                    <a:pt x="327050" y="98551"/>
                  </a:lnTo>
                  <a:lnTo>
                    <a:pt x="321271" y="104139"/>
                  </a:lnTo>
                  <a:lnTo>
                    <a:pt x="315366" y="109981"/>
                  </a:lnTo>
                  <a:lnTo>
                    <a:pt x="308508" y="114300"/>
                  </a:lnTo>
                  <a:lnTo>
                    <a:pt x="300697" y="117220"/>
                  </a:lnTo>
                  <a:lnTo>
                    <a:pt x="296113" y="118998"/>
                  </a:lnTo>
                  <a:lnTo>
                    <a:pt x="291922" y="120268"/>
                  </a:lnTo>
                  <a:lnTo>
                    <a:pt x="288099" y="120903"/>
                  </a:lnTo>
                  <a:lnTo>
                    <a:pt x="284289" y="121411"/>
                  </a:lnTo>
                  <a:lnTo>
                    <a:pt x="276987" y="121792"/>
                  </a:lnTo>
                  <a:lnTo>
                    <a:pt x="266230" y="121792"/>
                  </a:lnTo>
                  <a:lnTo>
                    <a:pt x="227850" y="121792"/>
                  </a:lnTo>
                  <a:lnTo>
                    <a:pt x="227850" y="634"/>
                  </a:lnTo>
                  <a:close/>
                </a:path>
                <a:path w="678180" h="143510">
                  <a:moveTo>
                    <a:pt x="138772" y="634"/>
                  </a:moveTo>
                  <a:lnTo>
                    <a:pt x="207543" y="634"/>
                  </a:lnTo>
                  <a:lnTo>
                    <a:pt x="207543" y="16128"/>
                  </a:lnTo>
                  <a:lnTo>
                    <a:pt x="156146" y="16128"/>
                  </a:lnTo>
                  <a:lnTo>
                    <a:pt x="156146" y="53085"/>
                  </a:lnTo>
                  <a:lnTo>
                    <a:pt x="205803" y="53085"/>
                  </a:lnTo>
                  <a:lnTo>
                    <a:pt x="205803" y="68579"/>
                  </a:lnTo>
                  <a:lnTo>
                    <a:pt x="156146" y="68579"/>
                  </a:lnTo>
                  <a:lnTo>
                    <a:pt x="156146" y="106298"/>
                  </a:lnTo>
                  <a:lnTo>
                    <a:pt x="209181" y="106298"/>
                  </a:lnTo>
                  <a:lnTo>
                    <a:pt x="209181" y="121792"/>
                  </a:lnTo>
                  <a:lnTo>
                    <a:pt x="138772" y="121792"/>
                  </a:lnTo>
                  <a:lnTo>
                    <a:pt x="138772" y="634"/>
                  </a:lnTo>
                  <a:close/>
                </a:path>
                <a:path w="678180" h="143510">
                  <a:moveTo>
                    <a:pt x="0" y="634"/>
                  </a:moveTo>
                  <a:lnTo>
                    <a:pt x="16433" y="634"/>
                  </a:lnTo>
                  <a:lnTo>
                    <a:pt x="56743" y="50418"/>
                  </a:lnTo>
                  <a:lnTo>
                    <a:pt x="96799" y="634"/>
                  </a:lnTo>
                  <a:lnTo>
                    <a:pt x="113042" y="634"/>
                  </a:lnTo>
                  <a:lnTo>
                    <a:pt x="113042" y="121919"/>
                  </a:lnTo>
                  <a:lnTo>
                    <a:pt x="95592" y="121919"/>
                  </a:lnTo>
                  <a:lnTo>
                    <a:pt x="95592" y="27558"/>
                  </a:lnTo>
                  <a:lnTo>
                    <a:pt x="58293" y="74422"/>
                  </a:lnTo>
                  <a:lnTo>
                    <a:pt x="55092" y="74422"/>
                  </a:lnTo>
                  <a:lnTo>
                    <a:pt x="17360" y="27558"/>
                  </a:lnTo>
                  <a:lnTo>
                    <a:pt x="17360" y="121919"/>
                  </a:lnTo>
                  <a:lnTo>
                    <a:pt x="0" y="121919"/>
                  </a:lnTo>
                  <a:lnTo>
                    <a:pt x="0" y="634"/>
                  </a:lnTo>
                  <a:close/>
                </a:path>
                <a:path w="678180" h="143510">
                  <a:moveTo>
                    <a:pt x="582637" y="0"/>
                  </a:moveTo>
                  <a:lnTo>
                    <a:pt x="594842" y="0"/>
                  </a:lnTo>
                  <a:lnTo>
                    <a:pt x="649211" y="121919"/>
                  </a:lnTo>
                  <a:lnTo>
                    <a:pt x="631444" y="121919"/>
                  </a:lnTo>
                  <a:lnTo>
                    <a:pt x="615276" y="85978"/>
                  </a:lnTo>
                  <a:lnTo>
                    <a:pt x="563537" y="85978"/>
                  </a:lnTo>
                  <a:lnTo>
                    <a:pt x="548386" y="121919"/>
                  </a:lnTo>
                  <a:lnTo>
                    <a:pt x="530542" y="121919"/>
                  </a:lnTo>
                  <a:lnTo>
                    <a:pt x="582637" y="0"/>
                  </a:lnTo>
                  <a:close/>
                </a:path>
              </a:pathLst>
            </a:custGeom>
            <a:ln w="10160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6" name="object 66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268602" y="5360415"/>
            <a:ext cx="484885" cy="152527"/>
          </a:xfrm>
          <a:prstGeom prst="rect">
            <a:avLst/>
          </a:prstGeom>
        </p:spPr>
      </p:pic>
      <p:grpSp>
        <p:nvGrpSpPr>
          <p:cNvPr id="67" name="object 67"/>
          <p:cNvGrpSpPr/>
          <p:nvPr/>
        </p:nvGrpSpPr>
        <p:grpSpPr>
          <a:xfrm>
            <a:off x="1826641" y="5358891"/>
            <a:ext cx="574675" cy="154305"/>
            <a:chOff x="1826641" y="5358891"/>
            <a:chExt cx="574675" cy="154305"/>
          </a:xfrm>
        </p:grpSpPr>
        <p:sp>
          <p:nvSpPr>
            <p:cNvPr id="68" name="object 68"/>
            <p:cNvSpPr/>
            <p:nvPr/>
          </p:nvSpPr>
          <p:spPr>
            <a:xfrm>
              <a:off x="1831721" y="5363971"/>
              <a:ext cx="564515" cy="144145"/>
            </a:xfrm>
            <a:custGeom>
              <a:avLst/>
              <a:gdLst/>
              <a:ahLst/>
              <a:cxnLst/>
              <a:rect l="l" t="t" r="r" b="b"/>
              <a:pathLst>
                <a:path w="564514" h="144145">
                  <a:moveTo>
                    <a:pt x="556006" y="99948"/>
                  </a:moveTo>
                  <a:lnTo>
                    <a:pt x="549656" y="99948"/>
                  </a:lnTo>
                  <a:lnTo>
                    <a:pt x="547116" y="101091"/>
                  </a:lnTo>
                  <a:lnTo>
                    <a:pt x="544957" y="103377"/>
                  </a:lnTo>
                  <a:lnTo>
                    <a:pt x="542925" y="105663"/>
                  </a:lnTo>
                  <a:lnTo>
                    <a:pt x="541782" y="108330"/>
                  </a:lnTo>
                  <a:lnTo>
                    <a:pt x="541782" y="117220"/>
                  </a:lnTo>
                  <a:lnTo>
                    <a:pt x="544830" y="121030"/>
                  </a:lnTo>
                  <a:lnTo>
                    <a:pt x="551053" y="122808"/>
                  </a:lnTo>
                  <a:lnTo>
                    <a:pt x="550799" y="127126"/>
                  </a:lnTo>
                  <a:lnTo>
                    <a:pt x="550291" y="130555"/>
                  </a:lnTo>
                  <a:lnTo>
                    <a:pt x="549148" y="133095"/>
                  </a:lnTo>
                  <a:lnTo>
                    <a:pt x="548132" y="135635"/>
                  </a:lnTo>
                  <a:lnTo>
                    <a:pt x="546354" y="138175"/>
                  </a:lnTo>
                  <a:lnTo>
                    <a:pt x="543687" y="140588"/>
                  </a:lnTo>
                  <a:lnTo>
                    <a:pt x="543687" y="143890"/>
                  </a:lnTo>
                  <a:lnTo>
                    <a:pt x="564515" y="122935"/>
                  </a:lnTo>
                  <a:lnTo>
                    <a:pt x="564515" y="111759"/>
                  </a:lnTo>
                  <a:lnTo>
                    <a:pt x="563499" y="107695"/>
                  </a:lnTo>
                  <a:lnTo>
                    <a:pt x="561213" y="104647"/>
                  </a:lnTo>
                  <a:lnTo>
                    <a:pt x="558927" y="101472"/>
                  </a:lnTo>
                  <a:lnTo>
                    <a:pt x="556006" y="99948"/>
                  </a:lnTo>
                  <a:close/>
                </a:path>
                <a:path w="564514" h="144145">
                  <a:moveTo>
                    <a:pt x="203454" y="1523"/>
                  </a:moveTo>
                  <a:lnTo>
                    <a:pt x="172974" y="1523"/>
                  </a:lnTo>
                  <a:lnTo>
                    <a:pt x="172974" y="122808"/>
                  </a:lnTo>
                  <a:lnTo>
                    <a:pt x="190373" y="122808"/>
                  </a:lnTo>
                  <a:lnTo>
                    <a:pt x="190373" y="70103"/>
                  </a:lnTo>
                  <a:lnTo>
                    <a:pt x="229407" y="70103"/>
                  </a:lnTo>
                  <a:lnTo>
                    <a:pt x="226822" y="67690"/>
                  </a:lnTo>
                  <a:lnTo>
                    <a:pt x="222885" y="65150"/>
                  </a:lnTo>
                  <a:lnTo>
                    <a:pt x="229489" y="62610"/>
                  </a:lnTo>
                  <a:lnTo>
                    <a:pt x="234569" y="58800"/>
                  </a:lnTo>
                  <a:lnTo>
                    <a:pt x="237431" y="54609"/>
                  </a:lnTo>
                  <a:lnTo>
                    <a:pt x="190373" y="54609"/>
                  </a:lnTo>
                  <a:lnTo>
                    <a:pt x="190373" y="16255"/>
                  </a:lnTo>
                  <a:lnTo>
                    <a:pt x="237722" y="16255"/>
                  </a:lnTo>
                  <a:lnTo>
                    <a:pt x="237351" y="15624"/>
                  </a:lnTo>
                  <a:lnTo>
                    <a:pt x="232664" y="10667"/>
                  </a:lnTo>
                  <a:lnTo>
                    <a:pt x="226760" y="6667"/>
                  </a:lnTo>
                  <a:lnTo>
                    <a:pt x="219916" y="3809"/>
                  </a:lnTo>
                  <a:lnTo>
                    <a:pt x="212143" y="2095"/>
                  </a:lnTo>
                  <a:lnTo>
                    <a:pt x="203454" y="1523"/>
                  </a:lnTo>
                  <a:close/>
                </a:path>
                <a:path w="564514" h="144145">
                  <a:moveTo>
                    <a:pt x="229407" y="70103"/>
                  </a:moveTo>
                  <a:lnTo>
                    <a:pt x="200533" y="70103"/>
                  </a:lnTo>
                  <a:lnTo>
                    <a:pt x="204597" y="70738"/>
                  </a:lnTo>
                  <a:lnTo>
                    <a:pt x="209423" y="73278"/>
                  </a:lnTo>
                  <a:lnTo>
                    <a:pt x="236093" y="108584"/>
                  </a:lnTo>
                  <a:lnTo>
                    <a:pt x="239522" y="113410"/>
                  </a:lnTo>
                  <a:lnTo>
                    <a:pt x="240411" y="114553"/>
                  </a:lnTo>
                  <a:lnTo>
                    <a:pt x="240537" y="114807"/>
                  </a:lnTo>
                  <a:lnTo>
                    <a:pt x="245872" y="122808"/>
                  </a:lnTo>
                  <a:lnTo>
                    <a:pt x="266573" y="122808"/>
                  </a:lnTo>
                  <a:lnTo>
                    <a:pt x="260096" y="114172"/>
                  </a:lnTo>
                  <a:lnTo>
                    <a:pt x="257556" y="110616"/>
                  </a:lnTo>
                  <a:lnTo>
                    <a:pt x="254127" y="105536"/>
                  </a:lnTo>
                  <a:lnTo>
                    <a:pt x="249936" y="98551"/>
                  </a:lnTo>
                  <a:lnTo>
                    <a:pt x="245173" y="90977"/>
                  </a:lnTo>
                  <a:lnTo>
                    <a:pt x="240982" y="84629"/>
                  </a:lnTo>
                  <a:lnTo>
                    <a:pt x="237363" y="79496"/>
                  </a:lnTo>
                  <a:lnTo>
                    <a:pt x="234315" y="75564"/>
                  </a:lnTo>
                  <a:lnTo>
                    <a:pt x="230631" y="71246"/>
                  </a:lnTo>
                  <a:lnTo>
                    <a:pt x="229407" y="70103"/>
                  </a:lnTo>
                  <a:close/>
                </a:path>
                <a:path w="564514" h="144145">
                  <a:moveTo>
                    <a:pt x="312674" y="16890"/>
                  </a:moveTo>
                  <a:lnTo>
                    <a:pt x="295148" y="16890"/>
                  </a:lnTo>
                  <a:lnTo>
                    <a:pt x="295148" y="122808"/>
                  </a:lnTo>
                  <a:lnTo>
                    <a:pt x="312674" y="122808"/>
                  </a:lnTo>
                  <a:lnTo>
                    <a:pt x="312674" y="16890"/>
                  </a:lnTo>
                  <a:close/>
                </a:path>
                <a:path w="564514" h="144145">
                  <a:moveTo>
                    <a:pt x="237722" y="16255"/>
                  </a:moveTo>
                  <a:lnTo>
                    <a:pt x="204089" y="16255"/>
                  </a:lnTo>
                  <a:lnTo>
                    <a:pt x="210185" y="16890"/>
                  </a:lnTo>
                  <a:lnTo>
                    <a:pt x="217551" y="19430"/>
                  </a:lnTo>
                  <a:lnTo>
                    <a:pt x="220345" y="21716"/>
                  </a:lnTo>
                  <a:lnTo>
                    <a:pt x="224439" y="27920"/>
                  </a:lnTo>
                  <a:lnTo>
                    <a:pt x="225425" y="31368"/>
                  </a:lnTo>
                  <a:lnTo>
                    <a:pt x="225425" y="38988"/>
                  </a:lnTo>
                  <a:lnTo>
                    <a:pt x="205740" y="54609"/>
                  </a:lnTo>
                  <a:lnTo>
                    <a:pt x="237431" y="54609"/>
                  </a:lnTo>
                  <a:lnTo>
                    <a:pt x="241681" y="48513"/>
                  </a:lnTo>
                  <a:lnTo>
                    <a:pt x="243459" y="42417"/>
                  </a:lnTo>
                  <a:lnTo>
                    <a:pt x="243459" y="35305"/>
                  </a:lnTo>
                  <a:lnTo>
                    <a:pt x="242772" y="27920"/>
                  </a:lnTo>
                  <a:lnTo>
                    <a:pt x="240837" y="21716"/>
                  </a:lnTo>
                  <a:lnTo>
                    <a:pt x="240728" y="21367"/>
                  </a:lnTo>
                  <a:lnTo>
                    <a:pt x="237722" y="16255"/>
                  </a:lnTo>
                  <a:close/>
                </a:path>
                <a:path w="564514" h="144145">
                  <a:moveTo>
                    <a:pt x="354965" y="1396"/>
                  </a:moveTo>
                  <a:lnTo>
                    <a:pt x="253619" y="1396"/>
                  </a:lnTo>
                  <a:lnTo>
                    <a:pt x="253619" y="16890"/>
                  </a:lnTo>
                  <a:lnTo>
                    <a:pt x="354965" y="16890"/>
                  </a:lnTo>
                  <a:lnTo>
                    <a:pt x="354965" y="1396"/>
                  </a:lnTo>
                  <a:close/>
                </a:path>
                <a:path w="564514" h="144145">
                  <a:moveTo>
                    <a:pt x="389381" y="1523"/>
                  </a:moveTo>
                  <a:lnTo>
                    <a:pt x="372110" y="1523"/>
                  </a:lnTo>
                  <a:lnTo>
                    <a:pt x="372110" y="122808"/>
                  </a:lnTo>
                  <a:lnTo>
                    <a:pt x="389381" y="122808"/>
                  </a:lnTo>
                  <a:lnTo>
                    <a:pt x="389381" y="1523"/>
                  </a:lnTo>
                  <a:close/>
                </a:path>
                <a:path w="564514" h="144145">
                  <a:moveTo>
                    <a:pt x="152400" y="1523"/>
                  </a:moveTo>
                  <a:lnTo>
                    <a:pt x="83566" y="1523"/>
                  </a:lnTo>
                  <a:lnTo>
                    <a:pt x="83566" y="122681"/>
                  </a:lnTo>
                  <a:lnTo>
                    <a:pt x="154051" y="122681"/>
                  </a:lnTo>
                  <a:lnTo>
                    <a:pt x="154051" y="107187"/>
                  </a:lnTo>
                  <a:lnTo>
                    <a:pt x="100965" y="107187"/>
                  </a:lnTo>
                  <a:lnTo>
                    <a:pt x="100965" y="69468"/>
                  </a:lnTo>
                  <a:lnTo>
                    <a:pt x="150622" y="69468"/>
                  </a:lnTo>
                  <a:lnTo>
                    <a:pt x="150622" y="53974"/>
                  </a:lnTo>
                  <a:lnTo>
                    <a:pt x="100965" y="53974"/>
                  </a:lnTo>
                  <a:lnTo>
                    <a:pt x="100965" y="17017"/>
                  </a:lnTo>
                  <a:lnTo>
                    <a:pt x="152400" y="17017"/>
                  </a:lnTo>
                  <a:lnTo>
                    <a:pt x="152400" y="1523"/>
                  </a:lnTo>
                  <a:close/>
                </a:path>
                <a:path w="564514" h="144145">
                  <a:moveTo>
                    <a:pt x="64643" y="1523"/>
                  </a:moveTo>
                  <a:lnTo>
                    <a:pt x="0" y="1523"/>
                  </a:lnTo>
                  <a:lnTo>
                    <a:pt x="0" y="122808"/>
                  </a:lnTo>
                  <a:lnTo>
                    <a:pt x="17272" y="122808"/>
                  </a:lnTo>
                  <a:lnTo>
                    <a:pt x="17272" y="66293"/>
                  </a:lnTo>
                  <a:lnTo>
                    <a:pt x="64643" y="66293"/>
                  </a:lnTo>
                  <a:lnTo>
                    <a:pt x="64643" y="50799"/>
                  </a:lnTo>
                  <a:lnTo>
                    <a:pt x="17272" y="50799"/>
                  </a:lnTo>
                  <a:lnTo>
                    <a:pt x="17272" y="17017"/>
                  </a:lnTo>
                  <a:lnTo>
                    <a:pt x="64643" y="17017"/>
                  </a:lnTo>
                  <a:lnTo>
                    <a:pt x="64643" y="1523"/>
                  </a:lnTo>
                  <a:close/>
                </a:path>
                <a:path w="564514" h="144145">
                  <a:moveTo>
                    <a:pt x="484251" y="0"/>
                  </a:moveTo>
                  <a:lnTo>
                    <a:pt x="477520" y="0"/>
                  </a:lnTo>
                  <a:lnTo>
                    <a:pt x="464018" y="1121"/>
                  </a:lnTo>
                  <a:lnTo>
                    <a:pt x="422489" y="27652"/>
                  </a:lnTo>
                  <a:lnTo>
                    <a:pt x="412079" y="62229"/>
                  </a:lnTo>
                  <a:lnTo>
                    <a:pt x="411988" y="63245"/>
                  </a:lnTo>
                  <a:lnTo>
                    <a:pt x="430022" y="106679"/>
                  </a:lnTo>
                  <a:lnTo>
                    <a:pt x="478155" y="124205"/>
                  </a:lnTo>
                  <a:lnTo>
                    <a:pt x="489207" y="123608"/>
                  </a:lnTo>
                  <a:lnTo>
                    <a:pt x="500284" y="121808"/>
                  </a:lnTo>
                  <a:lnTo>
                    <a:pt x="511409" y="118794"/>
                  </a:lnTo>
                  <a:lnTo>
                    <a:pt x="522605" y="114553"/>
                  </a:lnTo>
                  <a:lnTo>
                    <a:pt x="522605" y="109092"/>
                  </a:lnTo>
                  <a:lnTo>
                    <a:pt x="478663" y="109092"/>
                  </a:lnTo>
                  <a:lnTo>
                    <a:pt x="468453" y="108281"/>
                  </a:lnTo>
                  <a:lnTo>
                    <a:pt x="433387" y="80978"/>
                  </a:lnTo>
                  <a:lnTo>
                    <a:pt x="430108" y="63245"/>
                  </a:lnTo>
                  <a:lnTo>
                    <a:pt x="430022" y="62229"/>
                  </a:lnTo>
                  <a:lnTo>
                    <a:pt x="450778" y="23048"/>
                  </a:lnTo>
                  <a:lnTo>
                    <a:pt x="477139" y="15493"/>
                  </a:lnTo>
                  <a:lnTo>
                    <a:pt x="520192" y="15493"/>
                  </a:lnTo>
                  <a:lnTo>
                    <a:pt x="520192" y="10286"/>
                  </a:lnTo>
                  <a:lnTo>
                    <a:pt x="510794" y="6349"/>
                  </a:lnTo>
                  <a:lnTo>
                    <a:pt x="503047" y="3682"/>
                  </a:lnTo>
                  <a:lnTo>
                    <a:pt x="496951" y="2158"/>
                  </a:lnTo>
                  <a:lnTo>
                    <a:pt x="490728" y="761"/>
                  </a:lnTo>
                  <a:lnTo>
                    <a:pt x="484251" y="0"/>
                  </a:lnTo>
                  <a:close/>
                </a:path>
                <a:path w="564514" h="144145">
                  <a:moveTo>
                    <a:pt x="522605" y="63118"/>
                  </a:moveTo>
                  <a:lnTo>
                    <a:pt x="481838" y="63118"/>
                  </a:lnTo>
                  <a:lnTo>
                    <a:pt x="481838" y="78485"/>
                  </a:lnTo>
                  <a:lnTo>
                    <a:pt x="505206" y="78485"/>
                  </a:lnTo>
                  <a:lnTo>
                    <a:pt x="505206" y="103758"/>
                  </a:lnTo>
                  <a:lnTo>
                    <a:pt x="503555" y="104393"/>
                  </a:lnTo>
                  <a:lnTo>
                    <a:pt x="493903" y="107568"/>
                  </a:lnTo>
                  <a:lnTo>
                    <a:pt x="485648" y="109092"/>
                  </a:lnTo>
                  <a:lnTo>
                    <a:pt x="522605" y="109092"/>
                  </a:lnTo>
                  <a:lnTo>
                    <a:pt x="522605" y="63118"/>
                  </a:lnTo>
                  <a:close/>
                </a:path>
                <a:path w="564514" h="144145">
                  <a:moveTo>
                    <a:pt x="520192" y="15493"/>
                  </a:moveTo>
                  <a:lnTo>
                    <a:pt x="477139" y="15493"/>
                  </a:lnTo>
                  <a:lnTo>
                    <a:pt x="488505" y="16329"/>
                  </a:lnTo>
                  <a:lnTo>
                    <a:pt x="488056" y="16329"/>
                  </a:lnTo>
                  <a:lnTo>
                    <a:pt x="498570" y="18637"/>
                  </a:lnTo>
                  <a:lnTo>
                    <a:pt x="509357" y="22566"/>
                  </a:lnTo>
                  <a:lnTo>
                    <a:pt x="520192" y="28066"/>
                  </a:lnTo>
                  <a:lnTo>
                    <a:pt x="520192" y="154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831721" y="5363971"/>
              <a:ext cx="564515" cy="144145"/>
            </a:xfrm>
            <a:custGeom>
              <a:avLst/>
              <a:gdLst/>
              <a:ahLst/>
              <a:cxnLst/>
              <a:rect l="l" t="t" r="r" b="b"/>
              <a:pathLst>
                <a:path w="564514" h="144145">
                  <a:moveTo>
                    <a:pt x="552450" y="99948"/>
                  </a:moveTo>
                  <a:lnTo>
                    <a:pt x="556006" y="99948"/>
                  </a:lnTo>
                  <a:lnTo>
                    <a:pt x="558927" y="101472"/>
                  </a:lnTo>
                  <a:lnTo>
                    <a:pt x="561213" y="104647"/>
                  </a:lnTo>
                  <a:lnTo>
                    <a:pt x="563499" y="107695"/>
                  </a:lnTo>
                  <a:lnTo>
                    <a:pt x="564515" y="111759"/>
                  </a:lnTo>
                  <a:lnTo>
                    <a:pt x="564515" y="116585"/>
                  </a:lnTo>
                  <a:lnTo>
                    <a:pt x="564515" y="122935"/>
                  </a:lnTo>
                  <a:lnTo>
                    <a:pt x="543687" y="143890"/>
                  </a:lnTo>
                  <a:lnTo>
                    <a:pt x="543687" y="140588"/>
                  </a:lnTo>
                  <a:lnTo>
                    <a:pt x="546354" y="138175"/>
                  </a:lnTo>
                  <a:lnTo>
                    <a:pt x="548132" y="135635"/>
                  </a:lnTo>
                  <a:lnTo>
                    <a:pt x="549148" y="133095"/>
                  </a:lnTo>
                  <a:lnTo>
                    <a:pt x="550291" y="130555"/>
                  </a:lnTo>
                  <a:lnTo>
                    <a:pt x="550799" y="127126"/>
                  </a:lnTo>
                  <a:lnTo>
                    <a:pt x="551053" y="122808"/>
                  </a:lnTo>
                  <a:lnTo>
                    <a:pt x="544830" y="121030"/>
                  </a:lnTo>
                  <a:lnTo>
                    <a:pt x="541782" y="117220"/>
                  </a:lnTo>
                  <a:lnTo>
                    <a:pt x="541782" y="111505"/>
                  </a:lnTo>
                  <a:lnTo>
                    <a:pt x="541782" y="108330"/>
                  </a:lnTo>
                  <a:lnTo>
                    <a:pt x="542925" y="105663"/>
                  </a:lnTo>
                  <a:lnTo>
                    <a:pt x="544957" y="103377"/>
                  </a:lnTo>
                  <a:lnTo>
                    <a:pt x="547116" y="101091"/>
                  </a:lnTo>
                  <a:lnTo>
                    <a:pt x="549656" y="99948"/>
                  </a:lnTo>
                  <a:lnTo>
                    <a:pt x="552450" y="99948"/>
                  </a:lnTo>
                  <a:close/>
                </a:path>
                <a:path w="564514" h="144145">
                  <a:moveTo>
                    <a:pt x="190373" y="16255"/>
                  </a:moveTo>
                  <a:lnTo>
                    <a:pt x="190373" y="54609"/>
                  </a:lnTo>
                  <a:lnTo>
                    <a:pt x="196977" y="54609"/>
                  </a:lnTo>
                  <a:lnTo>
                    <a:pt x="205740" y="54609"/>
                  </a:lnTo>
                  <a:lnTo>
                    <a:pt x="225425" y="38988"/>
                  </a:lnTo>
                  <a:lnTo>
                    <a:pt x="225425" y="35178"/>
                  </a:lnTo>
                  <a:lnTo>
                    <a:pt x="225425" y="31368"/>
                  </a:lnTo>
                  <a:lnTo>
                    <a:pt x="224409" y="27812"/>
                  </a:lnTo>
                  <a:lnTo>
                    <a:pt x="222377" y="24764"/>
                  </a:lnTo>
                  <a:lnTo>
                    <a:pt x="220345" y="21716"/>
                  </a:lnTo>
                  <a:lnTo>
                    <a:pt x="217551" y="19430"/>
                  </a:lnTo>
                  <a:lnTo>
                    <a:pt x="213868" y="18160"/>
                  </a:lnTo>
                  <a:lnTo>
                    <a:pt x="210185" y="16890"/>
                  </a:lnTo>
                  <a:lnTo>
                    <a:pt x="204089" y="16255"/>
                  </a:lnTo>
                  <a:lnTo>
                    <a:pt x="195580" y="16255"/>
                  </a:lnTo>
                  <a:lnTo>
                    <a:pt x="190373" y="16255"/>
                  </a:lnTo>
                  <a:close/>
                </a:path>
                <a:path w="564514" h="144145">
                  <a:moveTo>
                    <a:pt x="372110" y="1523"/>
                  </a:moveTo>
                  <a:lnTo>
                    <a:pt x="389381" y="1523"/>
                  </a:lnTo>
                  <a:lnTo>
                    <a:pt x="389381" y="122808"/>
                  </a:lnTo>
                  <a:lnTo>
                    <a:pt x="372110" y="122808"/>
                  </a:lnTo>
                  <a:lnTo>
                    <a:pt x="372110" y="1523"/>
                  </a:lnTo>
                  <a:close/>
                </a:path>
                <a:path w="564514" h="144145">
                  <a:moveTo>
                    <a:pt x="172974" y="1523"/>
                  </a:moveTo>
                  <a:lnTo>
                    <a:pt x="203454" y="1523"/>
                  </a:lnTo>
                  <a:lnTo>
                    <a:pt x="212143" y="2095"/>
                  </a:lnTo>
                  <a:lnTo>
                    <a:pt x="242772" y="27920"/>
                  </a:lnTo>
                  <a:lnTo>
                    <a:pt x="243459" y="35305"/>
                  </a:lnTo>
                  <a:lnTo>
                    <a:pt x="243459" y="42417"/>
                  </a:lnTo>
                  <a:lnTo>
                    <a:pt x="241681" y="48513"/>
                  </a:lnTo>
                  <a:lnTo>
                    <a:pt x="238125" y="53593"/>
                  </a:lnTo>
                  <a:lnTo>
                    <a:pt x="234569" y="58800"/>
                  </a:lnTo>
                  <a:lnTo>
                    <a:pt x="229489" y="62610"/>
                  </a:lnTo>
                  <a:lnTo>
                    <a:pt x="222885" y="65150"/>
                  </a:lnTo>
                  <a:lnTo>
                    <a:pt x="226822" y="67690"/>
                  </a:lnTo>
                  <a:lnTo>
                    <a:pt x="249936" y="98551"/>
                  </a:lnTo>
                  <a:lnTo>
                    <a:pt x="254127" y="105536"/>
                  </a:lnTo>
                  <a:lnTo>
                    <a:pt x="257556" y="110616"/>
                  </a:lnTo>
                  <a:lnTo>
                    <a:pt x="260096" y="114172"/>
                  </a:lnTo>
                  <a:lnTo>
                    <a:pt x="266573" y="122808"/>
                  </a:lnTo>
                  <a:lnTo>
                    <a:pt x="245872" y="122808"/>
                  </a:lnTo>
                  <a:lnTo>
                    <a:pt x="240537" y="114807"/>
                  </a:lnTo>
                  <a:lnTo>
                    <a:pt x="240411" y="114553"/>
                  </a:lnTo>
                  <a:lnTo>
                    <a:pt x="240030" y="114045"/>
                  </a:lnTo>
                  <a:lnTo>
                    <a:pt x="239522" y="113410"/>
                  </a:lnTo>
                  <a:lnTo>
                    <a:pt x="236093" y="108584"/>
                  </a:lnTo>
                  <a:lnTo>
                    <a:pt x="230759" y="99694"/>
                  </a:lnTo>
                  <a:lnTo>
                    <a:pt x="224917" y="90296"/>
                  </a:lnTo>
                  <a:lnTo>
                    <a:pt x="207010" y="72008"/>
                  </a:lnTo>
                  <a:lnTo>
                    <a:pt x="204597" y="70738"/>
                  </a:lnTo>
                  <a:lnTo>
                    <a:pt x="200533" y="70103"/>
                  </a:lnTo>
                  <a:lnTo>
                    <a:pt x="194945" y="70103"/>
                  </a:lnTo>
                  <a:lnTo>
                    <a:pt x="190373" y="70103"/>
                  </a:lnTo>
                  <a:lnTo>
                    <a:pt x="190373" y="122808"/>
                  </a:lnTo>
                  <a:lnTo>
                    <a:pt x="172974" y="122808"/>
                  </a:lnTo>
                  <a:lnTo>
                    <a:pt x="172974" y="1523"/>
                  </a:lnTo>
                  <a:close/>
                </a:path>
                <a:path w="564514" h="144145">
                  <a:moveTo>
                    <a:pt x="83566" y="1523"/>
                  </a:moveTo>
                  <a:lnTo>
                    <a:pt x="152400" y="1523"/>
                  </a:lnTo>
                  <a:lnTo>
                    <a:pt x="152400" y="17017"/>
                  </a:lnTo>
                  <a:lnTo>
                    <a:pt x="100965" y="17017"/>
                  </a:lnTo>
                  <a:lnTo>
                    <a:pt x="100965" y="53974"/>
                  </a:lnTo>
                  <a:lnTo>
                    <a:pt x="150622" y="53974"/>
                  </a:lnTo>
                  <a:lnTo>
                    <a:pt x="150622" y="69468"/>
                  </a:lnTo>
                  <a:lnTo>
                    <a:pt x="100965" y="69468"/>
                  </a:lnTo>
                  <a:lnTo>
                    <a:pt x="100965" y="107187"/>
                  </a:lnTo>
                  <a:lnTo>
                    <a:pt x="154051" y="107187"/>
                  </a:lnTo>
                  <a:lnTo>
                    <a:pt x="154051" y="122681"/>
                  </a:lnTo>
                  <a:lnTo>
                    <a:pt x="83566" y="122681"/>
                  </a:lnTo>
                  <a:lnTo>
                    <a:pt x="83566" y="1523"/>
                  </a:lnTo>
                  <a:close/>
                </a:path>
                <a:path w="564514" h="144145">
                  <a:moveTo>
                    <a:pt x="0" y="1523"/>
                  </a:moveTo>
                  <a:lnTo>
                    <a:pt x="64643" y="1523"/>
                  </a:lnTo>
                  <a:lnTo>
                    <a:pt x="64643" y="17017"/>
                  </a:lnTo>
                  <a:lnTo>
                    <a:pt x="17272" y="17017"/>
                  </a:lnTo>
                  <a:lnTo>
                    <a:pt x="17272" y="50799"/>
                  </a:lnTo>
                  <a:lnTo>
                    <a:pt x="64643" y="50799"/>
                  </a:lnTo>
                  <a:lnTo>
                    <a:pt x="64643" y="66293"/>
                  </a:lnTo>
                  <a:lnTo>
                    <a:pt x="17272" y="66293"/>
                  </a:lnTo>
                  <a:lnTo>
                    <a:pt x="17272" y="122808"/>
                  </a:lnTo>
                  <a:lnTo>
                    <a:pt x="0" y="122808"/>
                  </a:lnTo>
                  <a:lnTo>
                    <a:pt x="0" y="1523"/>
                  </a:lnTo>
                  <a:close/>
                </a:path>
                <a:path w="564514" h="144145">
                  <a:moveTo>
                    <a:pt x="253619" y="1396"/>
                  </a:moveTo>
                  <a:lnTo>
                    <a:pt x="354965" y="1396"/>
                  </a:lnTo>
                  <a:lnTo>
                    <a:pt x="354965" y="16763"/>
                  </a:lnTo>
                  <a:lnTo>
                    <a:pt x="312674" y="16763"/>
                  </a:lnTo>
                  <a:lnTo>
                    <a:pt x="312674" y="122808"/>
                  </a:lnTo>
                  <a:lnTo>
                    <a:pt x="295148" y="122808"/>
                  </a:lnTo>
                  <a:lnTo>
                    <a:pt x="295148" y="16763"/>
                  </a:lnTo>
                  <a:lnTo>
                    <a:pt x="253619" y="16763"/>
                  </a:lnTo>
                  <a:lnTo>
                    <a:pt x="253619" y="1396"/>
                  </a:lnTo>
                  <a:close/>
                </a:path>
                <a:path w="564514" h="144145">
                  <a:moveTo>
                    <a:pt x="477520" y="0"/>
                  </a:moveTo>
                  <a:lnTo>
                    <a:pt x="484251" y="0"/>
                  </a:lnTo>
                  <a:lnTo>
                    <a:pt x="490728" y="761"/>
                  </a:lnTo>
                  <a:lnTo>
                    <a:pt x="496951" y="2158"/>
                  </a:lnTo>
                  <a:lnTo>
                    <a:pt x="503047" y="3682"/>
                  </a:lnTo>
                  <a:lnTo>
                    <a:pt x="510794" y="6349"/>
                  </a:lnTo>
                  <a:lnTo>
                    <a:pt x="520192" y="10286"/>
                  </a:lnTo>
                  <a:lnTo>
                    <a:pt x="520192" y="28066"/>
                  </a:lnTo>
                  <a:lnTo>
                    <a:pt x="509357" y="22566"/>
                  </a:lnTo>
                  <a:lnTo>
                    <a:pt x="498570" y="18637"/>
                  </a:lnTo>
                  <a:lnTo>
                    <a:pt x="487830" y="16279"/>
                  </a:lnTo>
                  <a:lnTo>
                    <a:pt x="477139" y="15493"/>
                  </a:lnTo>
                  <a:lnTo>
                    <a:pt x="467542" y="16329"/>
                  </a:lnTo>
                  <a:lnTo>
                    <a:pt x="433387" y="44068"/>
                  </a:lnTo>
                  <a:lnTo>
                    <a:pt x="430022" y="62229"/>
                  </a:lnTo>
                  <a:lnTo>
                    <a:pt x="430859" y="72062"/>
                  </a:lnTo>
                  <a:lnTo>
                    <a:pt x="459184" y="105838"/>
                  </a:lnTo>
                  <a:lnTo>
                    <a:pt x="478663" y="109092"/>
                  </a:lnTo>
                  <a:lnTo>
                    <a:pt x="485648" y="109092"/>
                  </a:lnTo>
                  <a:lnTo>
                    <a:pt x="493903" y="107568"/>
                  </a:lnTo>
                  <a:lnTo>
                    <a:pt x="503555" y="104393"/>
                  </a:lnTo>
                  <a:lnTo>
                    <a:pt x="505206" y="103758"/>
                  </a:lnTo>
                  <a:lnTo>
                    <a:pt x="505206" y="78485"/>
                  </a:lnTo>
                  <a:lnTo>
                    <a:pt x="481838" y="78485"/>
                  </a:lnTo>
                  <a:lnTo>
                    <a:pt x="481838" y="63118"/>
                  </a:lnTo>
                  <a:lnTo>
                    <a:pt x="522605" y="63118"/>
                  </a:lnTo>
                  <a:lnTo>
                    <a:pt x="522605" y="114553"/>
                  </a:lnTo>
                  <a:lnTo>
                    <a:pt x="511409" y="118794"/>
                  </a:lnTo>
                  <a:lnTo>
                    <a:pt x="500284" y="121808"/>
                  </a:lnTo>
                  <a:lnTo>
                    <a:pt x="489207" y="123608"/>
                  </a:lnTo>
                  <a:lnTo>
                    <a:pt x="478155" y="124205"/>
                  </a:lnTo>
                  <a:lnTo>
                    <a:pt x="463847" y="123110"/>
                  </a:lnTo>
                  <a:lnTo>
                    <a:pt x="422114" y="97339"/>
                  </a:lnTo>
                  <a:lnTo>
                    <a:pt x="411988" y="63245"/>
                  </a:lnTo>
                  <a:lnTo>
                    <a:pt x="413154" y="50270"/>
                  </a:lnTo>
                  <a:lnTo>
                    <a:pt x="440586" y="10126"/>
                  </a:lnTo>
                  <a:lnTo>
                    <a:pt x="464018" y="1121"/>
                  </a:lnTo>
                  <a:lnTo>
                    <a:pt x="477520" y="0"/>
                  </a:lnTo>
                  <a:close/>
                </a:path>
              </a:pathLst>
            </a:custGeom>
            <a:ln w="10160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0" name="object 70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2469388" y="5358891"/>
            <a:ext cx="1462404" cy="173736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4013580" y="5400294"/>
            <a:ext cx="82168" cy="92837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4179061" y="5360415"/>
            <a:ext cx="964818" cy="172212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5205729" y="5360289"/>
            <a:ext cx="456183" cy="132969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5739510" y="5400294"/>
            <a:ext cx="82168" cy="92837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504951" y="5656973"/>
            <a:ext cx="2399919" cy="174066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507199" y="6084036"/>
            <a:ext cx="1337983" cy="154025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910207" y="6084913"/>
            <a:ext cx="1344803" cy="172847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3318128" y="6083693"/>
            <a:ext cx="1901951" cy="174066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5284978" y="6084036"/>
            <a:ext cx="540765" cy="134404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499567" y="6382143"/>
            <a:ext cx="2198928" cy="174066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2743326" y="6349072"/>
            <a:ext cx="805306" cy="187439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0845800" y="6374129"/>
            <a:ext cx="1130300" cy="288290"/>
          </a:xfrm>
          <a:prstGeom prst="rect">
            <a:avLst/>
          </a:prstGeom>
        </p:spPr>
      </p:pic>
      <p:sp>
        <p:nvSpPr>
          <p:cNvPr id="84" name="object 84"/>
          <p:cNvSpPr txBox="1"/>
          <p:nvPr/>
        </p:nvSpPr>
        <p:spPr>
          <a:xfrm>
            <a:off x="7666355" y="3681729"/>
            <a:ext cx="3470910" cy="14234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u="sng" spc="-8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rebuchet MS"/>
                <a:cs typeface="Trebuchet MS"/>
              </a:rPr>
              <a:t>ffigaro@sp.senai.br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lang="pt-BR" sz="1800" spc="-80" dirty="0">
                <a:solidFill>
                  <a:srgbClr val="373D40"/>
                </a:solidFill>
                <a:latin typeface="Trebuchet MS"/>
                <a:cs typeface="Trebuchet MS"/>
              </a:rPr>
              <a:t>Fernando </a:t>
            </a:r>
            <a:r>
              <a:rPr lang="pt-BR" sz="1800" spc="-80">
                <a:solidFill>
                  <a:srgbClr val="373D40"/>
                </a:solidFill>
                <a:latin typeface="Trebuchet MS"/>
                <a:cs typeface="Trebuchet MS"/>
              </a:rPr>
              <a:t>Oliveira Figaro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45" dirty="0">
                <a:solidFill>
                  <a:srgbClr val="373D40"/>
                </a:solidFill>
                <a:latin typeface="Trebuchet MS"/>
                <a:cs typeface="Trebuchet MS"/>
              </a:rPr>
              <a:t>Instrutor</a:t>
            </a:r>
            <a:r>
              <a:rPr sz="1800" spc="-1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73D40"/>
                </a:solidFill>
                <a:latin typeface="Trebuchet MS"/>
                <a:cs typeface="Trebuchet MS"/>
              </a:rPr>
              <a:t>de</a:t>
            </a:r>
            <a:r>
              <a:rPr sz="1800" spc="-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373D40"/>
                </a:solidFill>
                <a:latin typeface="Trebuchet MS"/>
                <a:cs typeface="Trebuchet MS"/>
              </a:rPr>
              <a:t>Formação</a:t>
            </a:r>
            <a:r>
              <a:rPr sz="1800" spc="-2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73D40"/>
                </a:solidFill>
                <a:latin typeface="Trebuchet MS"/>
                <a:cs typeface="Trebuchet MS"/>
              </a:rPr>
              <a:t>Profissional</a:t>
            </a:r>
            <a:r>
              <a:rPr sz="180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373D40"/>
                </a:solidFill>
                <a:latin typeface="Trebuchet MS"/>
                <a:cs typeface="Trebuchet MS"/>
              </a:rPr>
              <a:t>III</a:t>
            </a:r>
            <a:endParaRPr sz="1800" dirty="0">
              <a:latin typeface="Trebuchet MS"/>
              <a:cs typeface="Trebuchet MS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7205980" y="3690620"/>
            <a:ext cx="374650" cy="1383030"/>
            <a:chOff x="7205980" y="3690620"/>
            <a:chExt cx="374650" cy="1383030"/>
          </a:xfrm>
        </p:grpSpPr>
        <p:pic>
          <p:nvPicPr>
            <p:cNvPr id="86" name="object 86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7212330" y="3690620"/>
              <a:ext cx="360679" cy="360680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7205980" y="4196080"/>
              <a:ext cx="360679" cy="360680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7219950" y="4712970"/>
              <a:ext cx="360679" cy="3606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1F5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1313</Words>
  <Application>Microsoft Office PowerPoint</Application>
  <PresentationFormat>Widescreen</PresentationFormat>
  <Paragraphs>120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4" baseType="lpstr">
      <vt:lpstr>Arial</vt:lpstr>
      <vt:lpstr>Arial MT</vt:lpstr>
      <vt:lpstr>Times New Roman</vt:lpstr>
      <vt:lpstr>Trebuchet MS</vt:lpstr>
      <vt:lpstr>Office Theme</vt:lpstr>
      <vt:lpstr>PROGRAMAÇÃO EM PYTHON</vt:lpstr>
      <vt:lpstr>PROGRAMAÇÃO EM PYTHON</vt:lpstr>
      <vt:lpstr>PROGRAMAÇÃO EM PYTHON</vt:lpstr>
      <vt:lpstr>Um desvio condicional é uma estrutura que permite alterar o fluxo de execução de um programa com base na avaliação de uma condição.</vt:lpstr>
      <vt:lpstr>Apresentação do PowerPoint</vt:lpstr>
      <vt:lpstr>Condicional Composta (if-else)</vt:lpstr>
      <vt:lpstr>Condicional Aninhada</vt:lpstr>
      <vt:lpstr>Condicional Composta com Múltiplos (if-elif-else)</vt:lpstr>
      <vt:lpstr>Apresentação do PowerPoint</vt:lpstr>
      <vt:lpstr>Apresentação do PowerPoint</vt:lpstr>
      <vt:lpstr>Laços de repetição permitem executar um bloco de código diversas vezes, facilitando a automatização de tarefas e o processamento de coleções de dados.</vt:lpstr>
      <vt:lpstr>Apresentação do PowerPoint</vt:lpstr>
      <vt:lpstr>Um exemplo prático de desenvolver um sistema de tabuada sem laço de repetição.</vt:lpstr>
      <vt:lpstr>Um exemplo prático de como desenvolver um sistema de tabuada utilizando o laço de repetição com a função - for.</vt:lpstr>
      <vt:lpstr>Laço de Repetição</vt:lpstr>
      <vt:lpstr>Um exemplo prático de como desenvolver um sistema de tabuada utilizando o laço de repetição com a função - while.</vt:lpstr>
      <vt:lpstr>Laço de Repetição</vt:lpstr>
      <vt:lpstr>Apresentação do PowerPoint</vt:lpstr>
      <vt:lpstr> 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 Hardware</dc:title>
  <dc:creator>JackDenio</dc:creator>
  <cp:lastModifiedBy>Fernando Oliveira Figaro</cp:lastModifiedBy>
  <cp:revision>1</cp:revision>
  <dcterms:created xsi:type="dcterms:W3CDTF">2026-01-05T19:33:12Z</dcterms:created>
  <dcterms:modified xsi:type="dcterms:W3CDTF">2026-01-09T23:42:31Z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2025-03-16T00:00:00Z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2026-01-05T00:00:00Z</vt:filetime>
  </property>
  <property fmtid="{D5CDD505-2E9C-101B-9397-08002B2CF9AE}" pid="5" name="Producer">
    <vt:lpwstr>Microsoft® PowerPoint® 2019</vt:lpwstr>
  </property>
</Properties>
</file>