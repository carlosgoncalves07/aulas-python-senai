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200" y="1371600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20"/>
                </a:lnTo>
                <a:lnTo>
                  <a:pt x="8991600" y="1645920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200" y="1371600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20"/>
                </a:moveTo>
                <a:lnTo>
                  <a:pt x="8991600" y="1645920"/>
                </a:lnTo>
                <a:lnTo>
                  <a:pt x="8991600" y="0"/>
                </a:lnTo>
                <a:lnTo>
                  <a:pt x="0" y="0"/>
                </a:lnTo>
                <a:lnTo>
                  <a:pt x="0" y="1645920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740" y="0"/>
                </a:moveTo>
                <a:lnTo>
                  <a:pt x="0" y="0"/>
                </a:lnTo>
                <a:lnTo>
                  <a:pt x="0" y="6858000"/>
                </a:lnTo>
                <a:lnTo>
                  <a:pt x="8333740" y="6858000"/>
                </a:lnTo>
                <a:lnTo>
                  <a:pt x="83337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259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740" y="6858000"/>
                </a:lnTo>
                <a:lnTo>
                  <a:pt x="83337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7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3169920" y="0"/>
                </a:moveTo>
                <a:lnTo>
                  <a:pt x="0" y="0"/>
                </a:lnTo>
                <a:lnTo>
                  <a:pt x="0" y="972820"/>
                </a:lnTo>
                <a:lnTo>
                  <a:pt x="3169920" y="972820"/>
                </a:lnTo>
                <a:lnTo>
                  <a:pt x="31699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225" y="273684"/>
            <a:ext cx="3169920" cy="972819"/>
          </a:xfrm>
          <a:custGeom>
            <a:avLst/>
            <a:gdLst/>
            <a:ahLst/>
            <a:cxnLst/>
            <a:rect l="l" t="t" r="r" b="b"/>
            <a:pathLst>
              <a:path w="3169920" h="972819">
                <a:moveTo>
                  <a:pt x="0" y="972820"/>
                </a:moveTo>
                <a:lnTo>
                  <a:pt x="3169920" y="972820"/>
                </a:lnTo>
                <a:lnTo>
                  <a:pt x="3169920" y="0"/>
                </a:lnTo>
                <a:lnTo>
                  <a:pt x="0" y="0"/>
                </a:lnTo>
                <a:lnTo>
                  <a:pt x="0" y="972820"/>
                </a:lnTo>
                <a:close/>
              </a:path>
            </a:pathLst>
          </a:custGeom>
          <a:ln w="317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525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23029" y="3072638"/>
            <a:ext cx="7925434" cy="3233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7.png"/><Relationship Id="rId7" Type="http://schemas.openxmlformats.org/officeDocument/2006/relationships/image" Target="../media/image1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diagrams.net/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2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hyperlink" Target="https://www.canva.com/" TargetMode="External"/><Relationship Id="rId5" Type="http://schemas.openxmlformats.org/officeDocument/2006/relationships/image" Target="../media/image16.png"/><Relationship Id="rId10" Type="http://schemas.openxmlformats.org/officeDocument/2006/relationships/hyperlink" Target="https://docs.google.com/drawings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miro.com/pt/fluxograma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8.jp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7.png"/><Relationship Id="rId7" Type="http://schemas.openxmlformats.org/officeDocument/2006/relationships/image" Target="../media/image3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sorteio.com/sorteio-de-nomes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jpg"/><Relationship Id="rId4" Type="http://schemas.openxmlformats.org/officeDocument/2006/relationships/image" Target="../media/image28.jp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9" Type="http://schemas.openxmlformats.org/officeDocument/2006/relationships/image" Target="../media/image70.png"/><Relationship Id="rId21" Type="http://schemas.openxmlformats.org/officeDocument/2006/relationships/image" Target="../media/image52.png"/><Relationship Id="rId34" Type="http://schemas.openxmlformats.org/officeDocument/2006/relationships/image" Target="../media/image65.png"/><Relationship Id="rId42" Type="http://schemas.openxmlformats.org/officeDocument/2006/relationships/image" Target="../media/image73.png"/><Relationship Id="rId47" Type="http://schemas.openxmlformats.org/officeDocument/2006/relationships/image" Target="../media/image78.png"/><Relationship Id="rId50" Type="http://schemas.openxmlformats.org/officeDocument/2006/relationships/image" Target="../media/image81.png"/><Relationship Id="rId55" Type="http://schemas.openxmlformats.org/officeDocument/2006/relationships/image" Target="../media/image2.jpg"/><Relationship Id="rId7" Type="http://schemas.openxmlformats.org/officeDocument/2006/relationships/image" Target="../media/image38.png"/><Relationship Id="rId2" Type="http://schemas.openxmlformats.org/officeDocument/2006/relationships/image" Target="../media/image6.png"/><Relationship Id="rId16" Type="http://schemas.openxmlformats.org/officeDocument/2006/relationships/image" Target="../media/image47.png"/><Relationship Id="rId29" Type="http://schemas.openxmlformats.org/officeDocument/2006/relationships/image" Target="../media/image60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37" Type="http://schemas.openxmlformats.org/officeDocument/2006/relationships/image" Target="../media/image68.png"/><Relationship Id="rId40" Type="http://schemas.openxmlformats.org/officeDocument/2006/relationships/image" Target="../media/image71.png"/><Relationship Id="rId45" Type="http://schemas.openxmlformats.org/officeDocument/2006/relationships/image" Target="../media/image76.png"/><Relationship Id="rId53" Type="http://schemas.openxmlformats.org/officeDocument/2006/relationships/image" Target="../media/image84.png"/><Relationship Id="rId58" Type="http://schemas.openxmlformats.org/officeDocument/2006/relationships/image" Target="../media/image87.png"/><Relationship Id="rId5" Type="http://schemas.openxmlformats.org/officeDocument/2006/relationships/image" Target="../media/image36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43" Type="http://schemas.openxmlformats.org/officeDocument/2006/relationships/image" Target="../media/image74.png"/><Relationship Id="rId48" Type="http://schemas.openxmlformats.org/officeDocument/2006/relationships/image" Target="../media/image79.png"/><Relationship Id="rId56" Type="http://schemas.openxmlformats.org/officeDocument/2006/relationships/hyperlink" Target="mailto:daniel.petinice@sp.senai.br" TargetMode="External"/><Relationship Id="rId8" Type="http://schemas.openxmlformats.org/officeDocument/2006/relationships/image" Target="../media/image39.png"/><Relationship Id="rId51" Type="http://schemas.openxmlformats.org/officeDocument/2006/relationships/image" Target="../media/image82.png"/><Relationship Id="rId3" Type="http://schemas.openxmlformats.org/officeDocument/2006/relationships/image" Target="../media/image34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38" Type="http://schemas.openxmlformats.org/officeDocument/2006/relationships/image" Target="../media/image69.png"/><Relationship Id="rId46" Type="http://schemas.openxmlformats.org/officeDocument/2006/relationships/image" Target="../media/image77.png"/><Relationship Id="rId59" Type="http://schemas.openxmlformats.org/officeDocument/2006/relationships/image" Target="../media/image88.png"/><Relationship Id="rId20" Type="http://schemas.openxmlformats.org/officeDocument/2006/relationships/image" Target="../media/image51.png"/><Relationship Id="rId41" Type="http://schemas.openxmlformats.org/officeDocument/2006/relationships/image" Target="../media/image72.png"/><Relationship Id="rId54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36" Type="http://schemas.openxmlformats.org/officeDocument/2006/relationships/image" Target="../media/image67.png"/><Relationship Id="rId49" Type="http://schemas.openxmlformats.org/officeDocument/2006/relationships/image" Target="../media/image80.png"/><Relationship Id="rId57" Type="http://schemas.openxmlformats.org/officeDocument/2006/relationships/image" Target="../media/image86.png"/><Relationship Id="rId10" Type="http://schemas.openxmlformats.org/officeDocument/2006/relationships/image" Target="../media/image41.png"/><Relationship Id="rId31" Type="http://schemas.openxmlformats.org/officeDocument/2006/relationships/image" Target="../media/image62.png"/><Relationship Id="rId44" Type="http://schemas.openxmlformats.org/officeDocument/2006/relationships/image" Target="../media/image75.png"/><Relationship Id="rId52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464" y="1844992"/>
            <a:ext cx="700341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409" dirty="0"/>
              <a:t>PROGRAMAÇÃO</a:t>
            </a:r>
            <a:r>
              <a:rPr sz="3800" spc="300" dirty="0"/>
              <a:t> </a:t>
            </a:r>
            <a:r>
              <a:rPr sz="3800" spc="145" dirty="0"/>
              <a:t>EM</a:t>
            </a:r>
            <a:r>
              <a:rPr sz="3800" spc="310" dirty="0"/>
              <a:t> </a:t>
            </a:r>
            <a:r>
              <a:rPr sz="3800" spc="380" dirty="0"/>
              <a:t>PYTHON</a:t>
            </a:r>
            <a:endParaRPr sz="3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117089" y="2579370"/>
            <a:ext cx="8027670" cy="1647189"/>
            <a:chOff x="2117089" y="2579370"/>
            <a:chExt cx="8027670" cy="164718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7089" y="2747010"/>
              <a:ext cx="2293619" cy="14795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269" y="2631440"/>
              <a:ext cx="2142489" cy="15951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689" y="2579370"/>
              <a:ext cx="1658619" cy="15951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230"/>
              <a:ext cx="788669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270" y="1164589"/>
              <a:ext cx="735329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979" y="2245347"/>
              <a:ext cx="5405374" cy="7978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470" y="2562225"/>
              <a:ext cx="650367" cy="2208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5389" y="2561335"/>
              <a:ext cx="900683" cy="22174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415" y="634365"/>
            <a:ext cx="8870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015" y="1128395"/>
            <a:ext cx="46920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37845" algn="l"/>
                <a:tab pos="2056130" algn="l"/>
                <a:tab pos="2871470" algn="l"/>
                <a:tab pos="4109720" algn="l"/>
              </a:tabLst>
            </a:pPr>
            <a:r>
              <a:rPr sz="2000" spc="-25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6225" y="3176854"/>
          <a:ext cx="3303904" cy="903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3605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ts val="22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Fluxogramas;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575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Teste</a:t>
                      </a:r>
                      <a:r>
                        <a:rPr sz="2000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mesa;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5750">
                        <a:lnSpc>
                          <a:spcPts val="23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5229" y="2359660"/>
            <a:ext cx="5725160" cy="375412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940" y="218440"/>
            <a:ext cx="5067300" cy="1173480"/>
            <a:chOff x="789940" y="218440"/>
            <a:chExt cx="5067300" cy="1173480"/>
          </a:xfrm>
        </p:grpSpPr>
        <p:sp>
          <p:nvSpPr>
            <p:cNvPr id="16" name="object 16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503555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5035550" y="1141729"/>
                  </a:lnTo>
                  <a:lnTo>
                    <a:pt x="5035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0" y="1141729"/>
                  </a:moveTo>
                  <a:lnTo>
                    <a:pt x="5035550" y="1141729"/>
                  </a:lnTo>
                  <a:lnTo>
                    <a:pt x="5035550" y="0"/>
                  </a:lnTo>
                  <a:lnTo>
                    <a:pt x="0" y="0"/>
                  </a:lnTo>
                  <a:lnTo>
                    <a:pt x="0" y="1141729"/>
                  </a:lnTo>
                  <a:close/>
                </a:path>
              </a:pathLst>
            </a:custGeom>
            <a:ln w="317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9172" y="579373"/>
            <a:ext cx="461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25" dirty="0"/>
              <a:t>PROGRAMAÇÃO</a:t>
            </a:r>
            <a:r>
              <a:rPr sz="2400" spc="345" dirty="0"/>
              <a:t> </a:t>
            </a:r>
            <a:r>
              <a:rPr sz="2400" spc="135" dirty="0"/>
              <a:t>EM</a:t>
            </a:r>
            <a:r>
              <a:rPr sz="2400" spc="355" dirty="0"/>
              <a:t> </a:t>
            </a:r>
            <a:r>
              <a:rPr sz="2400" spc="295" dirty="0"/>
              <a:t>PYTHON</a:t>
            </a:r>
            <a:endParaRPr sz="2400"/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589"/>
            <a:ext cx="2268220" cy="588010"/>
            <a:chOff x="3040379" y="1164589"/>
            <a:chExt cx="2268220" cy="58801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815" y="234315"/>
              <a:ext cx="5035550" cy="1141730"/>
            </a:xfrm>
            <a:custGeom>
              <a:avLst/>
              <a:gdLst/>
              <a:ahLst/>
              <a:cxnLst/>
              <a:rect l="l" t="t" r="r" b="b"/>
              <a:pathLst>
                <a:path w="5035550" h="1141730">
                  <a:moveTo>
                    <a:pt x="503555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5035550" y="1141729"/>
                  </a:lnTo>
                  <a:lnTo>
                    <a:pt x="5035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05815" y="234315"/>
            <a:ext cx="5035550" cy="1141730"/>
          </a:xfrm>
          <a:custGeom>
            <a:avLst/>
            <a:gdLst/>
            <a:ahLst/>
            <a:cxnLst/>
            <a:rect l="l" t="t" r="r" b="b"/>
            <a:pathLst>
              <a:path w="5035550" h="1141730">
                <a:moveTo>
                  <a:pt x="0" y="1141729"/>
                </a:moveTo>
                <a:lnTo>
                  <a:pt x="5035550" y="1141729"/>
                </a:lnTo>
                <a:lnTo>
                  <a:pt x="5035550" y="0"/>
                </a:lnTo>
                <a:lnTo>
                  <a:pt x="0" y="0"/>
                </a:lnTo>
                <a:lnTo>
                  <a:pt x="0" y="1141729"/>
                </a:lnTo>
                <a:close/>
              </a:path>
            </a:pathLst>
          </a:custGeom>
          <a:ln w="31749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9172" y="579373"/>
            <a:ext cx="4617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25" dirty="0"/>
              <a:t>PROGRAMAÇÃO</a:t>
            </a:r>
            <a:r>
              <a:rPr sz="2400" spc="345" dirty="0"/>
              <a:t> </a:t>
            </a:r>
            <a:r>
              <a:rPr sz="2400" spc="135" dirty="0"/>
              <a:t>EM</a:t>
            </a:r>
            <a:r>
              <a:rPr sz="2400" spc="355" dirty="0"/>
              <a:t> </a:t>
            </a:r>
            <a:r>
              <a:rPr sz="2400" spc="295" dirty="0"/>
              <a:t>PYTHON</a:t>
            </a:r>
            <a:endParaRPr sz="24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138170" y="2263127"/>
            <a:ext cx="5404485" cy="795655"/>
            <a:chOff x="3138170" y="2263127"/>
            <a:chExt cx="5404485" cy="79565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8170" y="2263127"/>
              <a:ext cx="5404104" cy="79528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09743" y="2575687"/>
              <a:ext cx="1066926" cy="29082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25767" y="3556253"/>
            <a:ext cx="113404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344930" algn="l"/>
                <a:tab pos="3009900" algn="l"/>
                <a:tab pos="3696970" algn="l"/>
                <a:tab pos="5319395" algn="l"/>
                <a:tab pos="6712584" algn="l"/>
                <a:tab pos="7247255" algn="l"/>
                <a:tab pos="8611235" algn="l"/>
                <a:tab pos="10257155" algn="l"/>
                <a:tab pos="11026775" algn="l"/>
              </a:tabLst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6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0379" y="1164589"/>
            <a:ext cx="2268220" cy="588010"/>
            <a:chOff x="3040379" y="1164589"/>
            <a:chExt cx="2268220" cy="58801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569848"/>
            <a:ext cx="7625715" cy="369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fluxograma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6A11D"/>
                </a:solidFill>
                <a:latin typeface="Trebuchet MS"/>
                <a:cs typeface="Trebuchet MS"/>
              </a:rPr>
              <a:t>é</a:t>
            </a:r>
            <a:r>
              <a:rPr sz="2400" spc="-1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F6A11D"/>
                </a:solidFill>
                <a:latin typeface="Trebuchet MS"/>
                <a:cs typeface="Trebuchet MS"/>
              </a:rPr>
              <a:t>uma</a:t>
            </a:r>
            <a:r>
              <a:rPr sz="2400" spc="-1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F6A11D"/>
                </a:solidFill>
                <a:latin typeface="Trebuchet MS"/>
                <a:cs typeface="Trebuchet MS"/>
              </a:rPr>
              <a:t>representação</a:t>
            </a:r>
            <a:r>
              <a:rPr sz="2400" spc="-1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6A11D"/>
                </a:solidFill>
                <a:latin typeface="Trebuchet MS"/>
                <a:cs typeface="Trebuchet MS"/>
              </a:rPr>
              <a:t>gráfica</a:t>
            </a:r>
            <a:r>
              <a:rPr sz="2400" spc="-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F6A11D"/>
                </a:solidFill>
                <a:latin typeface="Trebuchet MS"/>
                <a:cs typeface="Trebuchet MS"/>
              </a:rPr>
              <a:t>da</a:t>
            </a:r>
            <a:r>
              <a:rPr sz="2400" spc="-1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F6A11D"/>
                </a:solidFill>
                <a:latin typeface="Trebuchet MS"/>
                <a:cs typeface="Trebuchet MS"/>
              </a:rPr>
              <a:t>sequência</a:t>
            </a:r>
            <a:r>
              <a:rPr sz="2400" spc="-1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F6A11D"/>
                </a:solidFill>
                <a:latin typeface="Trebuchet MS"/>
                <a:cs typeface="Trebuchet MS"/>
              </a:rPr>
              <a:t>de </a:t>
            </a:r>
            <a:r>
              <a:rPr sz="2400" spc="-80" dirty="0">
                <a:solidFill>
                  <a:srgbClr val="F6A11D"/>
                </a:solidFill>
                <a:latin typeface="Trebuchet MS"/>
                <a:cs typeface="Trebuchet MS"/>
              </a:rPr>
              <a:t>passos</a:t>
            </a:r>
            <a:r>
              <a:rPr sz="2400" spc="-4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F6A11D"/>
                </a:solidFill>
                <a:latin typeface="Trebuchet MS"/>
                <a:cs typeface="Trebuchet MS"/>
              </a:rPr>
              <a:t>para</a:t>
            </a:r>
            <a:r>
              <a:rPr sz="2400" spc="-6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F6A11D"/>
                </a:solidFill>
                <a:latin typeface="Trebuchet MS"/>
                <a:cs typeface="Trebuchet MS"/>
              </a:rPr>
              <a:t>a</a:t>
            </a:r>
            <a:r>
              <a:rPr sz="2400" spc="-6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F6A11D"/>
                </a:solidFill>
                <a:latin typeface="Trebuchet MS"/>
                <a:cs typeface="Trebuchet MS"/>
              </a:rPr>
              <a:t>solução</a:t>
            </a:r>
            <a:r>
              <a:rPr sz="2400" spc="-5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6A11D"/>
                </a:solidFill>
                <a:latin typeface="Trebuchet MS"/>
                <a:cs typeface="Trebuchet MS"/>
              </a:rPr>
              <a:t>de</a:t>
            </a:r>
            <a:r>
              <a:rPr sz="2400" spc="-65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F6A11D"/>
                </a:solidFill>
                <a:latin typeface="Trebuchet MS"/>
                <a:cs typeface="Trebuchet MS"/>
              </a:rPr>
              <a:t>um</a:t>
            </a:r>
            <a:r>
              <a:rPr sz="2400" spc="-50" dirty="0">
                <a:solidFill>
                  <a:srgbClr val="F6A11D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F6A11D"/>
                </a:solidFill>
                <a:latin typeface="Trebuchet MS"/>
                <a:cs typeface="Trebuchet MS"/>
              </a:rPr>
              <a:t>problema</a:t>
            </a:r>
            <a:r>
              <a:rPr sz="2400" spc="-4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400" spc="-40" dirty="0">
                <a:solidFill>
                  <a:srgbClr val="006FC0"/>
                </a:solidFill>
                <a:latin typeface="Trebuchet MS"/>
                <a:cs typeface="Trebuchet MS"/>
              </a:rPr>
              <a:t>Ele</a:t>
            </a:r>
            <a:r>
              <a:rPr sz="2400" spc="1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06FC0"/>
                </a:solidFill>
                <a:latin typeface="Trebuchet MS"/>
                <a:cs typeface="Trebuchet MS"/>
              </a:rPr>
              <a:t>ilustra</a:t>
            </a:r>
            <a:r>
              <a:rPr sz="2400" spc="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06FC0"/>
                </a:solidFill>
                <a:latin typeface="Trebuchet MS"/>
                <a:cs typeface="Trebuchet MS"/>
              </a:rPr>
              <a:t>visualmente</a:t>
            </a:r>
            <a:r>
              <a:rPr sz="2400" spc="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um</a:t>
            </a:r>
            <a:r>
              <a:rPr sz="2400" spc="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06FC0"/>
                </a:solidFill>
                <a:latin typeface="Trebuchet MS"/>
                <a:cs typeface="Trebuchet MS"/>
              </a:rPr>
              <a:t>algoritmo,</a:t>
            </a:r>
            <a:r>
              <a:rPr sz="2400" spc="-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06FC0"/>
                </a:solidFill>
                <a:latin typeface="Trebuchet MS"/>
                <a:cs typeface="Trebuchet MS"/>
              </a:rPr>
              <a:t>indicando</a:t>
            </a:r>
            <a:r>
              <a:rPr sz="2400" spc="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o</a:t>
            </a:r>
            <a:r>
              <a:rPr sz="2400" spc="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6FC0"/>
                </a:solidFill>
                <a:latin typeface="Trebuchet MS"/>
                <a:cs typeface="Trebuchet MS"/>
              </a:rPr>
              <a:t>fluxo</a:t>
            </a:r>
            <a:r>
              <a:rPr sz="2400" spc="8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das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2400" spc="-125" dirty="0">
                <a:solidFill>
                  <a:srgbClr val="006FC0"/>
                </a:solidFill>
                <a:latin typeface="Trebuchet MS"/>
                <a:cs typeface="Trebuchet MS"/>
              </a:rPr>
              <a:t>ações</a:t>
            </a:r>
            <a:r>
              <a:rPr sz="240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06FC0"/>
                </a:solidFill>
                <a:latin typeface="Trebuchet MS"/>
                <a:cs typeface="Trebuchet MS"/>
              </a:rPr>
              <a:t>necessárias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06FC0"/>
                </a:solidFill>
                <a:latin typeface="Trebuchet MS"/>
                <a:cs typeface="Trebuchet MS"/>
              </a:rPr>
              <a:t>para</a:t>
            </a:r>
            <a:r>
              <a:rPr sz="2400" spc="-2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06FC0"/>
                </a:solidFill>
                <a:latin typeface="Trebuchet MS"/>
                <a:cs typeface="Trebuchet MS"/>
              </a:rPr>
              <a:t>resolvê-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lo</a:t>
            </a:r>
            <a:r>
              <a:rPr sz="2400" spc="-2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-10" dirty="0">
                <a:latin typeface="Trebuchet MS"/>
                <a:cs typeface="Trebuchet MS"/>
              </a:rPr>
              <a:t>Seu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principal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objetivo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auxiliar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aprendizado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da </a:t>
            </a:r>
            <a:r>
              <a:rPr sz="2400" spc="-120" dirty="0">
                <a:latin typeface="Trebuchet MS"/>
                <a:cs typeface="Trebuchet MS"/>
              </a:rPr>
              <a:t>lógica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 </a:t>
            </a:r>
            <a:r>
              <a:rPr sz="2400" spc="-75" dirty="0">
                <a:latin typeface="Trebuchet MS"/>
                <a:cs typeface="Trebuchet MS"/>
              </a:rPr>
              <a:t>programação,</a:t>
            </a:r>
            <a:r>
              <a:rPr sz="2400" spc="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permitindo</a:t>
            </a:r>
            <a:r>
              <a:rPr sz="2400" spc="2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ao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estudante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compreendê-</a:t>
            </a:r>
            <a:r>
              <a:rPr sz="2400" dirty="0">
                <a:latin typeface="Trebuchet MS"/>
                <a:cs typeface="Trebuchet MS"/>
              </a:rPr>
              <a:t>la</a:t>
            </a:r>
            <a:r>
              <a:rPr sz="2400" spc="25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e </a:t>
            </a:r>
            <a:r>
              <a:rPr sz="2400" spc="-135" dirty="0">
                <a:latin typeface="Trebuchet MS"/>
                <a:cs typeface="Trebuchet MS"/>
              </a:rPr>
              <a:t>representá-</a:t>
            </a:r>
            <a:r>
              <a:rPr sz="2400" spc="-225" dirty="0">
                <a:latin typeface="Trebuchet MS"/>
                <a:cs typeface="Trebuchet MS"/>
              </a:rPr>
              <a:t>la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graficamente.</a:t>
            </a:r>
            <a:endParaRPr sz="2400">
              <a:latin typeface="Trebuchet MS"/>
              <a:cs typeface="Trebuchet MS"/>
            </a:endParaRPr>
          </a:p>
          <a:p>
            <a:pPr marL="12700" marR="6985" algn="just">
              <a:lnSpc>
                <a:spcPct val="100000"/>
              </a:lnSpc>
              <a:spcBef>
                <a:spcPts val="1005"/>
              </a:spcBef>
            </a:pPr>
            <a:r>
              <a:rPr sz="2400" spc="-100" dirty="0">
                <a:latin typeface="Trebuchet MS"/>
                <a:cs typeface="Trebuchet MS"/>
              </a:rPr>
              <a:t>Agora,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vamos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analisar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exemplo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fluxograma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base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livro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b="1" i="1" spc="-114" dirty="0">
                <a:latin typeface="Trebuchet MS"/>
                <a:cs typeface="Trebuchet MS"/>
              </a:rPr>
              <a:t>Princípios</a:t>
            </a:r>
            <a:r>
              <a:rPr sz="2400" b="1" i="1" spc="-65" dirty="0">
                <a:latin typeface="Trebuchet MS"/>
                <a:cs typeface="Trebuchet MS"/>
              </a:rPr>
              <a:t> </a:t>
            </a:r>
            <a:r>
              <a:rPr sz="2400" b="1" i="1" spc="-130" dirty="0">
                <a:latin typeface="Trebuchet MS"/>
                <a:cs typeface="Trebuchet MS"/>
              </a:rPr>
              <a:t>de</a:t>
            </a:r>
            <a:r>
              <a:rPr sz="2400" b="1" i="1" spc="-60" dirty="0">
                <a:latin typeface="Trebuchet MS"/>
                <a:cs typeface="Trebuchet MS"/>
              </a:rPr>
              <a:t> </a:t>
            </a:r>
            <a:r>
              <a:rPr sz="2400" b="1" i="1" spc="-75" dirty="0">
                <a:latin typeface="Trebuchet MS"/>
                <a:cs typeface="Trebuchet MS"/>
              </a:rPr>
              <a:t>Lógica </a:t>
            </a:r>
            <a:r>
              <a:rPr sz="2400" b="1" i="1" spc="-125" dirty="0">
                <a:latin typeface="Trebuchet MS"/>
                <a:cs typeface="Trebuchet MS"/>
              </a:rPr>
              <a:t>de</a:t>
            </a:r>
            <a:r>
              <a:rPr sz="2400" b="1" i="1" spc="-60" dirty="0">
                <a:latin typeface="Trebuchet MS"/>
                <a:cs typeface="Trebuchet MS"/>
              </a:rPr>
              <a:t> </a:t>
            </a:r>
            <a:r>
              <a:rPr sz="2400" b="1" i="1" spc="-35" dirty="0">
                <a:latin typeface="Trebuchet MS"/>
                <a:cs typeface="Trebuchet MS"/>
              </a:rPr>
              <a:t>Programação</a:t>
            </a:r>
            <a:r>
              <a:rPr sz="2400" spc="-3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434" y="2468181"/>
            <a:ext cx="2348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Fluxogramas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0380" y="3418840"/>
            <a:ext cx="2857499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98925" y="569848"/>
            <a:ext cx="485838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350" dirty="0">
                <a:solidFill>
                  <a:srgbClr val="000000"/>
                </a:solidFill>
              </a:rPr>
              <a:t>O</a:t>
            </a:r>
            <a:r>
              <a:rPr sz="2400" spc="850" dirty="0">
                <a:solidFill>
                  <a:srgbClr val="000000"/>
                </a:solidFill>
              </a:rPr>
              <a:t> </a:t>
            </a:r>
            <a:r>
              <a:rPr sz="2400" spc="-130" dirty="0">
                <a:solidFill>
                  <a:srgbClr val="000000"/>
                </a:solidFill>
              </a:rPr>
              <a:t>exemplo</a:t>
            </a:r>
            <a:r>
              <a:rPr sz="2400" spc="844" dirty="0">
                <a:solidFill>
                  <a:srgbClr val="000000"/>
                </a:solidFill>
              </a:rPr>
              <a:t> </a:t>
            </a:r>
            <a:r>
              <a:rPr sz="2400" spc="-150" dirty="0">
                <a:solidFill>
                  <a:srgbClr val="000000"/>
                </a:solidFill>
              </a:rPr>
              <a:t>de</a:t>
            </a:r>
            <a:r>
              <a:rPr sz="2400" spc="844" dirty="0">
                <a:solidFill>
                  <a:srgbClr val="000000"/>
                </a:solidFill>
              </a:rPr>
              <a:t> </a:t>
            </a:r>
            <a:r>
              <a:rPr sz="2400" spc="-145" dirty="0">
                <a:solidFill>
                  <a:srgbClr val="000000"/>
                </a:solidFill>
              </a:rPr>
              <a:t>fluxograma</a:t>
            </a:r>
            <a:r>
              <a:rPr sz="2400" spc="850" dirty="0">
                <a:solidFill>
                  <a:srgbClr val="000000"/>
                </a:solidFill>
              </a:rPr>
              <a:t> </a:t>
            </a:r>
            <a:r>
              <a:rPr sz="2400" spc="-240" dirty="0">
                <a:solidFill>
                  <a:srgbClr val="000000"/>
                </a:solidFill>
              </a:rPr>
              <a:t>a</a:t>
            </a:r>
            <a:r>
              <a:rPr sz="2400" spc="840" dirty="0">
                <a:solidFill>
                  <a:srgbClr val="000000"/>
                </a:solidFill>
              </a:rPr>
              <a:t> </a:t>
            </a:r>
            <a:r>
              <a:rPr sz="2400" spc="-120" dirty="0">
                <a:solidFill>
                  <a:srgbClr val="000000"/>
                </a:solidFill>
              </a:rPr>
              <a:t>seguir</a:t>
            </a:r>
            <a:r>
              <a:rPr sz="2400" spc="-70" dirty="0">
                <a:solidFill>
                  <a:srgbClr val="000000"/>
                </a:solidFill>
              </a:rPr>
              <a:t> </a:t>
            </a:r>
            <a:r>
              <a:rPr sz="2400" spc="-135" dirty="0">
                <a:solidFill>
                  <a:srgbClr val="014FA9"/>
                </a:solidFill>
              </a:rPr>
              <a:t>solicita</a:t>
            </a:r>
            <a:r>
              <a:rPr sz="2400" spc="869" dirty="0">
                <a:solidFill>
                  <a:srgbClr val="014FA9"/>
                </a:solidFill>
              </a:rPr>
              <a:t> </a:t>
            </a:r>
            <a:r>
              <a:rPr sz="2400" spc="-80" dirty="0">
                <a:solidFill>
                  <a:srgbClr val="014FA9"/>
                </a:solidFill>
              </a:rPr>
              <a:t>dois</a:t>
            </a:r>
            <a:r>
              <a:rPr sz="2400" spc="869" dirty="0">
                <a:solidFill>
                  <a:srgbClr val="014FA9"/>
                </a:solidFill>
              </a:rPr>
              <a:t> </a:t>
            </a:r>
            <a:r>
              <a:rPr sz="2400" spc="-120" dirty="0">
                <a:solidFill>
                  <a:srgbClr val="014FA9"/>
                </a:solidFill>
              </a:rPr>
              <a:t>valores</a:t>
            </a:r>
            <a:r>
              <a:rPr sz="2400" spc="865" dirty="0">
                <a:solidFill>
                  <a:srgbClr val="014FA9"/>
                </a:solidFill>
              </a:rPr>
              <a:t> </a:t>
            </a:r>
            <a:r>
              <a:rPr sz="2400" b="1" spc="-15" dirty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sz="2400" b="1" spc="8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00000"/>
                </a:solidFill>
              </a:rPr>
              <a:t>e</a:t>
            </a:r>
            <a:r>
              <a:rPr sz="2400" spc="860" dirty="0">
                <a:solidFill>
                  <a:srgbClr val="000000"/>
                </a:solidFill>
              </a:rPr>
              <a:t> </a:t>
            </a:r>
            <a:r>
              <a:rPr sz="2400" b="1" spc="-15" dirty="0">
                <a:solidFill>
                  <a:srgbClr val="000000"/>
                </a:solidFill>
                <a:latin typeface="Trebuchet MS"/>
                <a:cs typeface="Trebuchet MS"/>
              </a:rPr>
              <a:t>b</a:t>
            </a:r>
            <a:r>
              <a:rPr sz="2400" b="1" spc="869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00000"/>
                </a:solidFill>
              </a:rPr>
              <a:t>para</a:t>
            </a:r>
            <a:r>
              <a:rPr sz="2400" spc="855" dirty="0">
                <a:solidFill>
                  <a:srgbClr val="000000"/>
                </a:solidFill>
              </a:rPr>
              <a:t> </a:t>
            </a:r>
            <a:r>
              <a:rPr sz="2400" spc="25" dirty="0">
                <a:solidFill>
                  <a:srgbClr val="000000"/>
                </a:solidFill>
              </a:rPr>
              <a:t>o</a:t>
            </a:r>
            <a:r>
              <a:rPr sz="2400" spc="10" dirty="0">
                <a:solidFill>
                  <a:srgbClr val="000000"/>
                </a:solidFill>
              </a:rPr>
              <a:t> </a:t>
            </a:r>
            <a:r>
              <a:rPr sz="2400" spc="-145" dirty="0">
                <a:solidFill>
                  <a:srgbClr val="000000"/>
                </a:solidFill>
              </a:rPr>
              <a:t>usuário,</a:t>
            </a:r>
            <a:r>
              <a:rPr sz="2400" spc="380" dirty="0">
                <a:solidFill>
                  <a:srgbClr val="000000"/>
                </a:solidFill>
              </a:rPr>
              <a:t> </a:t>
            </a:r>
            <a:r>
              <a:rPr sz="2400" spc="-160" dirty="0">
                <a:solidFill>
                  <a:srgbClr val="F6A11D"/>
                </a:solidFill>
              </a:rPr>
              <a:t>executa</a:t>
            </a:r>
            <a:r>
              <a:rPr sz="2400" spc="605" dirty="0">
                <a:solidFill>
                  <a:srgbClr val="F6A11D"/>
                </a:solidFill>
              </a:rPr>
              <a:t> </a:t>
            </a:r>
            <a:r>
              <a:rPr sz="2400" spc="-240" dirty="0">
                <a:solidFill>
                  <a:srgbClr val="F6A11D"/>
                </a:solidFill>
              </a:rPr>
              <a:t>a</a:t>
            </a:r>
            <a:r>
              <a:rPr sz="2400" spc="600" dirty="0">
                <a:solidFill>
                  <a:srgbClr val="F6A11D"/>
                </a:solidFill>
              </a:rPr>
              <a:t> </a:t>
            </a:r>
            <a:r>
              <a:rPr sz="2400" spc="-105" dirty="0">
                <a:solidFill>
                  <a:srgbClr val="F6A11D"/>
                </a:solidFill>
              </a:rPr>
              <a:t>soma</a:t>
            </a:r>
            <a:r>
              <a:rPr sz="2400" spc="615" dirty="0">
                <a:solidFill>
                  <a:srgbClr val="F6A11D"/>
                </a:solidFill>
              </a:rPr>
              <a:t> </a:t>
            </a:r>
            <a:r>
              <a:rPr sz="2400" spc="-55" dirty="0">
                <a:solidFill>
                  <a:srgbClr val="F6A11D"/>
                </a:solidFill>
              </a:rPr>
              <a:t>dos</a:t>
            </a:r>
            <a:r>
              <a:rPr sz="2400" spc="625" dirty="0">
                <a:solidFill>
                  <a:srgbClr val="F6A11D"/>
                </a:solidFill>
              </a:rPr>
              <a:t> </a:t>
            </a:r>
            <a:r>
              <a:rPr sz="2400" spc="-120" dirty="0">
                <a:solidFill>
                  <a:srgbClr val="F6A11D"/>
                </a:solidFill>
              </a:rPr>
              <a:t>valores</a:t>
            </a:r>
            <a:r>
              <a:rPr sz="2400" spc="-75" dirty="0">
                <a:solidFill>
                  <a:srgbClr val="F6A11D"/>
                </a:solidFill>
              </a:rPr>
              <a:t> </a:t>
            </a:r>
            <a:r>
              <a:rPr sz="2400" spc="-145" dirty="0">
                <a:solidFill>
                  <a:srgbClr val="F6A11D"/>
                </a:solidFill>
              </a:rPr>
              <a:t>armazenando</a:t>
            </a:r>
            <a:r>
              <a:rPr sz="2400" spc="-35" dirty="0">
                <a:solidFill>
                  <a:srgbClr val="F6A11D"/>
                </a:solidFill>
              </a:rPr>
              <a:t> </a:t>
            </a:r>
            <a:r>
              <a:rPr sz="2400" spc="25" dirty="0">
                <a:solidFill>
                  <a:srgbClr val="F6A11D"/>
                </a:solidFill>
              </a:rPr>
              <a:t>o</a:t>
            </a:r>
            <a:r>
              <a:rPr sz="2400" spc="-40" dirty="0">
                <a:solidFill>
                  <a:srgbClr val="F6A11D"/>
                </a:solidFill>
              </a:rPr>
              <a:t> </a:t>
            </a:r>
            <a:r>
              <a:rPr sz="2400" spc="-120" dirty="0">
                <a:solidFill>
                  <a:srgbClr val="F6A11D"/>
                </a:solidFill>
              </a:rPr>
              <a:t>resultado</a:t>
            </a:r>
            <a:r>
              <a:rPr sz="2400" spc="-45" dirty="0">
                <a:solidFill>
                  <a:srgbClr val="F6A11D"/>
                </a:solidFill>
              </a:rPr>
              <a:t> </a:t>
            </a:r>
            <a:r>
              <a:rPr sz="2400" spc="-165" dirty="0">
                <a:solidFill>
                  <a:srgbClr val="000000"/>
                </a:solidFill>
              </a:rPr>
              <a:t>em</a:t>
            </a:r>
            <a:r>
              <a:rPr sz="2400" spc="-35" dirty="0">
                <a:solidFill>
                  <a:srgbClr val="000000"/>
                </a:solidFill>
              </a:rPr>
              <a:t> </a:t>
            </a:r>
            <a:r>
              <a:rPr sz="2400" b="1" spc="-40" dirty="0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sz="2400" b="1" spc="-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00000"/>
                </a:solidFill>
              </a:rPr>
              <a:t>e</a:t>
            </a:r>
            <a:r>
              <a:rPr sz="2400" spc="-45" dirty="0">
                <a:solidFill>
                  <a:srgbClr val="000000"/>
                </a:solidFill>
              </a:rPr>
              <a:t> </a:t>
            </a:r>
            <a:r>
              <a:rPr sz="2400" spc="-130" dirty="0">
                <a:solidFill>
                  <a:srgbClr val="000000"/>
                </a:solidFill>
              </a:rPr>
              <a:t>exibe</a:t>
            </a:r>
            <a:r>
              <a:rPr sz="2400" spc="-80" dirty="0">
                <a:solidFill>
                  <a:srgbClr val="000000"/>
                </a:solidFill>
              </a:rPr>
              <a:t> </a:t>
            </a:r>
            <a:r>
              <a:rPr sz="2400" spc="25" dirty="0">
                <a:solidFill>
                  <a:srgbClr val="000000"/>
                </a:solidFill>
              </a:rPr>
              <a:t>o</a:t>
            </a:r>
            <a:r>
              <a:rPr sz="2400" spc="-60" dirty="0">
                <a:solidFill>
                  <a:srgbClr val="000000"/>
                </a:solidFill>
              </a:rPr>
              <a:t> </a:t>
            </a:r>
            <a:r>
              <a:rPr sz="2400" u="sng" spc="-1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resultado</a:t>
            </a:r>
            <a:r>
              <a:rPr sz="2400" u="sng" spc="-5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400" u="sng" spc="-18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na</a:t>
            </a:r>
            <a:r>
              <a:rPr sz="2400" u="sng" spc="-7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400" u="sng" spc="-229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tela</a:t>
            </a:r>
            <a:r>
              <a:rPr sz="2400" spc="-229" dirty="0">
                <a:solidFill>
                  <a:srgbClr val="000000"/>
                </a:solidFill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434" y="2468181"/>
            <a:ext cx="2348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Fluxogramas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0380" y="3418840"/>
            <a:ext cx="2857499" cy="28575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86240" y="868680"/>
            <a:ext cx="2640329" cy="360299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323958" y="4524375"/>
            <a:ext cx="26454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latin typeface="Trebuchet MS"/>
                <a:cs typeface="Trebuchet MS"/>
              </a:rPr>
              <a:t>Página: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21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800" spc="-95" dirty="0">
                <a:latin typeface="Trebuchet MS"/>
                <a:cs typeface="Trebuchet MS"/>
              </a:rPr>
              <a:t>Representação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algoritmo </a:t>
            </a:r>
            <a:r>
              <a:rPr sz="1800" dirty="0">
                <a:latin typeface="Trebuchet MS"/>
                <a:cs typeface="Trebuchet MS"/>
              </a:rPr>
              <a:t>por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meio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de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fluxograma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51959" y="2669539"/>
            <a:ext cx="1179195" cy="3366770"/>
            <a:chOff x="4251959" y="2669539"/>
            <a:chExt cx="1179195" cy="336677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51959" y="2669539"/>
              <a:ext cx="887730" cy="33667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010785" y="2802254"/>
              <a:ext cx="420370" cy="3018790"/>
            </a:xfrm>
            <a:custGeom>
              <a:avLst/>
              <a:gdLst/>
              <a:ahLst/>
              <a:cxnLst/>
              <a:rect l="l" t="t" r="r" b="b"/>
              <a:pathLst>
                <a:path w="420370" h="3018790">
                  <a:moveTo>
                    <a:pt x="374269" y="2974340"/>
                  </a:moveTo>
                  <a:lnTo>
                    <a:pt x="76200" y="2974340"/>
                  </a:lnTo>
                  <a:lnTo>
                    <a:pt x="76200" y="2942590"/>
                  </a:lnTo>
                  <a:lnTo>
                    <a:pt x="0" y="2980690"/>
                  </a:lnTo>
                  <a:lnTo>
                    <a:pt x="76200" y="3018790"/>
                  </a:lnTo>
                  <a:lnTo>
                    <a:pt x="76200" y="2987040"/>
                  </a:lnTo>
                  <a:lnTo>
                    <a:pt x="374269" y="2987040"/>
                  </a:lnTo>
                  <a:lnTo>
                    <a:pt x="374269" y="2974340"/>
                  </a:lnTo>
                  <a:close/>
                </a:path>
                <a:path w="420370" h="3018790">
                  <a:moveTo>
                    <a:pt x="374269" y="2421890"/>
                  </a:moveTo>
                  <a:lnTo>
                    <a:pt x="76200" y="2421890"/>
                  </a:lnTo>
                  <a:lnTo>
                    <a:pt x="76200" y="2390140"/>
                  </a:lnTo>
                  <a:lnTo>
                    <a:pt x="0" y="2428240"/>
                  </a:lnTo>
                  <a:lnTo>
                    <a:pt x="76200" y="2466340"/>
                  </a:lnTo>
                  <a:lnTo>
                    <a:pt x="76200" y="2434590"/>
                  </a:lnTo>
                  <a:lnTo>
                    <a:pt x="374269" y="2434590"/>
                  </a:lnTo>
                  <a:lnTo>
                    <a:pt x="374269" y="2421890"/>
                  </a:lnTo>
                  <a:close/>
                </a:path>
                <a:path w="420370" h="3018790">
                  <a:moveTo>
                    <a:pt x="374269" y="31750"/>
                  </a:moveTo>
                  <a:lnTo>
                    <a:pt x="76200" y="3175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374269" y="44450"/>
                  </a:lnTo>
                  <a:lnTo>
                    <a:pt x="374269" y="31750"/>
                  </a:lnTo>
                  <a:close/>
                </a:path>
                <a:path w="420370" h="3018790">
                  <a:moveTo>
                    <a:pt x="412369" y="1812290"/>
                  </a:moveTo>
                  <a:lnTo>
                    <a:pt x="114300" y="1812290"/>
                  </a:lnTo>
                  <a:lnTo>
                    <a:pt x="114300" y="1780540"/>
                  </a:lnTo>
                  <a:lnTo>
                    <a:pt x="38100" y="1818640"/>
                  </a:lnTo>
                  <a:lnTo>
                    <a:pt x="114300" y="1856740"/>
                  </a:lnTo>
                  <a:lnTo>
                    <a:pt x="114300" y="1824990"/>
                  </a:lnTo>
                  <a:lnTo>
                    <a:pt x="412369" y="1824990"/>
                  </a:lnTo>
                  <a:lnTo>
                    <a:pt x="412369" y="1812290"/>
                  </a:lnTo>
                  <a:close/>
                </a:path>
                <a:path w="420370" h="3018790">
                  <a:moveTo>
                    <a:pt x="419989" y="932180"/>
                  </a:moveTo>
                  <a:lnTo>
                    <a:pt x="121920" y="932180"/>
                  </a:lnTo>
                  <a:lnTo>
                    <a:pt x="121920" y="900430"/>
                  </a:lnTo>
                  <a:lnTo>
                    <a:pt x="45720" y="938530"/>
                  </a:lnTo>
                  <a:lnTo>
                    <a:pt x="121920" y="976630"/>
                  </a:lnTo>
                  <a:lnTo>
                    <a:pt x="121920" y="944880"/>
                  </a:lnTo>
                  <a:lnTo>
                    <a:pt x="419989" y="944880"/>
                  </a:lnTo>
                  <a:lnTo>
                    <a:pt x="419989" y="932180"/>
                  </a:lnTo>
                  <a:close/>
                </a:path>
              </a:pathLst>
            </a:custGeom>
            <a:solidFill>
              <a:srgbClr val="F6A1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10784" y="3258184"/>
              <a:ext cx="45720" cy="979169"/>
            </a:xfrm>
            <a:custGeom>
              <a:avLst/>
              <a:gdLst/>
              <a:ahLst/>
              <a:cxnLst/>
              <a:rect l="l" t="t" r="r" b="b"/>
              <a:pathLst>
                <a:path w="45720" h="979170">
                  <a:moveTo>
                    <a:pt x="0" y="0"/>
                  </a:moveTo>
                  <a:lnTo>
                    <a:pt x="17805" y="291"/>
                  </a:lnTo>
                  <a:lnTo>
                    <a:pt x="32337" y="1095"/>
                  </a:lnTo>
                  <a:lnTo>
                    <a:pt x="42130" y="2303"/>
                  </a:lnTo>
                  <a:lnTo>
                    <a:pt x="45719" y="3810"/>
                  </a:lnTo>
                  <a:lnTo>
                    <a:pt x="45719" y="975359"/>
                  </a:lnTo>
                  <a:lnTo>
                    <a:pt x="42130" y="976866"/>
                  </a:lnTo>
                  <a:lnTo>
                    <a:pt x="32337" y="978074"/>
                  </a:lnTo>
                  <a:lnTo>
                    <a:pt x="17805" y="978878"/>
                  </a:lnTo>
                  <a:lnTo>
                    <a:pt x="0" y="979169"/>
                  </a:lnTo>
                </a:path>
              </a:pathLst>
            </a:custGeom>
            <a:ln w="6350">
              <a:solidFill>
                <a:srgbClr val="F6A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69635" y="2695257"/>
            <a:ext cx="26492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45" dirty="0">
                <a:latin typeface="Trebuchet MS"/>
                <a:cs typeface="Trebuchet MS"/>
              </a:rPr>
              <a:t>ponto </a:t>
            </a:r>
            <a:r>
              <a:rPr sz="1600" spc="-105" dirty="0">
                <a:latin typeface="Trebuchet MS"/>
                <a:cs typeface="Trebuchet MS"/>
              </a:rPr>
              <a:t>de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00" dirty="0">
                <a:latin typeface="Trebuchet MS"/>
                <a:cs typeface="Trebuchet MS"/>
              </a:rPr>
              <a:t>partida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do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fluxograma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9635" y="3444875"/>
            <a:ext cx="33775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Quais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spc="-80" dirty="0">
                <a:latin typeface="Trebuchet MS"/>
                <a:cs typeface="Trebuchet MS"/>
              </a:rPr>
              <a:t>valores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rebuchet MS"/>
                <a:cs typeface="Trebuchet MS"/>
              </a:rPr>
              <a:t>serão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95" dirty="0">
                <a:latin typeface="Trebuchet MS"/>
                <a:cs typeface="Trebuchet MS"/>
              </a:rPr>
              <a:t>digitados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no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teclado </a:t>
            </a:r>
            <a:r>
              <a:rPr sz="1600" spc="-120" dirty="0">
                <a:latin typeface="Trebuchet MS"/>
                <a:cs typeface="Trebuchet MS"/>
              </a:rPr>
              <a:t>e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95" dirty="0">
                <a:latin typeface="Trebuchet MS"/>
                <a:cs typeface="Trebuchet MS"/>
              </a:rPr>
              <a:t>armazenados</a:t>
            </a:r>
            <a:r>
              <a:rPr sz="1600" spc="15" dirty="0">
                <a:latin typeface="Trebuchet MS"/>
                <a:cs typeface="Trebuchet MS"/>
              </a:rPr>
              <a:t> </a:t>
            </a:r>
            <a:r>
              <a:rPr sz="1600" spc="-95" dirty="0">
                <a:latin typeface="Trebuchet MS"/>
                <a:cs typeface="Trebuchet MS"/>
              </a:rPr>
              <a:t>nas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variáveis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63794" y="4439602"/>
            <a:ext cx="3293110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10" dirty="0">
                <a:latin typeface="Trebuchet MS"/>
                <a:cs typeface="Trebuchet MS"/>
              </a:rPr>
              <a:t>A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65" dirty="0">
                <a:latin typeface="Trebuchet MS"/>
                <a:cs typeface="Trebuchet MS"/>
              </a:rPr>
              <a:t>soma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dos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85" dirty="0">
                <a:latin typeface="Trebuchet MS"/>
                <a:cs typeface="Trebuchet MS"/>
              </a:rPr>
              <a:t>valores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60" dirty="0">
                <a:latin typeface="Trebuchet MS"/>
                <a:cs typeface="Trebuchet MS"/>
              </a:rPr>
              <a:t>a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20" dirty="0">
                <a:latin typeface="Trebuchet MS"/>
                <a:cs typeface="Trebuchet MS"/>
              </a:rPr>
              <a:t>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b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Trebuchet MS"/>
                <a:cs typeface="Trebuchet MS"/>
              </a:rPr>
              <a:t>será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90" dirty="0">
                <a:latin typeface="Trebuchet MS"/>
                <a:cs typeface="Trebuchet MS"/>
              </a:rPr>
              <a:t>guardada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25" dirty="0">
                <a:latin typeface="Trebuchet MS"/>
                <a:cs typeface="Trebuchet MS"/>
              </a:rPr>
              <a:t>na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spc="-120" dirty="0">
                <a:latin typeface="Trebuchet MS"/>
                <a:cs typeface="Trebuchet MS"/>
              </a:rPr>
              <a:t>variável</a:t>
            </a:r>
            <a:r>
              <a:rPr sz="1600" spc="1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c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600" spc="110" dirty="0">
                <a:latin typeface="Trebuchet MS"/>
                <a:cs typeface="Trebuchet MS"/>
              </a:rPr>
              <a:t>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20" dirty="0">
                <a:latin typeface="Trebuchet MS"/>
                <a:cs typeface="Trebuchet MS"/>
              </a:rPr>
              <a:t>variável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spc="-100" dirty="0">
                <a:latin typeface="Trebuchet MS"/>
                <a:cs typeface="Trebuchet MS"/>
              </a:rPr>
              <a:t>c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Trebuchet MS"/>
                <a:cs typeface="Trebuchet MS"/>
              </a:rPr>
              <a:t>será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80" dirty="0">
                <a:latin typeface="Trebuchet MS"/>
                <a:cs typeface="Trebuchet MS"/>
              </a:rPr>
              <a:t>exibido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no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monitor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63794" y="5638800"/>
            <a:ext cx="15601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5" dirty="0">
                <a:latin typeface="Trebuchet MS"/>
                <a:cs typeface="Trebuchet MS"/>
              </a:rPr>
              <a:t>Fim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do</a:t>
            </a:r>
            <a:r>
              <a:rPr sz="1600" spc="-90" dirty="0">
                <a:latin typeface="Trebuchet MS"/>
                <a:cs typeface="Trebuchet MS"/>
              </a:rPr>
              <a:t> fluxograma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3803" y="569848"/>
            <a:ext cx="2876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50" dirty="0">
                <a:solidFill>
                  <a:srgbClr val="000000"/>
                </a:solidFill>
              </a:rPr>
              <a:t>O</a:t>
            </a:r>
            <a:r>
              <a:rPr sz="2400" spc="-105" dirty="0">
                <a:solidFill>
                  <a:srgbClr val="000000"/>
                </a:solidFill>
              </a:rPr>
              <a:t> </a:t>
            </a:r>
            <a:r>
              <a:rPr sz="2400" spc="-20" dirty="0">
                <a:solidFill>
                  <a:srgbClr val="000000"/>
                </a:solidFill>
              </a:rPr>
              <a:t>Código</a:t>
            </a:r>
            <a:r>
              <a:rPr sz="2400" spc="-10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no</a:t>
            </a:r>
            <a:r>
              <a:rPr sz="2400" spc="-105" dirty="0">
                <a:solidFill>
                  <a:srgbClr val="000000"/>
                </a:solidFill>
              </a:rPr>
              <a:t> </a:t>
            </a:r>
            <a:r>
              <a:rPr sz="2400" spc="-114" dirty="0">
                <a:solidFill>
                  <a:srgbClr val="000000"/>
                </a:solidFill>
              </a:rPr>
              <a:t>Portugol: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686434" y="2468181"/>
            <a:ext cx="2348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Fluxogramas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0380" y="3418840"/>
            <a:ext cx="2857499" cy="28575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89729" y="1141730"/>
            <a:ext cx="6351270" cy="458978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243451" y="5930582"/>
            <a:ext cx="6310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OBS:</a:t>
            </a:r>
            <a:r>
              <a:rPr sz="1800" spc="-17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Caso</a:t>
            </a:r>
            <a:r>
              <a:rPr sz="1800" spc="-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7E7E7E"/>
                </a:solidFill>
                <a:latin typeface="Trebuchet MS"/>
                <a:cs typeface="Trebuchet MS"/>
              </a:rPr>
              <a:t>professor</a:t>
            </a:r>
            <a:r>
              <a:rPr sz="180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7E7E7E"/>
                </a:solidFill>
                <a:latin typeface="Trebuchet MS"/>
                <a:cs typeface="Trebuchet MS"/>
              </a:rPr>
              <a:t>desejar,</a:t>
            </a:r>
            <a:r>
              <a:rPr sz="1800" spc="-18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7E7E7E"/>
                </a:solidFill>
                <a:latin typeface="Trebuchet MS"/>
                <a:cs typeface="Trebuchet MS"/>
              </a:rPr>
              <a:t>pode</a:t>
            </a:r>
            <a:r>
              <a:rPr sz="1800" spc="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ser</a:t>
            </a:r>
            <a:r>
              <a:rPr sz="1800" spc="1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7E7E7E"/>
                </a:solidFill>
                <a:latin typeface="Trebuchet MS"/>
                <a:cs typeface="Trebuchet MS"/>
              </a:rPr>
              <a:t>utilizado</a:t>
            </a:r>
            <a:r>
              <a:rPr sz="1800" spc="-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7E7E7E"/>
                </a:solidFill>
                <a:latin typeface="Trebuchet MS"/>
                <a:cs typeface="Trebuchet MS"/>
              </a:rPr>
              <a:t>a</a:t>
            </a:r>
            <a:r>
              <a:rPr sz="1800" spc="1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7E7E7E"/>
                </a:solidFill>
                <a:latin typeface="Trebuchet MS"/>
                <a:cs typeface="Trebuchet MS"/>
              </a:rPr>
              <a:t>linguagem</a:t>
            </a:r>
            <a:r>
              <a:rPr sz="1800" spc="-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Python </a:t>
            </a:r>
            <a:r>
              <a:rPr sz="1800" spc="-125" dirty="0">
                <a:solidFill>
                  <a:srgbClr val="7E7E7E"/>
                </a:solidFill>
                <a:latin typeface="Trebuchet MS"/>
                <a:cs typeface="Trebuchet MS"/>
              </a:rPr>
              <a:t>para</a:t>
            </a:r>
            <a:r>
              <a:rPr sz="1800" spc="-4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7E7E7E"/>
                </a:solidFill>
                <a:latin typeface="Trebuchet MS"/>
                <a:cs typeface="Trebuchet MS"/>
              </a:rPr>
              <a:t>demonstração</a:t>
            </a:r>
            <a:r>
              <a:rPr sz="1800" spc="-6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Trebuchet MS"/>
                <a:cs typeface="Trebuchet MS"/>
              </a:rPr>
              <a:t>dos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7E7E7E"/>
                </a:solidFill>
                <a:latin typeface="Trebuchet MS"/>
                <a:cs typeface="Trebuchet MS"/>
              </a:rPr>
              <a:t>exemplos</a:t>
            </a:r>
            <a:r>
              <a:rPr sz="1800" spc="-40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7E7E7E"/>
                </a:solidFill>
                <a:latin typeface="Trebuchet MS"/>
                <a:cs typeface="Trebuchet MS"/>
              </a:rPr>
              <a:t>e</a:t>
            </a:r>
            <a:r>
              <a:rPr sz="1800" spc="-3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7E7E7E"/>
                </a:solidFill>
                <a:latin typeface="Trebuchet MS"/>
                <a:cs typeface="Trebuchet MS"/>
              </a:rPr>
              <a:t>conhecimentos.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151876" y="273050"/>
            <a:ext cx="3443604" cy="2763520"/>
            <a:chOff x="8151876" y="273050"/>
            <a:chExt cx="3443604" cy="276352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52840" y="285750"/>
              <a:ext cx="2842259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52840" y="615950"/>
              <a:ext cx="1351279" cy="19494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1876" y="273050"/>
              <a:ext cx="609815" cy="275082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155940" y="273050"/>
            <a:ext cx="3439160" cy="276352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3587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25"/>
              </a:spcBef>
            </a:pPr>
            <a:endParaRPr sz="3600">
              <a:latin typeface="Times New Roman"/>
              <a:cs typeface="Times New Roman"/>
            </a:endParaRPr>
          </a:p>
          <a:p>
            <a:pPr marL="614680" marR="1256665" indent="6350">
              <a:lnSpc>
                <a:spcPct val="100000"/>
              </a:lnSpc>
            </a:pPr>
            <a:r>
              <a:rPr sz="3600" spc="-204" dirty="0">
                <a:solidFill>
                  <a:srgbClr val="FFFFFF"/>
                </a:solidFill>
                <a:latin typeface="Trebuchet MS"/>
                <a:cs typeface="Trebuchet MS"/>
              </a:rPr>
              <a:t>Pesquisa 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Aplicada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3803" y="3380740"/>
            <a:ext cx="7626984" cy="234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45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aluno</a:t>
            </a:r>
            <a:r>
              <a:rPr sz="2400" spc="90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deve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ler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atentamente</a:t>
            </a:r>
            <a:r>
              <a:rPr sz="2400" spc="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10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fluxograma,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interpretando </a:t>
            </a:r>
            <a:r>
              <a:rPr sz="2400" dirty="0">
                <a:latin typeface="Trebuchet MS"/>
                <a:cs typeface="Trebuchet MS"/>
              </a:rPr>
              <a:t>cada</a:t>
            </a:r>
            <a:r>
              <a:rPr sz="2400" spc="4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símbolo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gráfico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sua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função</a:t>
            </a:r>
            <a:r>
              <a:rPr sz="2400" spc="4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base</a:t>
            </a:r>
            <a:r>
              <a:rPr sz="2400" spc="4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</a:t>
            </a:r>
            <a:r>
              <a:rPr sz="2400" spc="43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livro </a:t>
            </a:r>
            <a:r>
              <a:rPr sz="2400" b="1" i="1" spc="-120" dirty="0">
                <a:latin typeface="Trebuchet MS"/>
                <a:cs typeface="Trebuchet MS"/>
              </a:rPr>
              <a:t>Princípios</a:t>
            </a:r>
            <a:r>
              <a:rPr sz="2400" b="1" i="1" spc="-35" dirty="0">
                <a:latin typeface="Trebuchet MS"/>
                <a:cs typeface="Trebuchet MS"/>
              </a:rPr>
              <a:t> </a:t>
            </a:r>
            <a:r>
              <a:rPr sz="2400" b="1" i="1" spc="-130" dirty="0">
                <a:latin typeface="Trebuchet MS"/>
                <a:cs typeface="Trebuchet MS"/>
              </a:rPr>
              <a:t>de</a:t>
            </a:r>
            <a:r>
              <a:rPr sz="2400" b="1" i="1" spc="-45" dirty="0">
                <a:latin typeface="Trebuchet MS"/>
                <a:cs typeface="Trebuchet MS"/>
              </a:rPr>
              <a:t> </a:t>
            </a:r>
            <a:r>
              <a:rPr sz="2400" b="1" i="1" spc="-70" dirty="0">
                <a:latin typeface="Trebuchet MS"/>
                <a:cs typeface="Trebuchet MS"/>
              </a:rPr>
              <a:t>Lógica</a:t>
            </a:r>
            <a:r>
              <a:rPr sz="2400" b="1" i="1" spc="-50" dirty="0">
                <a:latin typeface="Trebuchet MS"/>
                <a:cs typeface="Trebuchet MS"/>
              </a:rPr>
              <a:t> </a:t>
            </a:r>
            <a:r>
              <a:rPr sz="2400" b="1" i="1" spc="-130" dirty="0">
                <a:latin typeface="Trebuchet MS"/>
                <a:cs typeface="Trebuchet MS"/>
              </a:rPr>
              <a:t>de</a:t>
            </a:r>
            <a:r>
              <a:rPr sz="2400" b="1" i="1" spc="-45" dirty="0">
                <a:latin typeface="Trebuchet MS"/>
                <a:cs typeface="Trebuchet MS"/>
              </a:rPr>
              <a:t> </a:t>
            </a:r>
            <a:r>
              <a:rPr sz="2400" b="1" i="1" spc="-35" dirty="0">
                <a:latin typeface="Trebuchet MS"/>
                <a:cs typeface="Trebuchet MS"/>
              </a:rPr>
              <a:t>Programação</a:t>
            </a:r>
            <a:r>
              <a:rPr sz="2400" spc="-35" dirty="0"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spc="-114" dirty="0">
                <a:latin typeface="Trebuchet MS"/>
                <a:cs typeface="Trebuchet MS"/>
              </a:rPr>
              <a:t>Em</a:t>
            </a:r>
            <a:r>
              <a:rPr sz="2400" spc="994" dirty="0">
                <a:latin typeface="Trebuchet MS"/>
                <a:cs typeface="Trebuchet MS"/>
              </a:rPr>
              <a:t> </a:t>
            </a:r>
            <a:r>
              <a:rPr sz="2400" spc="-180" dirty="0">
                <a:latin typeface="Trebuchet MS"/>
                <a:cs typeface="Trebuchet MS"/>
              </a:rPr>
              <a:t>seguida,</a:t>
            </a:r>
            <a:r>
              <a:rPr sz="2400" spc="76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deverá</a:t>
            </a:r>
            <a:r>
              <a:rPr sz="2400" spc="994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elaborar</a:t>
            </a:r>
            <a:r>
              <a:rPr sz="2400" spc="100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um</a:t>
            </a:r>
            <a:r>
              <a:rPr sz="2400" spc="99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novo</a:t>
            </a:r>
            <a:r>
              <a:rPr sz="2400" spc="99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fluxograma</a:t>
            </a:r>
            <a:r>
              <a:rPr sz="2400" spc="99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para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representar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sequência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etapas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cada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70" dirty="0" err="1">
                <a:latin typeface="Trebuchet MS"/>
                <a:cs typeface="Trebuchet MS"/>
              </a:rPr>
              <a:t>atividade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95" dirty="0" err="1">
                <a:latin typeface="Trebuchet MS"/>
                <a:cs typeface="Trebuchet MS"/>
              </a:rPr>
              <a:t>proposta</a:t>
            </a:r>
            <a:r>
              <a:rPr sz="2400" spc="-130" dirty="0" err="1">
                <a:latin typeface="Trebuchet MS"/>
                <a:cs typeface="Trebuchet MS"/>
              </a:rPr>
              <a:t>s</a:t>
            </a:r>
            <a:r>
              <a:rPr lang="pt-BR" sz="2400" spc="-130" dirty="0">
                <a:latin typeface="Trebuchet MS"/>
                <a:cs typeface="Trebuchet MS"/>
              </a:rPr>
              <a:t> </a:t>
            </a:r>
            <a:r>
              <a:rPr sz="2400" spc="-130" dirty="0" err="1">
                <a:latin typeface="Trebuchet MS"/>
                <a:cs typeface="Trebuchet MS"/>
              </a:rPr>
              <a:t>em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sala.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6434" y="2468181"/>
            <a:ext cx="2348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Fluxogramas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0380" y="3418840"/>
            <a:ext cx="2857499" cy="28575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448175" y="1144904"/>
            <a:ext cx="28981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0850">
              <a:lnSpc>
                <a:spcPct val="100000"/>
              </a:lnSpc>
              <a:spcBef>
                <a:spcPts val="100"/>
              </a:spcBef>
            </a:pPr>
            <a:r>
              <a:rPr sz="3600" spc="100" dirty="0">
                <a:solidFill>
                  <a:srgbClr val="000000"/>
                </a:solidFill>
              </a:rPr>
              <a:t>PRÁTICA </a:t>
            </a:r>
            <a:r>
              <a:rPr sz="3600" spc="150" dirty="0">
                <a:solidFill>
                  <a:srgbClr val="000000"/>
                </a:solidFill>
              </a:rPr>
              <a:t>PEDAGÓGICA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pc="300" dirty="0"/>
              <a:t>PROGRAMAÇÃO </a:t>
            </a:r>
            <a:r>
              <a:rPr spc="100" dirty="0"/>
              <a:t>EM</a:t>
            </a:r>
            <a:r>
              <a:rPr dirty="0"/>
              <a:t>	</a:t>
            </a:r>
            <a:r>
              <a:rPr spc="280" dirty="0"/>
              <a:t>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3755" y="2564765"/>
            <a:ext cx="1887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Exercícios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490" y="3345179"/>
            <a:ext cx="3302000" cy="323977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169534" y="498221"/>
            <a:ext cx="4586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rebuchet MS"/>
                <a:cs typeface="Trebuchet MS"/>
              </a:rPr>
              <a:t>Crie</a:t>
            </a:r>
            <a:r>
              <a:rPr sz="3600" spc="-210" dirty="0">
                <a:latin typeface="Trebuchet MS"/>
                <a:cs typeface="Trebuchet MS"/>
              </a:rPr>
              <a:t> </a:t>
            </a:r>
            <a:r>
              <a:rPr sz="3600" spc="-200" dirty="0">
                <a:latin typeface="Trebuchet MS"/>
                <a:cs typeface="Trebuchet MS"/>
              </a:rPr>
              <a:t>um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fluxograma</a:t>
            </a:r>
            <a:r>
              <a:rPr sz="3600" spc="-9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-</a:t>
            </a:r>
            <a:r>
              <a:rPr sz="3600" spc="-130" dirty="0">
                <a:latin typeface="Trebuchet MS"/>
                <a:cs typeface="Trebuchet MS"/>
              </a:rPr>
              <a:t> </a:t>
            </a:r>
            <a:r>
              <a:rPr sz="3600" spc="-25" dirty="0">
                <a:latin typeface="Trebuchet MS"/>
                <a:cs typeface="Trebuchet MS"/>
              </a:rPr>
              <a:t>01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32579" y="1611630"/>
            <a:ext cx="7312659" cy="204851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212335" y="4314190"/>
            <a:ext cx="72288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rebuchet MS"/>
                <a:cs typeface="Trebuchet MS"/>
              </a:rPr>
              <a:t>OBS: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265" dirty="0">
                <a:latin typeface="Trebuchet MS"/>
                <a:cs typeface="Trebuchet MS"/>
              </a:rPr>
              <a:t>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aluno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pode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usar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programa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online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30" dirty="0">
                <a:latin typeface="Trebuchet MS"/>
                <a:cs typeface="Trebuchet MS"/>
              </a:rPr>
              <a:t>draw.io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(</a:t>
            </a:r>
            <a:r>
              <a:rPr sz="1800" u="sng" spc="-15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8"/>
              </a:rPr>
              <a:t>https://app.diagrams.net/</a:t>
            </a:r>
            <a:r>
              <a:rPr sz="1800" spc="-155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ou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qualquer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outro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recurso </a:t>
            </a:r>
            <a:r>
              <a:rPr sz="1800" spc="-105" dirty="0">
                <a:latin typeface="Trebuchet MS"/>
                <a:cs typeface="Trebuchet MS"/>
              </a:rPr>
              <a:t>adequado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para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elaborar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fluxogramas.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90" dirty="0">
                <a:latin typeface="Trebuchet MS"/>
                <a:cs typeface="Trebuchet MS"/>
              </a:rPr>
              <a:t>Pode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ser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utilizado</a:t>
            </a:r>
            <a:r>
              <a:rPr sz="1800" spc="-10" dirty="0">
                <a:latin typeface="Trebuchet MS"/>
                <a:cs typeface="Trebuchet MS"/>
              </a:rPr>
              <a:t> também: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297815" algn="l"/>
              </a:tabLst>
            </a:pPr>
            <a:r>
              <a:rPr sz="1800" u="sng" spc="-13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9"/>
              </a:rPr>
              <a:t>https://miro.com/pt/fluxograma/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297815" algn="l"/>
              </a:tabLst>
            </a:pPr>
            <a:r>
              <a:rPr sz="1800" u="sng" spc="-1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10"/>
              </a:rPr>
              <a:t>https://docs.google.com/drawings</a:t>
            </a: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297815" algn="l"/>
              </a:tabLst>
            </a:pPr>
            <a:r>
              <a:rPr sz="1800" u="sng" spc="-135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11"/>
              </a:rPr>
              <a:t>https://www.canva.com/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pc="300" dirty="0"/>
              <a:t>PROGRAMAÇÃO </a:t>
            </a:r>
            <a:r>
              <a:rPr spc="100" dirty="0"/>
              <a:t>EM</a:t>
            </a:r>
            <a:r>
              <a:rPr dirty="0"/>
              <a:t>	</a:t>
            </a:r>
            <a:r>
              <a:rPr spc="280" dirty="0"/>
              <a:t>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3755" y="2564765"/>
            <a:ext cx="1887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Exercícios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490" y="3345179"/>
            <a:ext cx="3302000" cy="323977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169534" y="498221"/>
            <a:ext cx="4586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rebuchet MS"/>
                <a:cs typeface="Trebuchet MS"/>
              </a:rPr>
              <a:t>Crie</a:t>
            </a:r>
            <a:r>
              <a:rPr sz="3600" spc="-210" dirty="0">
                <a:latin typeface="Trebuchet MS"/>
                <a:cs typeface="Trebuchet MS"/>
              </a:rPr>
              <a:t> </a:t>
            </a:r>
            <a:r>
              <a:rPr sz="3600" spc="-200" dirty="0">
                <a:latin typeface="Trebuchet MS"/>
                <a:cs typeface="Trebuchet MS"/>
              </a:rPr>
              <a:t>um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fluxograma</a:t>
            </a:r>
            <a:r>
              <a:rPr sz="3600" spc="-9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-</a:t>
            </a:r>
            <a:r>
              <a:rPr sz="3600" spc="-130" dirty="0">
                <a:latin typeface="Trebuchet MS"/>
                <a:cs typeface="Trebuchet MS"/>
              </a:rPr>
              <a:t> </a:t>
            </a:r>
            <a:r>
              <a:rPr sz="3600" spc="-25" dirty="0">
                <a:latin typeface="Trebuchet MS"/>
                <a:cs typeface="Trebuchet MS"/>
              </a:rPr>
              <a:t>02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67479" y="1403350"/>
            <a:ext cx="795274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pc="300" dirty="0"/>
              <a:t>PROGRAMAÇÃO </a:t>
            </a:r>
            <a:r>
              <a:rPr spc="100" dirty="0"/>
              <a:t>EM</a:t>
            </a:r>
            <a:r>
              <a:rPr dirty="0"/>
              <a:t>	</a:t>
            </a:r>
            <a:r>
              <a:rPr spc="280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7490" y="1089660"/>
            <a:ext cx="11738610" cy="5572760"/>
            <a:chOff x="237490" y="1089660"/>
            <a:chExt cx="11738610" cy="5572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490" y="3345180"/>
              <a:ext cx="3302000" cy="32397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67480" y="1245870"/>
              <a:ext cx="6040120" cy="496697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33755" y="2564765"/>
            <a:ext cx="1887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Exercícios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9534" y="498221"/>
            <a:ext cx="4586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rebuchet MS"/>
                <a:cs typeface="Trebuchet MS"/>
              </a:rPr>
              <a:t>Crie</a:t>
            </a:r>
            <a:r>
              <a:rPr sz="3600" spc="-210" dirty="0">
                <a:latin typeface="Trebuchet MS"/>
                <a:cs typeface="Trebuchet MS"/>
              </a:rPr>
              <a:t> </a:t>
            </a:r>
            <a:r>
              <a:rPr sz="3600" spc="-200" dirty="0">
                <a:latin typeface="Trebuchet MS"/>
                <a:cs typeface="Trebuchet MS"/>
              </a:rPr>
              <a:t>um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fluxograma</a:t>
            </a:r>
            <a:r>
              <a:rPr sz="3600" spc="-9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-</a:t>
            </a:r>
            <a:r>
              <a:rPr sz="3600" spc="-130" dirty="0">
                <a:latin typeface="Trebuchet MS"/>
                <a:cs typeface="Trebuchet MS"/>
              </a:rPr>
              <a:t> </a:t>
            </a:r>
            <a:r>
              <a:rPr sz="3600" spc="-25" dirty="0">
                <a:latin typeface="Trebuchet MS"/>
                <a:cs typeface="Trebuchet MS"/>
              </a:rPr>
              <a:t>03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815" y="234315"/>
              <a:ext cx="4485640" cy="1141730"/>
            </a:xfrm>
            <a:custGeom>
              <a:avLst/>
              <a:gdLst/>
              <a:ahLst/>
              <a:cxnLst/>
              <a:rect l="l" t="t" r="r" b="b"/>
              <a:pathLst>
                <a:path w="4485640" h="1141730">
                  <a:moveTo>
                    <a:pt x="448564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4485640" y="1141729"/>
                  </a:lnTo>
                  <a:lnTo>
                    <a:pt x="4485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5815" y="234315"/>
              <a:ext cx="4485640" cy="1141730"/>
            </a:xfrm>
            <a:custGeom>
              <a:avLst/>
              <a:gdLst/>
              <a:ahLst/>
              <a:cxnLst/>
              <a:rect l="l" t="t" r="r" b="b"/>
              <a:pathLst>
                <a:path w="4485640" h="1141730">
                  <a:moveTo>
                    <a:pt x="0" y="1141729"/>
                  </a:moveTo>
                  <a:lnTo>
                    <a:pt x="4485640" y="1141729"/>
                  </a:lnTo>
                  <a:lnTo>
                    <a:pt x="4485640" y="0"/>
                  </a:lnTo>
                  <a:lnTo>
                    <a:pt x="0" y="0"/>
                  </a:lnTo>
                  <a:lnTo>
                    <a:pt x="0" y="1141729"/>
                  </a:lnTo>
                  <a:close/>
                </a:path>
              </a:pathLst>
            </a:custGeom>
            <a:ln w="317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753" y="445452"/>
            <a:ext cx="2891155" cy="66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100"/>
              </a:spcBef>
            </a:pPr>
            <a:r>
              <a:rPr spc="310" dirty="0"/>
              <a:t>PROGRAMAÇÃO</a:t>
            </a:r>
            <a:r>
              <a:rPr spc="360" dirty="0"/>
              <a:t> </a:t>
            </a:r>
            <a:r>
              <a:rPr spc="105" dirty="0"/>
              <a:t>EM</a:t>
            </a:r>
          </a:p>
          <a:p>
            <a:pPr marL="1270" algn="ctr">
              <a:lnSpc>
                <a:spcPts val="2510"/>
              </a:lnSpc>
            </a:pPr>
            <a:r>
              <a:rPr spc="280" dirty="0"/>
              <a:t>PYTHON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3581" y="636904"/>
            <a:ext cx="5116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  <a:tab pos="767715" algn="l"/>
                <a:tab pos="1306195" algn="l"/>
                <a:tab pos="2194560" algn="l"/>
                <a:tab pos="3210560" algn="l"/>
                <a:tab pos="4325620" algn="l"/>
                <a:tab pos="4812030" algn="l"/>
              </a:tabLst>
            </a:pPr>
            <a:r>
              <a:rPr sz="1800" spc="-25" dirty="0">
                <a:latin typeface="Trebuchet MS"/>
                <a:cs typeface="Trebuchet MS"/>
              </a:rPr>
              <a:t>Por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que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usamos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símbolos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diferentes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em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80" dirty="0">
                <a:latin typeface="Trebuchet MS"/>
                <a:cs typeface="Trebuchet MS"/>
              </a:rPr>
              <a:t>um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2181" y="911225"/>
            <a:ext cx="1122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latin typeface="Trebuchet MS"/>
                <a:cs typeface="Trebuchet MS"/>
              </a:rPr>
              <a:t>fluxograma?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3581" y="1312545"/>
            <a:ext cx="51187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isso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ajuda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na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hora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representar</a:t>
            </a:r>
            <a:r>
              <a:rPr sz="1800" spc="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ações </a:t>
            </a:r>
            <a:r>
              <a:rPr sz="1800" dirty="0">
                <a:latin typeface="Trebuchet MS"/>
                <a:cs typeface="Trebuchet MS"/>
              </a:rPr>
              <a:t>ou </a:t>
            </a:r>
            <a:r>
              <a:rPr sz="1800" spc="-40" dirty="0">
                <a:latin typeface="Trebuchet MS"/>
                <a:cs typeface="Trebuchet MS"/>
              </a:rPr>
              <a:t>decisões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em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um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problema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prático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na sua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área </a:t>
            </a:r>
            <a:r>
              <a:rPr sz="1800" spc="-90" dirty="0">
                <a:latin typeface="Trebuchet MS"/>
                <a:cs typeface="Trebuchet MS"/>
              </a:rPr>
              <a:t>profissional?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Isso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60" dirty="0">
                <a:latin typeface="Trebuchet MS"/>
                <a:cs typeface="Trebuchet MS"/>
              </a:rPr>
              <a:t>facilita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busca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de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soluções?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3581" y="2262759"/>
            <a:ext cx="51161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Trebuchet MS"/>
                <a:cs typeface="Trebuchet MS"/>
              </a:rPr>
              <a:t>Observação:</a:t>
            </a:r>
            <a:r>
              <a:rPr sz="1800" b="1" spc="47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Pode</a:t>
            </a:r>
            <a:r>
              <a:rPr sz="1800" spc="190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ser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utilizado</a:t>
            </a:r>
            <a:r>
              <a:rPr sz="1800" spc="190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spc="-45" dirty="0">
                <a:latin typeface="Trebuchet MS"/>
                <a:cs typeface="Trebuchet MS"/>
              </a:rPr>
              <a:t>site </a:t>
            </a:r>
            <a:r>
              <a:rPr sz="1800"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https://sorteio.com/sorteio-</a:t>
            </a:r>
            <a:r>
              <a:rPr sz="1800" u="sng" spc="-1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de-</a:t>
            </a:r>
            <a:r>
              <a:rPr sz="18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nomes</a:t>
            </a:r>
            <a:r>
              <a:rPr sz="1800" spc="33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</a:t>
            </a:r>
            <a:r>
              <a:rPr sz="1800" spc="3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sortear </a:t>
            </a:r>
            <a:r>
              <a:rPr sz="1800" spc="-95" dirty="0">
                <a:latin typeface="Trebuchet MS"/>
                <a:cs typeface="Trebuchet MS"/>
              </a:rPr>
              <a:t>alunos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responderem,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achar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necessário.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43975" y="3613848"/>
            <a:ext cx="1060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7710" y="2279650"/>
            <a:ext cx="2102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Pesquisa</a:t>
            </a:r>
            <a:r>
              <a:rPr sz="24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aplicada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43559" y="1164589"/>
            <a:ext cx="5180330" cy="4817110"/>
            <a:chOff x="543559" y="1164589"/>
            <a:chExt cx="5180330" cy="481711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559" y="3068319"/>
              <a:ext cx="5180330" cy="29133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80" y="1205229"/>
              <a:ext cx="788669" cy="508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80" y="1205229"/>
              <a:ext cx="568960" cy="547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151876" y="273050"/>
            <a:ext cx="3443604" cy="2763520"/>
            <a:chOff x="8151876" y="273050"/>
            <a:chExt cx="3443604" cy="276352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52840" y="285750"/>
              <a:ext cx="2842259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52840" y="615950"/>
              <a:ext cx="1351279" cy="19494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1876" y="273050"/>
              <a:ext cx="609815" cy="275082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155940" y="273050"/>
            <a:ext cx="3439160" cy="276352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3587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825"/>
              </a:spcBef>
            </a:pPr>
            <a:endParaRPr sz="3600">
              <a:latin typeface="Times New Roman"/>
              <a:cs typeface="Times New Roman"/>
            </a:endParaRPr>
          </a:p>
          <a:p>
            <a:pPr marL="614680" marR="1256665" indent="6350">
              <a:lnSpc>
                <a:spcPct val="100000"/>
              </a:lnSpc>
            </a:pPr>
            <a:r>
              <a:rPr sz="3600" spc="-204" dirty="0">
                <a:solidFill>
                  <a:srgbClr val="FFFFFF"/>
                </a:solidFill>
                <a:latin typeface="Trebuchet MS"/>
                <a:cs typeface="Trebuchet MS"/>
              </a:rPr>
              <a:t>Pesquisa 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Aplicada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3803" y="3380740"/>
            <a:ext cx="7624445" cy="2474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aluno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deve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ler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atentamente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teste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de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275" dirty="0">
                <a:latin typeface="Trebuchet MS"/>
                <a:cs typeface="Trebuchet MS"/>
              </a:rPr>
              <a:t>mesa,</a:t>
            </a:r>
            <a:r>
              <a:rPr sz="2400" spc="9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interpretando </a:t>
            </a:r>
            <a:r>
              <a:rPr sz="2400" spc="-40" dirty="0">
                <a:latin typeface="Trebuchet MS"/>
                <a:cs typeface="Trebuchet MS"/>
              </a:rPr>
              <a:t>seu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contexto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95" dirty="0">
                <a:latin typeface="Trebuchet MS"/>
                <a:cs typeface="Trebuchet MS"/>
              </a:rPr>
              <a:t>objetivo.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Vamos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utilizar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livro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b="1" i="1" spc="-100" dirty="0">
                <a:latin typeface="Trebuchet MS"/>
                <a:cs typeface="Trebuchet MS"/>
              </a:rPr>
              <a:t>Princípios</a:t>
            </a:r>
            <a:r>
              <a:rPr sz="2400" b="1" i="1" spc="-5" dirty="0">
                <a:latin typeface="Trebuchet MS"/>
                <a:cs typeface="Trebuchet MS"/>
              </a:rPr>
              <a:t> </a:t>
            </a:r>
            <a:r>
              <a:rPr sz="2400" b="1" i="1" spc="-45" dirty="0">
                <a:latin typeface="Trebuchet MS"/>
                <a:cs typeface="Trebuchet MS"/>
              </a:rPr>
              <a:t>de </a:t>
            </a:r>
            <a:r>
              <a:rPr sz="2400" b="1" i="1" spc="-70" dirty="0">
                <a:latin typeface="Trebuchet MS"/>
                <a:cs typeface="Trebuchet MS"/>
              </a:rPr>
              <a:t>Lógica </a:t>
            </a:r>
            <a:r>
              <a:rPr sz="2400" b="1" i="1" spc="-135" dirty="0">
                <a:latin typeface="Trebuchet MS"/>
                <a:cs typeface="Trebuchet MS"/>
              </a:rPr>
              <a:t>de</a:t>
            </a:r>
            <a:r>
              <a:rPr sz="2400" b="1" i="1" spc="-55" dirty="0">
                <a:latin typeface="Trebuchet MS"/>
                <a:cs typeface="Trebuchet MS"/>
              </a:rPr>
              <a:t> </a:t>
            </a:r>
            <a:r>
              <a:rPr sz="2400" b="1" i="1" spc="-45" dirty="0">
                <a:latin typeface="Trebuchet MS"/>
                <a:cs typeface="Trebuchet MS"/>
              </a:rPr>
              <a:t>Programação</a:t>
            </a:r>
            <a:r>
              <a:rPr sz="2400" spc="-45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conteúdo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se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encontra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na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página</a:t>
            </a:r>
            <a:r>
              <a:rPr sz="2400" spc="-25" dirty="0">
                <a:latin typeface="Trebuchet MS"/>
                <a:cs typeface="Trebuchet MS"/>
              </a:rPr>
              <a:t> 29.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2400" spc="-120" dirty="0">
                <a:solidFill>
                  <a:srgbClr val="6F2F9F"/>
                </a:solidFill>
                <a:latin typeface="Trebuchet MS"/>
                <a:cs typeface="Trebuchet MS"/>
              </a:rPr>
              <a:t>Utilizaremos</a:t>
            </a:r>
            <a:r>
              <a:rPr sz="2400" spc="-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o</a:t>
            </a:r>
            <a:r>
              <a:rPr sz="2400" spc="-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6F2F9F"/>
                </a:solidFill>
                <a:latin typeface="Trebuchet MS"/>
                <a:cs typeface="Trebuchet MS"/>
              </a:rPr>
              <a:t>contexto</a:t>
            </a:r>
            <a:r>
              <a:rPr sz="2400" spc="-3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6F2F9F"/>
                </a:solidFill>
                <a:latin typeface="Trebuchet MS"/>
                <a:cs typeface="Trebuchet MS"/>
              </a:rPr>
              <a:t>a</a:t>
            </a:r>
            <a:r>
              <a:rPr sz="2400" spc="-3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6F2F9F"/>
                </a:solidFill>
                <a:latin typeface="Trebuchet MS"/>
                <a:cs typeface="Trebuchet MS"/>
              </a:rPr>
              <a:t>seguir</a:t>
            </a:r>
            <a:r>
              <a:rPr sz="2400" spc="-2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6F2F9F"/>
                </a:solidFill>
                <a:latin typeface="Trebuchet MS"/>
                <a:cs typeface="Trebuchet MS"/>
              </a:rPr>
              <a:t>para</a:t>
            </a:r>
            <a:r>
              <a:rPr sz="2400" spc="-40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6F2F9F"/>
                </a:solidFill>
                <a:latin typeface="Trebuchet MS"/>
                <a:cs typeface="Trebuchet MS"/>
              </a:rPr>
              <a:t>aprimorar</a:t>
            </a:r>
            <a:r>
              <a:rPr sz="2400" spc="-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6F2F9F"/>
                </a:solidFill>
                <a:latin typeface="Trebuchet MS"/>
                <a:cs typeface="Trebuchet MS"/>
              </a:rPr>
              <a:t>a</a:t>
            </a:r>
            <a:r>
              <a:rPr sz="2400" spc="-3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6F2F9F"/>
                </a:solidFill>
                <a:latin typeface="Trebuchet MS"/>
                <a:cs typeface="Trebuchet MS"/>
              </a:rPr>
              <a:t>associação</a:t>
            </a:r>
            <a:endParaRPr sz="24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solidFill>
                  <a:srgbClr val="6F2F9F"/>
                </a:solidFill>
                <a:latin typeface="Trebuchet MS"/>
                <a:cs typeface="Trebuchet MS"/>
              </a:rPr>
              <a:t>do</a:t>
            </a:r>
            <a:r>
              <a:rPr sz="2400" spc="-145" dirty="0">
                <a:solidFill>
                  <a:srgbClr val="6F2F9F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6F2F9F"/>
                </a:solidFill>
                <a:latin typeface="Trebuchet MS"/>
                <a:cs typeface="Trebuchet MS"/>
              </a:rPr>
              <a:t>conhecimento.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448175" y="1144904"/>
            <a:ext cx="28981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0850">
              <a:lnSpc>
                <a:spcPct val="100000"/>
              </a:lnSpc>
              <a:spcBef>
                <a:spcPts val="100"/>
              </a:spcBef>
            </a:pPr>
            <a:r>
              <a:rPr sz="3600" spc="100" dirty="0">
                <a:solidFill>
                  <a:srgbClr val="000000"/>
                </a:solidFill>
              </a:rPr>
              <a:t>PRÁTICA </a:t>
            </a:r>
            <a:r>
              <a:rPr sz="3600" spc="150" dirty="0">
                <a:solidFill>
                  <a:srgbClr val="000000"/>
                </a:solidFill>
              </a:rPr>
              <a:t>PEDAGÓGICA</a:t>
            </a:r>
            <a:endParaRPr sz="3600"/>
          </a:p>
        </p:txBody>
      </p:sp>
      <p:sp>
        <p:nvSpPr>
          <p:cNvPr id="15" name="object 15"/>
          <p:cNvSpPr txBox="1"/>
          <p:nvPr/>
        </p:nvSpPr>
        <p:spPr>
          <a:xfrm>
            <a:off x="1007427" y="1895792"/>
            <a:ext cx="15786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00000"/>
              </a:lnSpc>
              <a:spcBef>
                <a:spcPts val="100"/>
              </a:spcBef>
            </a:pPr>
            <a:r>
              <a:rPr sz="3600" spc="-68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este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20" dirty="0">
                <a:solidFill>
                  <a:srgbClr val="FFFFFF"/>
                </a:solidFill>
                <a:latin typeface="Trebuchet MS"/>
                <a:cs typeface="Trebuchet MS"/>
              </a:rPr>
              <a:t>Mesa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9229" y="3078479"/>
            <a:ext cx="3365500" cy="3365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002" y="401065"/>
            <a:ext cx="2382520" cy="6629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 </a:t>
            </a:r>
            <a:r>
              <a:rPr sz="2200" spc="10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200" spc="28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3803" y="569848"/>
            <a:ext cx="7625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1170" algn="l"/>
                <a:tab pos="1290320" algn="l"/>
                <a:tab pos="1799589" algn="l"/>
                <a:tab pos="2635250" algn="l"/>
                <a:tab pos="2988310" algn="l"/>
                <a:tab pos="3710940" algn="l"/>
                <a:tab pos="4783455" algn="l"/>
                <a:tab pos="5987415" algn="l"/>
                <a:tab pos="6726555" algn="l"/>
              </a:tabLst>
            </a:pPr>
            <a:r>
              <a:rPr sz="2400" spc="300" dirty="0">
                <a:latin typeface="Trebuchet MS"/>
                <a:cs typeface="Trebuchet MS"/>
              </a:rPr>
              <a:t>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teste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de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mesa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é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uma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técnica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utilizada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para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30" dirty="0">
                <a:latin typeface="Trebuchet MS"/>
                <a:cs typeface="Trebuchet MS"/>
              </a:rPr>
              <a:t>simular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73803" y="935609"/>
            <a:ext cx="76263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latin typeface="Trebuchet MS"/>
                <a:cs typeface="Trebuchet MS"/>
              </a:rPr>
              <a:t>manualmente</a:t>
            </a:r>
            <a:r>
              <a:rPr sz="2400" spc="4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4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execução</a:t>
            </a:r>
            <a:r>
              <a:rPr sz="2400" spc="43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4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um</a:t>
            </a:r>
            <a:r>
              <a:rPr sz="2400" spc="44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algoritmo,</a:t>
            </a:r>
            <a:r>
              <a:rPr sz="2400" spc="280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permitindo </a:t>
            </a:r>
            <a:r>
              <a:rPr sz="2400" spc="-140" dirty="0">
                <a:latin typeface="Trebuchet MS"/>
                <a:cs typeface="Trebuchet MS"/>
              </a:rPr>
              <a:t>verificar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passo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passo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fluxo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controle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evolução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dos </a:t>
            </a:r>
            <a:r>
              <a:rPr sz="2400" spc="-120" dirty="0">
                <a:latin typeface="Trebuchet MS"/>
                <a:cs typeface="Trebuchet MS"/>
              </a:rPr>
              <a:t>valores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das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variáveis.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3803" y="2160270"/>
            <a:ext cx="76257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Esse</a:t>
            </a:r>
            <a:r>
              <a:rPr sz="2400" spc="10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método</a:t>
            </a:r>
            <a:r>
              <a:rPr sz="2400" spc="10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ajuda</a:t>
            </a:r>
            <a:r>
              <a:rPr sz="2400" spc="10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10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identificar</a:t>
            </a:r>
            <a:r>
              <a:rPr sz="2400" spc="10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erros</a:t>
            </a:r>
            <a:r>
              <a:rPr sz="2400" spc="10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lógicos</a:t>
            </a:r>
            <a:r>
              <a:rPr sz="2400" spc="10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100" dirty="0">
                <a:latin typeface="Trebuchet MS"/>
                <a:cs typeface="Trebuchet MS"/>
              </a:rPr>
              <a:t>  </a:t>
            </a:r>
            <a:r>
              <a:rPr sz="2400" spc="-50" dirty="0">
                <a:latin typeface="Trebuchet MS"/>
                <a:cs typeface="Trebuchet MS"/>
              </a:rPr>
              <a:t>a </a:t>
            </a:r>
            <a:r>
              <a:rPr sz="2400" spc="-85" dirty="0">
                <a:latin typeface="Trebuchet MS"/>
                <a:cs typeface="Trebuchet MS"/>
              </a:rPr>
              <a:t>compreender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comportamento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algoritmo</a:t>
            </a:r>
            <a:r>
              <a:rPr sz="2400" spc="3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antes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sua </a:t>
            </a:r>
            <a:r>
              <a:rPr sz="2400" spc="-165" dirty="0">
                <a:latin typeface="Trebuchet MS"/>
                <a:cs typeface="Trebuchet MS"/>
              </a:rPr>
              <a:t>implementação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em</a:t>
            </a:r>
            <a:r>
              <a:rPr sz="2400" spc="-10" dirty="0">
                <a:latin typeface="Trebuchet MS"/>
                <a:cs typeface="Trebuchet MS"/>
              </a:rPr>
              <a:t> código.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07427" y="1895792"/>
            <a:ext cx="15786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00000"/>
              </a:lnSpc>
              <a:spcBef>
                <a:spcPts val="100"/>
              </a:spcBef>
            </a:pPr>
            <a:r>
              <a:rPr sz="3600" spc="-68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este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20" dirty="0">
                <a:solidFill>
                  <a:srgbClr val="FFFFFF"/>
                </a:solidFill>
                <a:latin typeface="Trebuchet MS"/>
                <a:cs typeface="Trebuchet MS"/>
              </a:rPr>
              <a:t>Mesa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229" y="3078479"/>
            <a:ext cx="3365500" cy="33655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273803" y="3384804"/>
            <a:ext cx="765365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01394" algn="l"/>
                <a:tab pos="2077720" algn="l"/>
                <a:tab pos="2637790" algn="l"/>
                <a:tab pos="3422650" algn="l"/>
                <a:tab pos="3897629" algn="l"/>
                <a:tab pos="4699000" algn="l"/>
                <a:tab pos="5404485" algn="l"/>
                <a:tab pos="5745480" algn="l"/>
                <a:tab pos="6975475" algn="l"/>
              </a:tabLst>
            </a:pPr>
            <a:r>
              <a:rPr sz="2400" spc="-10" dirty="0">
                <a:latin typeface="Trebuchet MS"/>
                <a:cs typeface="Trebuchet MS"/>
              </a:rPr>
              <a:t>Vamos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realizar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um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teste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de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mesa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para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exemplo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90" dirty="0">
                <a:latin typeface="Trebuchet MS"/>
                <a:cs typeface="Trebuchet MS"/>
              </a:rPr>
              <a:t>dado, </a:t>
            </a:r>
            <a:r>
              <a:rPr sz="2400" spc="-150" dirty="0">
                <a:latin typeface="Trebuchet MS"/>
                <a:cs typeface="Trebuchet MS"/>
              </a:rPr>
              <a:t>utilizando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os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40" dirty="0">
                <a:latin typeface="Trebuchet MS"/>
                <a:cs typeface="Trebuchet MS"/>
              </a:rPr>
              <a:t>seguintes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valores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entrada: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2400">
              <a:latin typeface="Trebuchet MS"/>
              <a:cs typeface="Trebuchet MS"/>
            </a:endParaRPr>
          </a:p>
          <a:p>
            <a:pPr marL="125730">
              <a:lnSpc>
                <a:spcPct val="100000"/>
              </a:lnSpc>
            </a:pPr>
            <a:r>
              <a:rPr sz="2400" spc="-110" dirty="0">
                <a:latin typeface="Trebuchet MS"/>
                <a:cs typeface="Trebuchet MS"/>
              </a:rPr>
              <a:t>nota1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135" dirty="0">
                <a:latin typeface="Trebuchet MS"/>
                <a:cs typeface="Trebuchet MS"/>
              </a:rPr>
              <a:t>=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6</a:t>
            </a:r>
            <a:endParaRPr sz="2400">
              <a:latin typeface="Trebuchet MS"/>
              <a:cs typeface="Trebuchet MS"/>
            </a:endParaRPr>
          </a:p>
          <a:p>
            <a:pPr marL="125730">
              <a:lnSpc>
                <a:spcPct val="100000"/>
              </a:lnSpc>
            </a:pPr>
            <a:r>
              <a:rPr sz="2400" spc="-105" dirty="0">
                <a:latin typeface="Trebuchet MS"/>
                <a:cs typeface="Trebuchet MS"/>
              </a:rPr>
              <a:t>nota2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135" dirty="0">
                <a:latin typeface="Trebuchet MS"/>
                <a:cs typeface="Trebuchet MS"/>
              </a:rPr>
              <a:t>=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8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pc="300" dirty="0"/>
              <a:t>PROGRAMAÇÃO </a:t>
            </a:r>
            <a:r>
              <a:rPr spc="100" dirty="0"/>
              <a:t>EM</a:t>
            </a:r>
            <a:r>
              <a:rPr dirty="0"/>
              <a:t>	</a:t>
            </a:r>
            <a:r>
              <a:rPr spc="280" dirty="0"/>
              <a:t>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07427" y="1895792"/>
            <a:ext cx="15786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00000"/>
              </a:lnSpc>
              <a:spcBef>
                <a:spcPts val="100"/>
              </a:spcBef>
            </a:pPr>
            <a:r>
              <a:rPr sz="3600" spc="-68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600" spc="-155" dirty="0">
                <a:solidFill>
                  <a:srgbClr val="FFFFFF"/>
                </a:solidFill>
                <a:latin typeface="Trebuchet MS"/>
                <a:cs typeface="Trebuchet MS"/>
              </a:rPr>
              <a:t>este</a:t>
            </a:r>
            <a:r>
              <a:rPr sz="36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3600" spc="-20" dirty="0">
                <a:solidFill>
                  <a:srgbClr val="FFFFFF"/>
                </a:solidFill>
                <a:latin typeface="Trebuchet MS"/>
                <a:cs typeface="Trebuchet MS"/>
              </a:rPr>
              <a:t>Mesa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9229" y="3078479"/>
            <a:ext cx="3365500" cy="33655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94400" y="110489"/>
            <a:ext cx="3942079" cy="290956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967480" y="3449827"/>
            <a:ext cx="7836534" cy="370840"/>
          </a:xfrm>
          <a:custGeom>
            <a:avLst/>
            <a:gdLst/>
            <a:ahLst/>
            <a:cxnLst/>
            <a:rect l="l" t="t" r="r" b="b"/>
            <a:pathLst>
              <a:path w="7836534" h="370839">
                <a:moveTo>
                  <a:pt x="830567" y="0"/>
                </a:moveTo>
                <a:lnTo>
                  <a:pt x="0" y="0"/>
                </a:lnTo>
                <a:lnTo>
                  <a:pt x="0" y="370840"/>
                </a:lnTo>
                <a:lnTo>
                  <a:pt x="830567" y="370840"/>
                </a:lnTo>
                <a:lnTo>
                  <a:pt x="830567" y="0"/>
                </a:lnTo>
                <a:close/>
              </a:path>
              <a:path w="7836534" h="370839">
                <a:moveTo>
                  <a:pt x="1684972" y="0"/>
                </a:moveTo>
                <a:lnTo>
                  <a:pt x="830580" y="0"/>
                </a:lnTo>
                <a:lnTo>
                  <a:pt x="830580" y="370840"/>
                </a:lnTo>
                <a:lnTo>
                  <a:pt x="1684972" y="370840"/>
                </a:lnTo>
                <a:lnTo>
                  <a:pt x="1684972" y="0"/>
                </a:lnTo>
                <a:close/>
              </a:path>
              <a:path w="7836534" h="370839">
                <a:moveTo>
                  <a:pt x="7836281" y="0"/>
                </a:moveTo>
                <a:lnTo>
                  <a:pt x="3446145" y="0"/>
                </a:lnTo>
                <a:lnTo>
                  <a:pt x="2539428" y="0"/>
                </a:lnTo>
                <a:lnTo>
                  <a:pt x="1685036" y="0"/>
                </a:lnTo>
                <a:lnTo>
                  <a:pt x="1685036" y="370840"/>
                </a:lnTo>
                <a:lnTo>
                  <a:pt x="2539365" y="370840"/>
                </a:lnTo>
                <a:lnTo>
                  <a:pt x="3446145" y="370840"/>
                </a:lnTo>
                <a:lnTo>
                  <a:pt x="7836281" y="370840"/>
                </a:lnTo>
                <a:lnTo>
                  <a:pt x="7836281" y="0"/>
                </a:lnTo>
                <a:close/>
              </a:path>
            </a:pathLst>
          </a:custGeom>
          <a:solidFill>
            <a:srgbClr val="EE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67480" y="4191520"/>
            <a:ext cx="7836534" cy="370840"/>
          </a:xfrm>
          <a:custGeom>
            <a:avLst/>
            <a:gdLst/>
            <a:ahLst/>
            <a:cxnLst/>
            <a:rect l="l" t="t" r="r" b="b"/>
            <a:pathLst>
              <a:path w="7836534" h="370839">
                <a:moveTo>
                  <a:pt x="830567" y="0"/>
                </a:moveTo>
                <a:lnTo>
                  <a:pt x="0" y="0"/>
                </a:lnTo>
                <a:lnTo>
                  <a:pt x="0" y="370827"/>
                </a:lnTo>
                <a:lnTo>
                  <a:pt x="830567" y="370827"/>
                </a:lnTo>
                <a:lnTo>
                  <a:pt x="830567" y="0"/>
                </a:lnTo>
                <a:close/>
              </a:path>
              <a:path w="7836534" h="370839">
                <a:moveTo>
                  <a:pt x="1684972" y="0"/>
                </a:moveTo>
                <a:lnTo>
                  <a:pt x="830580" y="0"/>
                </a:lnTo>
                <a:lnTo>
                  <a:pt x="830580" y="370827"/>
                </a:lnTo>
                <a:lnTo>
                  <a:pt x="1684972" y="370827"/>
                </a:lnTo>
                <a:lnTo>
                  <a:pt x="1684972" y="0"/>
                </a:lnTo>
                <a:close/>
              </a:path>
              <a:path w="7836534" h="370839">
                <a:moveTo>
                  <a:pt x="7836281" y="0"/>
                </a:moveTo>
                <a:lnTo>
                  <a:pt x="3446145" y="0"/>
                </a:lnTo>
                <a:lnTo>
                  <a:pt x="2539428" y="0"/>
                </a:lnTo>
                <a:lnTo>
                  <a:pt x="1685036" y="0"/>
                </a:lnTo>
                <a:lnTo>
                  <a:pt x="1685036" y="370827"/>
                </a:lnTo>
                <a:lnTo>
                  <a:pt x="2539365" y="370827"/>
                </a:lnTo>
                <a:lnTo>
                  <a:pt x="3446145" y="370827"/>
                </a:lnTo>
                <a:lnTo>
                  <a:pt x="7836281" y="370827"/>
                </a:lnTo>
                <a:lnTo>
                  <a:pt x="7836281" y="0"/>
                </a:lnTo>
                <a:close/>
              </a:path>
            </a:pathLst>
          </a:custGeom>
          <a:solidFill>
            <a:srgbClr val="EE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67480" y="4933188"/>
            <a:ext cx="7836534" cy="370840"/>
          </a:xfrm>
          <a:custGeom>
            <a:avLst/>
            <a:gdLst/>
            <a:ahLst/>
            <a:cxnLst/>
            <a:rect l="l" t="t" r="r" b="b"/>
            <a:pathLst>
              <a:path w="7836534" h="370839">
                <a:moveTo>
                  <a:pt x="830567" y="0"/>
                </a:moveTo>
                <a:lnTo>
                  <a:pt x="0" y="0"/>
                </a:lnTo>
                <a:lnTo>
                  <a:pt x="0" y="370840"/>
                </a:lnTo>
                <a:lnTo>
                  <a:pt x="830567" y="370840"/>
                </a:lnTo>
                <a:lnTo>
                  <a:pt x="830567" y="0"/>
                </a:lnTo>
                <a:close/>
              </a:path>
              <a:path w="7836534" h="370839">
                <a:moveTo>
                  <a:pt x="1684972" y="0"/>
                </a:moveTo>
                <a:lnTo>
                  <a:pt x="830580" y="0"/>
                </a:lnTo>
                <a:lnTo>
                  <a:pt x="830580" y="370840"/>
                </a:lnTo>
                <a:lnTo>
                  <a:pt x="1684972" y="370840"/>
                </a:lnTo>
                <a:lnTo>
                  <a:pt x="1684972" y="0"/>
                </a:lnTo>
                <a:close/>
              </a:path>
              <a:path w="7836534" h="370839">
                <a:moveTo>
                  <a:pt x="7836281" y="0"/>
                </a:moveTo>
                <a:lnTo>
                  <a:pt x="3446145" y="0"/>
                </a:lnTo>
                <a:lnTo>
                  <a:pt x="2539428" y="0"/>
                </a:lnTo>
                <a:lnTo>
                  <a:pt x="1685036" y="0"/>
                </a:lnTo>
                <a:lnTo>
                  <a:pt x="1685036" y="370840"/>
                </a:lnTo>
                <a:lnTo>
                  <a:pt x="2539365" y="370840"/>
                </a:lnTo>
                <a:lnTo>
                  <a:pt x="3446145" y="370840"/>
                </a:lnTo>
                <a:lnTo>
                  <a:pt x="7836281" y="370840"/>
                </a:lnTo>
                <a:lnTo>
                  <a:pt x="7836281" y="0"/>
                </a:lnTo>
                <a:close/>
              </a:path>
            </a:pathLst>
          </a:custGeom>
          <a:solidFill>
            <a:srgbClr val="EE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67480" y="5944108"/>
            <a:ext cx="7836534" cy="370840"/>
          </a:xfrm>
          <a:custGeom>
            <a:avLst/>
            <a:gdLst/>
            <a:ahLst/>
            <a:cxnLst/>
            <a:rect l="l" t="t" r="r" b="b"/>
            <a:pathLst>
              <a:path w="7836534" h="370839">
                <a:moveTo>
                  <a:pt x="830567" y="0"/>
                </a:moveTo>
                <a:lnTo>
                  <a:pt x="0" y="0"/>
                </a:lnTo>
                <a:lnTo>
                  <a:pt x="0" y="370840"/>
                </a:lnTo>
                <a:lnTo>
                  <a:pt x="830567" y="370840"/>
                </a:lnTo>
                <a:lnTo>
                  <a:pt x="830567" y="0"/>
                </a:lnTo>
                <a:close/>
              </a:path>
              <a:path w="7836534" h="370839">
                <a:moveTo>
                  <a:pt x="1684972" y="0"/>
                </a:moveTo>
                <a:lnTo>
                  <a:pt x="830580" y="0"/>
                </a:lnTo>
                <a:lnTo>
                  <a:pt x="830580" y="370840"/>
                </a:lnTo>
                <a:lnTo>
                  <a:pt x="1684972" y="370840"/>
                </a:lnTo>
                <a:lnTo>
                  <a:pt x="1684972" y="0"/>
                </a:lnTo>
                <a:close/>
              </a:path>
              <a:path w="7836534" h="370839">
                <a:moveTo>
                  <a:pt x="7836281" y="0"/>
                </a:moveTo>
                <a:lnTo>
                  <a:pt x="3446145" y="0"/>
                </a:lnTo>
                <a:lnTo>
                  <a:pt x="2539428" y="0"/>
                </a:lnTo>
                <a:lnTo>
                  <a:pt x="1685036" y="0"/>
                </a:lnTo>
                <a:lnTo>
                  <a:pt x="1685036" y="370840"/>
                </a:lnTo>
                <a:lnTo>
                  <a:pt x="2539365" y="370840"/>
                </a:lnTo>
                <a:lnTo>
                  <a:pt x="3446145" y="370840"/>
                </a:lnTo>
                <a:lnTo>
                  <a:pt x="7836281" y="370840"/>
                </a:lnTo>
                <a:lnTo>
                  <a:pt x="7836281" y="0"/>
                </a:lnTo>
                <a:close/>
              </a:path>
            </a:pathLst>
          </a:custGeom>
          <a:solidFill>
            <a:srgbClr val="EE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961129" y="3072638"/>
          <a:ext cx="7925434" cy="3233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0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passo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AEB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nota1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AEB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nota2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AE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media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AEB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comentário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BAE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9BAEB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85" dirty="0">
                          <a:latin typeface="Trebuchet MS"/>
                          <a:cs typeface="Trebuchet MS"/>
                        </a:rPr>
                        <a:t>Declaração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variáveis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9BAEB5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9BAEB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5" dirty="0">
                          <a:latin typeface="Trebuchet MS"/>
                          <a:cs typeface="Trebuchet MS"/>
                        </a:rPr>
                        <a:t>Solicita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entrada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dados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latin typeface="Trebuchet MS"/>
                          <a:cs typeface="Trebuchet MS"/>
                        </a:rPr>
                        <a:t>nota1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9BAEB5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9BAEB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solidFill>
                            <a:srgbClr val="006FC0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26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usuário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digita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9BAEB5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4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9BAEB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solidFill>
                            <a:srgbClr val="006FC0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5" dirty="0">
                          <a:latin typeface="Trebuchet MS"/>
                          <a:cs typeface="Trebuchet MS"/>
                        </a:rPr>
                        <a:t>Solicita</a:t>
                      </a:r>
                      <a:r>
                        <a:rPr sz="1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entrada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dados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latin typeface="Trebuchet MS"/>
                          <a:cs typeface="Trebuchet MS"/>
                        </a:rPr>
                        <a:t>nota2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9BAEB5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9BAEB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solidFill>
                            <a:srgbClr val="006FC0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solidFill>
                            <a:srgbClr val="964D24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26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usuário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digita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9BAEB5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9BAEB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solidFill>
                            <a:srgbClr val="006FC0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solidFill>
                            <a:srgbClr val="964D24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410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0" dirty="0">
                          <a:latin typeface="Trebuchet MS"/>
                          <a:cs typeface="Trebuchet MS"/>
                        </a:rPr>
                        <a:t>Programa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executa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processo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da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latin typeface="Trebuchet MS"/>
                          <a:cs typeface="Trebuchet MS"/>
                        </a:rPr>
                        <a:t>media </a:t>
                      </a:r>
                      <a:r>
                        <a:rPr sz="1800" b="1" dirty="0">
                          <a:latin typeface="Trebuchet MS"/>
                          <a:cs typeface="Trebuchet MS"/>
                        </a:rPr>
                        <a:t>media</a:t>
                      </a:r>
                      <a:r>
                        <a:rPr sz="1800" b="1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800" b="1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latin typeface="Trebuchet MS"/>
                          <a:cs typeface="Trebuchet MS"/>
                        </a:rPr>
                        <a:t>(nota1</a:t>
                      </a:r>
                      <a:r>
                        <a:rPr sz="1800" b="1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800" b="1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dirty="0">
                          <a:latin typeface="Trebuchet MS"/>
                          <a:cs typeface="Trebuchet MS"/>
                        </a:rPr>
                        <a:t>nota2)</a:t>
                      </a:r>
                      <a:r>
                        <a:rPr sz="1800" b="1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40" dirty="0">
                          <a:latin typeface="Trebuchet MS"/>
                          <a:cs typeface="Trebuchet MS"/>
                        </a:rPr>
                        <a:t>\</a:t>
                      </a:r>
                      <a:r>
                        <a:rPr sz="1800" b="1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9BAEB5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9BAEB5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solidFill>
                            <a:srgbClr val="006FC0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solidFill>
                            <a:srgbClr val="964D24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0" dirty="0">
                          <a:solidFill>
                            <a:srgbClr val="00AF5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26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95" dirty="0">
                          <a:latin typeface="Trebuchet MS"/>
                          <a:cs typeface="Trebuchet MS"/>
                        </a:rPr>
                        <a:t>programa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exibe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valor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da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10" dirty="0">
                          <a:latin typeface="Trebuchet MS"/>
                          <a:cs typeface="Trebuchet MS"/>
                        </a:rPr>
                        <a:t>media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9BAEB5"/>
                      </a:solidFill>
                      <a:prstDash val="solid"/>
                    </a:lnR>
                    <a:lnT w="12700">
                      <a:solidFill>
                        <a:srgbClr val="9BAEB5"/>
                      </a:solidFill>
                      <a:prstDash val="solid"/>
                    </a:lnT>
                    <a:lnB w="12700">
                      <a:solidFill>
                        <a:srgbClr val="9BAEB5"/>
                      </a:solidFill>
                      <a:prstDash val="solid"/>
                    </a:lnB>
                    <a:solidFill>
                      <a:srgbClr val="EE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pc="300" dirty="0"/>
              <a:t>PROGRAMAÇÃO </a:t>
            </a:r>
            <a:r>
              <a:rPr spc="100" dirty="0"/>
              <a:t>EM</a:t>
            </a:r>
            <a:r>
              <a:rPr dirty="0"/>
              <a:t>	</a:t>
            </a:r>
            <a:r>
              <a:rPr spc="280" dirty="0"/>
              <a:t>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56969" y="1089660"/>
            <a:ext cx="2268220" cy="586740"/>
            <a:chOff x="1156969" y="1089660"/>
            <a:chExt cx="2268220" cy="5867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69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89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3755" y="2564765"/>
            <a:ext cx="1887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Exercícios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490" y="3345179"/>
            <a:ext cx="3302000" cy="323977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071745" y="498221"/>
            <a:ext cx="4783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rebuchet MS"/>
                <a:cs typeface="Trebuchet MS"/>
              </a:rPr>
              <a:t>Crie</a:t>
            </a:r>
            <a:r>
              <a:rPr sz="3600" spc="-18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o</a:t>
            </a:r>
            <a:r>
              <a:rPr sz="3600" spc="-110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teste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de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35" dirty="0">
                <a:latin typeface="Trebuchet MS"/>
                <a:cs typeface="Trebuchet MS"/>
              </a:rPr>
              <a:t>mesa</a:t>
            </a:r>
            <a:r>
              <a:rPr sz="3600" spc="-90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-</a:t>
            </a:r>
            <a:r>
              <a:rPr sz="3600" spc="-114" dirty="0">
                <a:latin typeface="Trebuchet MS"/>
                <a:cs typeface="Trebuchet MS"/>
              </a:rPr>
              <a:t> </a:t>
            </a:r>
            <a:r>
              <a:rPr sz="3600" spc="-25" dirty="0">
                <a:latin typeface="Trebuchet MS"/>
                <a:cs typeface="Trebuchet MS"/>
              </a:rPr>
              <a:t>01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32579" y="1362710"/>
            <a:ext cx="7627620" cy="96138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071745" y="2573909"/>
            <a:ext cx="4783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rebuchet MS"/>
                <a:cs typeface="Trebuchet MS"/>
              </a:rPr>
              <a:t>Crie</a:t>
            </a:r>
            <a:r>
              <a:rPr sz="3600" spc="-18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o</a:t>
            </a:r>
            <a:r>
              <a:rPr sz="3600" spc="-110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teste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de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35" dirty="0">
                <a:latin typeface="Trebuchet MS"/>
                <a:cs typeface="Trebuchet MS"/>
              </a:rPr>
              <a:t>mesa</a:t>
            </a:r>
            <a:r>
              <a:rPr sz="3600" spc="-90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-</a:t>
            </a:r>
            <a:r>
              <a:rPr sz="3600" spc="-114" dirty="0">
                <a:latin typeface="Trebuchet MS"/>
                <a:cs typeface="Trebuchet MS"/>
              </a:rPr>
              <a:t> </a:t>
            </a:r>
            <a:r>
              <a:rPr sz="3600" spc="-25" dirty="0">
                <a:latin typeface="Trebuchet MS"/>
                <a:cs typeface="Trebuchet MS"/>
              </a:rPr>
              <a:t>02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35120" y="3204210"/>
            <a:ext cx="66548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07340" marR="5080" indent="-294640">
              <a:lnSpc>
                <a:spcPts val="2380"/>
              </a:lnSpc>
              <a:spcBef>
                <a:spcPts val="395"/>
              </a:spcBef>
              <a:tabLst>
                <a:tab pos="817880" algn="l"/>
              </a:tabLst>
            </a:pPr>
            <a:r>
              <a:rPr spc="300" dirty="0"/>
              <a:t>PROGRAMAÇÃO </a:t>
            </a:r>
            <a:r>
              <a:rPr spc="100" dirty="0"/>
              <a:t>EM</a:t>
            </a:r>
            <a:r>
              <a:rPr dirty="0"/>
              <a:t>	</a:t>
            </a:r>
            <a:r>
              <a:rPr spc="280" dirty="0"/>
              <a:t>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7490" y="1089660"/>
            <a:ext cx="11738610" cy="5572760"/>
            <a:chOff x="237490" y="1089660"/>
            <a:chExt cx="11738610" cy="5572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5799" y="6374130"/>
              <a:ext cx="1130300" cy="2882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970" y="1129030"/>
              <a:ext cx="787400" cy="508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590" y="1089660"/>
              <a:ext cx="736600" cy="547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2000" y="1129030"/>
              <a:ext cx="570230" cy="547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7490" y="3345180"/>
              <a:ext cx="3302000" cy="32397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69410" y="1266190"/>
              <a:ext cx="5333999" cy="456311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33755" y="2564765"/>
            <a:ext cx="1887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Exercícios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71745" y="498221"/>
            <a:ext cx="4783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rebuchet MS"/>
                <a:cs typeface="Trebuchet MS"/>
              </a:rPr>
              <a:t>Crie</a:t>
            </a:r>
            <a:r>
              <a:rPr sz="3600" spc="-18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o</a:t>
            </a:r>
            <a:r>
              <a:rPr sz="3600" spc="-110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teste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20" dirty="0">
                <a:latin typeface="Trebuchet MS"/>
                <a:cs typeface="Trebuchet MS"/>
              </a:rPr>
              <a:t>de</a:t>
            </a:r>
            <a:r>
              <a:rPr sz="3600" spc="-85" dirty="0">
                <a:latin typeface="Trebuchet MS"/>
                <a:cs typeface="Trebuchet MS"/>
              </a:rPr>
              <a:t> </a:t>
            </a:r>
            <a:r>
              <a:rPr sz="3600" spc="-235" dirty="0">
                <a:latin typeface="Trebuchet MS"/>
                <a:cs typeface="Trebuchet MS"/>
              </a:rPr>
              <a:t>mesa</a:t>
            </a:r>
            <a:r>
              <a:rPr sz="3600" spc="-90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-</a:t>
            </a:r>
            <a:r>
              <a:rPr sz="3600" spc="-114" dirty="0">
                <a:latin typeface="Trebuchet MS"/>
                <a:cs typeface="Trebuchet MS"/>
              </a:rPr>
              <a:t> </a:t>
            </a:r>
            <a:r>
              <a:rPr sz="3600" spc="-25" dirty="0">
                <a:latin typeface="Trebuchet MS"/>
                <a:cs typeface="Trebuchet MS"/>
              </a:rPr>
              <a:t>03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5815" y="234315"/>
              <a:ext cx="4485640" cy="1141730"/>
            </a:xfrm>
            <a:custGeom>
              <a:avLst/>
              <a:gdLst/>
              <a:ahLst/>
              <a:cxnLst/>
              <a:rect l="l" t="t" r="r" b="b"/>
              <a:pathLst>
                <a:path w="4485640" h="1141730">
                  <a:moveTo>
                    <a:pt x="4485640" y="0"/>
                  </a:moveTo>
                  <a:lnTo>
                    <a:pt x="0" y="0"/>
                  </a:lnTo>
                  <a:lnTo>
                    <a:pt x="0" y="1141729"/>
                  </a:lnTo>
                  <a:lnTo>
                    <a:pt x="4485640" y="1141729"/>
                  </a:lnTo>
                  <a:lnTo>
                    <a:pt x="4485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05815" y="234315"/>
            <a:ext cx="4485640" cy="1141730"/>
          </a:xfrm>
          <a:custGeom>
            <a:avLst/>
            <a:gdLst/>
            <a:ahLst/>
            <a:cxnLst/>
            <a:rect l="l" t="t" r="r" b="b"/>
            <a:pathLst>
              <a:path w="4485640" h="1141730">
                <a:moveTo>
                  <a:pt x="0" y="1141729"/>
                </a:moveTo>
                <a:lnTo>
                  <a:pt x="4485640" y="1141729"/>
                </a:lnTo>
                <a:lnTo>
                  <a:pt x="4485640" y="0"/>
                </a:lnTo>
                <a:lnTo>
                  <a:pt x="0" y="0"/>
                </a:lnTo>
                <a:lnTo>
                  <a:pt x="0" y="1141729"/>
                </a:lnTo>
                <a:close/>
              </a:path>
            </a:pathLst>
          </a:custGeom>
          <a:ln w="31749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587753" y="445452"/>
            <a:ext cx="2891155" cy="66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100"/>
              </a:spcBef>
            </a:pPr>
            <a:r>
              <a:rPr spc="310" dirty="0"/>
              <a:t>PROGRAMAÇÃO</a:t>
            </a:r>
            <a:r>
              <a:rPr spc="360" dirty="0"/>
              <a:t> </a:t>
            </a:r>
            <a:r>
              <a:rPr spc="105" dirty="0"/>
              <a:t>EM</a:t>
            </a:r>
          </a:p>
          <a:p>
            <a:pPr marL="1270" algn="ctr">
              <a:lnSpc>
                <a:spcPts val="2510"/>
              </a:lnSpc>
            </a:pPr>
            <a:r>
              <a:rPr spc="280" dirty="0"/>
              <a:t>PYTHON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3581" y="636904"/>
            <a:ext cx="5117465" cy="382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7620" indent="-228600" algn="just">
              <a:lnSpc>
                <a:spcPct val="100000"/>
              </a:lnSpc>
              <a:spcBef>
                <a:spcPts val="1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Qual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objetivo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principal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teste</a:t>
            </a:r>
            <a:r>
              <a:rPr sz="1800" spc="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mesa</a:t>
            </a:r>
            <a:r>
              <a:rPr sz="1800" spc="11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na </a:t>
            </a:r>
            <a:r>
              <a:rPr sz="1800" spc="-135" dirty="0">
                <a:latin typeface="Trebuchet MS"/>
                <a:cs typeface="Trebuchet MS"/>
              </a:rPr>
              <a:t>análise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de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20" dirty="0">
                <a:latin typeface="Trebuchet MS"/>
                <a:cs typeface="Trebuchet MS"/>
              </a:rPr>
              <a:t>um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algoritmo?</a:t>
            </a:r>
            <a:endParaRPr sz="1800">
              <a:latin typeface="Trebuchet MS"/>
              <a:cs typeface="Trebuchet MS"/>
            </a:endParaRPr>
          </a:p>
          <a:p>
            <a:pPr marL="241300" marR="5715" indent="-228600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Como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teste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mesa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pode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ajudar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identificar</a:t>
            </a:r>
            <a:r>
              <a:rPr sz="1800" spc="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e </a:t>
            </a:r>
            <a:r>
              <a:rPr sz="1800" spc="-55" dirty="0">
                <a:latin typeface="Trebuchet MS"/>
                <a:cs typeface="Trebuchet MS"/>
              </a:rPr>
              <a:t>corrigir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erros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lógicos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durante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execução?</a:t>
            </a:r>
            <a:endParaRPr sz="1800">
              <a:latin typeface="Trebuchet MS"/>
              <a:cs typeface="Trebuchet MS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Trebuchet MS"/>
                <a:cs typeface="Trebuchet MS"/>
              </a:rPr>
              <a:t>Quais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informações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essenciais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devem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ser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registradas </a:t>
            </a:r>
            <a:r>
              <a:rPr sz="1800" spc="-130" dirty="0">
                <a:latin typeface="Trebuchet MS"/>
                <a:cs typeface="Trebuchet MS"/>
              </a:rPr>
              <a:t>em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50" dirty="0">
                <a:latin typeface="Trebuchet MS"/>
                <a:cs typeface="Trebuchet MS"/>
              </a:rPr>
              <a:t>cada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55" dirty="0">
                <a:latin typeface="Trebuchet MS"/>
                <a:cs typeface="Trebuchet MS"/>
              </a:rPr>
              <a:t>etapa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teste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de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mesa?</a:t>
            </a:r>
            <a:endParaRPr sz="1800">
              <a:latin typeface="Trebuchet MS"/>
              <a:cs typeface="Trebuchet MS"/>
            </a:endParaRPr>
          </a:p>
          <a:p>
            <a:pPr marL="241300" marR="6350" indent="-228600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spc="50" dirty="0">
                <a:latin typeface="Trebuchet MS"/>
                <a:cs typeface="Trebuchet MS"/>
              </a:rPr>
              <a:t>De</a:t>
            </a:r>
            <a:r>
              <a:rPr sz="1800" spc="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que</a:t>
            </a:r>
            <a:r>
              <a:rPr sz="1800" spc="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forma</a:t>
            </a:r>
            <a:r>
              <a:rPr sz="1800" spc="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teste</a:t>
            </a:r>
            <a:r>
              <a:rPr sz="1800" spc="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mesa</a:t>
            </a:r>
            <a:r>
              <a:rPr sz="1800" spc="6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contribui</a:t>
            </a:r>
            <a:r>
              <a:rPr sz="1800" spc="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</a:t>
            </a:r>
            <a:r>
              <a:rPr sz="1800" spc="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 </a:t>
            </a:r>
            <a:r>
              <a:rPr sz="1800" dirty="0">
                <a:latin typeface="Trebuchet MS"/>
                <a:cs typeface="Trebuchet MS"/>
              </a:rPr>
              <a:t>compreensão</a:t>
            </a:r>
            <a:r>
              <a:rPr sz="1800" spc="9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do</a:t>
            </a:r>
            <a:r>
              <a:rPr sz="1800" spc="95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fluxo</a:t>
            </a:r>
            <a:r>
              <a:rPr sz="1800" spc="9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0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execução</a:t>
            </a:r>
            <a:r>
              <a:rPr sz="1800" spc="9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100" dirty="0">
                <a:latin typeface="Trebuchet MS"/>
                <a:cs typeface="Trebuchet MS"/>
              </a:rPr>
              <a:t>  </a:t>
            </a:r>
            <a:r>
              <a:rPr sz="1800" spc="-25" dirty="0">
                <a:latin typeface="Trebuchet MS"/>
                <a:cs typeface="Trebuchet MS"/>
              </a:rPr>
              <a:t>um </a:t>
            </a:r>
            <a:r>
              <a:rPr sz="1800" spc="-10" dirty="0">
                <a:latin typeface="Trebuchet MS"/>
                <a:cs typeface="Trebuchet MS"/>
              </a:rPr>
              <a:t>programa?</a:t>
            </a:r>
            <a:endParaRPr sz="1800">
              <a:latin typeface="Trebuchet MS"/>
              <a:cs typeface="Trebuchet MS"/>
            </a:endParaRPr>
          </a:p>
          <a:p>
            <a:pPr marL="241300" marR="6350" indent="-228600" algn="just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Trebuchet MS"/>
                <a:cs typeface="Trebuchet MS"/>
              </a:rPr>
              <a:t>Observação:</a:t>
            </a:r>
            <a:r>
              <a:rPr sz="1800" b="1" spc="470" dirty="0">
                <a:latin typeface="Trebuchet MS"/>
                <a:cs typeface="Trebuchet MS"/>
              </a:rPr>
              <a:t>  </a:t>
            </a:r>
            <a:r>
              <a:rPr sz="1800" dirty="0">
                <a:latin typeface="Trebuchet MS"/>
                <a:cs typeface="Trebuchet MS"/>
              </a:rPr>
              <a:t>Pode</a:t>
            </a:r>
            <a:r>
              <a:rPr sz="1800" spc="190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ser</a:t>
            </a:r>
            <a:r>
              <a:rPr sz="1800" spc="185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utilizado</a:t>
            </a:r>
            <a:r>
              <a:rPr sz="1800" spc="190" dirty="0">
                <a:latin typeface="Trebuchet MS"/>
                <a:cs typeface="Trebuchet MS"/>
              </a:rPr>
              <a:t>   </a:t>
            </a:r>
            <a:r>
              <a:rPr sz="1800" dirty="0">
                <a:latin typeface="Trebuchet MS"/>
                <a:cs typeface="Trebuchet MS"/>
              </a:rPr>
              <a:t>o</a:t>
            </a:r>
            <a:r>
              <a:rPr sz="1800" spc="190" dirty="0">
                <a:latin typeface="Trebuchet MS"/>
                <a:cs typeface="Trebuchet MS"/>
              </a:rPr>
              <a:t>   </a:t>
            </a:r>
            <a:r>
              <a:rPr sz="1800" spc="-40" dirty="0">
                <a:latin typeface="Trebuchet MS"/>
                <a:cs typeface="Trebuchet MS"/>
              </a:rPr>
              <a:t>site </a:t>
            </a:r>
            <a:r>
              <a:rPr sz="1800" u="sng" spc="-13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https://sorteio.com/sorteio-</a:t>
            </a:r>
            <a:r>
              <a:rPr sz="1800" u="sng" spc="-1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de-</a:t>
            </a:r>
            <a:r>
              <a:rPr sz="18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3"/>
              </a:rPr>
              <a:t>nomes</a:t>
            </a:r>
            <a:r>
              <a:rPr sz="1800" spc="33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para</a:t>
            </a:r>
            <a:r>
              <a:rPr sz="1800" spc="3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sortear </a:t>
            </a:r>
            <a:r>
              <a:rPr sz="1800" spc="-95" dirty="0">
                <a:latin typeface="Trebuchet MS"/>
                <a:cs typeface="Trebuchet MS"/>
              </a:rPr>
              <a:t>alunos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90" dirty="0">
                <a:latin typeface="Trebuchet MS"/>
                <a:cs typeface="Trebuchet MS"/>
              </a:rPr>
              <a:t>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responderem,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se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achar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necessário.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3975" y="4965700"/>
            <a:ext cx="106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9BAEB5"/>
                </a:solidFill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0845" y="2279650"/>
            <a:ext cx="273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Questões</a:t>
            </a:r>
            <a:r>
              <a:rPr sz="24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FFFFFF"/>
                </a:solidFill>
                <a:latin typeface="Trebuchet MS"/>
                <a:cs typeface="Trebuchet MS"/>
              </a:rPr>
              <a:t>Mediadoras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3559" y="3068320"/>
            <a:ext cx="4994910" cy="280924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040379" y="1164589"/>
            <a:ext cx="2268220" cy="588010"/>
            <a:chOff x="3040379" y="1164589"/>
            <a:chExt cx="2268220" cy="58801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229"/>
              <a:ext cx="788669" cy="508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269" y="1164589"/>
              <a:ext cx="735329" cy="548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229"/>
              <a:ext cx="568960" cy="547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909" y="3568700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200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200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9625" y="443865"/>
            <a:ext cx="4494530" cy="1134110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/>
          </a:p>
          <a:p>
            <a:pPr marL="1261745">
              <a:lnSpc>
                <a:spcPct val="100000"/>
              </a:lnSpc>
            </a:pPr>
            <a:r>
              <a:rPr spc="195" dirty="0"/>
              <a:t>REFERÊNCIAS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22668" y="829309"/>
            <a:ext cx="49199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668" y="1744230"/>
            <a:ext cx="4919980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5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</a:t>
            </a:r>
            <a:r>
              <a:rPr sz="2000" spc="-1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4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5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 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4791" y="2162301"/>
            <a:ext cx="506095" cy="154305"/>
            <a:chOff x="494791" y="2162301"/>
            <a:chExt cx="506095" cy="154305"/>
          </a:xfrm>
        </p:grpSpPr>
        <p:sp>
          <p:nvSpPr>
            <p:cNvPr id="9" name="object 9"/>
            <p:cNvSpPr/>
            <p:nvPr/>
          </p:nvSpPr>
          <p:spPr>
            <a:xfrm>
              <a:off x="499871" y="2167381"/>
              <a:ext cx="495934" cy="144145"/>
            </a:xfrm>
            <a:custGeom>
              <a:avLst/>
              <a:gdLst/>
              <a:ahLst/>
              <a:cxnLst/>
              <a:rect l="l" t="t" r="r" b="b"/>
              <a:pathLst>
                <a:path w="495934" h="144144">
                  <a:moveTo>
                    <a:pt x="487070" y="99948"/>
                  </a:moveTo>
                  <a:lnTo>
                    <a:pt x="480644" y="99948"/>
                  </a:lnTo>
                  <a:lnTo>
                    <a:pt x="478142" y="101091"/>
                  </a:lnTo>
                  <a:lnTo>
                    <a:pt x="473913" y="105663"/>
                  </a:lnTo>
                  <a:lnTo>
                    <a:pt x="472859" y="108330"/>
                  </a:lnTo>
                  <a:lnTo>
                    <a:pt x="472859" y="117220"/>
                  </a:lnTo>
                  <a:lnTo>
                    <a:pt x="475932" y="121030"/>
                  </a:lnTo>
                  <a:lnTo>
                    <a:pt x="482504" y="122935"/>
                  </a:lnTo>
                  <a:lnTo>
                    <a:pt x="482061" y="122935"/>
                  </a:lnTo>
                  <a:lnTo>
                    <a:pt x="474764" y="140588"/>
                  </a:lnTo>
                  <a:lnTo>
                    <a:pt x="474764" y="143890"/>
                  </a:lnTo>
                  <a:lnTo>
                    <a:pt x="481253" y="141858"/>
                  </a:lnTo>
                  <a:lnTo>
                    <a:pt x="486346" y="138302"/>
                  </a:lnTo>
                  <a:lnTo>
                    <a:pt x="493750" y="128650"/>
                  </a:lnTo>
                  <a:lnTo>
                    <a:pt x="495604" y="122935"/>
                  </a:lnTo>
                  <a:lnTo>
                    <a:pt x="495604" y="111759"/>
                  </a:lnTo>
                  <a:lnTo>
                    <a:pt x="494474" y="107695"/>
                  </a:lnTo>
                  <a:lnTo>
                    <a:pt x="492213" y="104647"/>
                  </a:lnTo>
                  <a:lnTo>
                    <a:pt x="489966" y="101472"/>
                  </a:lnTo>
                  <a:lnTo>
                    <a:pt x="487070" y="99948"/>
                  </a:lnTo>
                  <a:close/>
                </a:path>
                <a:path w="495934" h="144144">
                  <a:moveTo>
                    <a:pt x="64300" y="888"/>
                  </a:moveTo>
                  <a:lnTo>
                    <a:pt x="52095" y="888"/>
                  </a:lnTo>
                  <a:lnTo>
                    <a:pt x="0" y="122808"/>
                  </a:lnTo>
                  <a:lnTo>
                    <a:pt x="17843" y="122808"/>
                  </a:lnTo>
                  <a:lnTo>
                    <a:pt x="32994" y="86867"/>
                  </a:lnTo>
                  <a:lnTo>
                    <a:pt x="102641" y="86867"/>
                  </a:lnTo>
                  <a:lnTo>
                    <a:pt x="95732" y="71373"/>
                  </a:lnTo>
                  <a:lnTo>
                    <a:pt x="39890" y="71373"/>
                  </a:lnTo>
                  <a:lnTo>
                    <a:pt x="58039" y="27558"/>
                  </a:lnTo>
                  <a:lnTo>
                    <a:pt x="76193" y="27558"/>
                  </a:lnTo>
                  <a:lnTo>
                    <a:pt x="64300" y="888"/>
                  </a:lnTo>
                  <a:close/>
                </a:path>
                <a:path w="495934" h="144144">
                  <a:moveTo>
                    <a:pt x="102641" y="86867"/>
                  </a:moveTo>
                  <a:lnTo>
                    <a:pt x="84734" y="86867"/>
                  </a:lnTo>
                  <a:lnTo>
                    <a:pt x="100901" y="122808"/>
                  </a:lnTo>
                  <a:lnTo>
                    <a:pt x="118668" y="122808"/>
                  </a:lnTo>
                  <a:lnTo>
                    <a:pt x="102641" y="86867"/>
                  </a:lnTo>
                  <a:close/>
                </a:path>
                <a:path w="495934" h="144144">
                  <a:moveTo>
                    <a:pt x="76193" y="27558"/>
                  </a:moveTo>
                  <a:lnTo>
                    <a:pt x="58039" y="27558"/>
                  </a:lnTo>
                  <a:lnTo>
                    <a:pt x="77597" y="71373"/>
                  </a:lnTo>
                  <a:lnTo>
                    <a:pt x="95732" y="71373"/>
                  </a:lnTo>
                  <a:lnTo>
                    <a:pt x="76193" y="27558"/>
                  </a:lnTo>
                  <a:close/>
                </a:path>
                <a:path w="495934" h="144144">
                  <a:moveTo>
                    <a:pt x="378040" y="1523"/>
                  </a:moveTo>
                  <a:lnTo>
                    <a:pt x="309270" y="1523"/>
                  </a:lnTo>
                  <a:lnTo>
                    <a:pt x="309270" y="122681"/>
                  </a:lnTo>
                  <a:lnTo>
                    <a:pt x="379679" y="122681"/>
                  </a:lnTo>
                  <a:lnTo>
                    <a:pt x="379679" y="107187"/>
                  </a:lnTo>
                  <a:lnTo>
                    <a:pt x="326644" y="107187"/>
                  </a:lnTo>
                  <a:lnTo>
                    <a:pt x="326644" y="69468"/>
                  </a:lnTo>
                  <a:lnTo>
                    <a:pt x="376300" y="69468"/>
                  </a:lnTo>
                  <a:lnTo>
                    <a:pt x="376300" y="53975"/>
                  </a:lnTo>
                  <a:lnTo>
                    <a:pt x="326644" y="53975"/>
                  </a:lnTo>
                  <a:lnTo>
                    <a:pt x="326644" y="17017"/>
                  </a:lnTo>
                  <a:lnTo>
                    <a:pt x="378040" y="17017"/>
                  </a:lnTo>
                  <a:lnTo>
                    <a:pt x="378040" y="1523"/>
                  </a:lnTo>
                  <a:close/>
                </a:path>
                <a:path w="495934" h="144144">
                  <a:moveTo>
                    <a:pt x="205435" y="1523"/>
                  </a:moveTo>
                  <a:lnTo>
                    <a:pt x="187959" y="1523"/>
                  </a:lnTo>
                  <a:lnTo>
                    <a:pt x="240220" y="123316"/>
                  </a:lnTo>
                  <a:lnTo>
                    <a:pt x="244157" y="123316"/>
                  </a:lnTo>
                  <a:lnTo>
                    <a:pt x="259558" y="86740"/>
                  </a:lnTo>
                  <a:lnTo>
                    <a:pt x="241909" y="86740"/>
                  </a:lnTo>
                  <a:lnTo>
                    <a:pt x="205435" y="1523"/>
                  </a:lnTo>
                  <a:close/>
                </a:path>
                <a:path w="495934" h="144144">
                  <a:moveTo>
                    <a:pt x="148844" y="1523"/>
                  </a:moveTo>
                  <a:lnTo>
                    <a:pt x="131470" y="1523"/>
                  </a:lnTo>
                  <a:lnTo>
                    <a:pt x="131470" y="122808"/>
                  </a:lnTo>
                  <a:lnTo>
                    <a:pt x="203441" y="122808"/>
                  </a:lnTo>
                  <a:lnTo>
                    <a:pt x="203441" y="107060"/>
                  </a:lnTo>
                  <a:lnTo>
                    <a:pt x="148844" y="107060"/>
                  </a:lnTo>
                  <a:lnTo>
                    <a:pt x="148844" y="1523"/>
                  </a:lnTo>
                  <a:close/>
                </a:path>
                <a:path w="495934" h="144144">
                  <a:moveTo>
                    <a:pt x="295440" y="1523"/>
                  </a:moveTo>
                  <a:lnTo>
                    <a:pt x="278142" y="1523"/>
                  </a:lnTo>
                  <a:lnTo>
                    <a:pt x="241909" y="86740"/>
                  </a:lnTo>
                  <a:lnTo>
                    <a:pt x="259558" y="86740"/>
                  </a:lnTo>
                  <a:lnTo>
                    <a:pt x="295440" y="1523"/>
                  </a:lnTo>
                  <a:close/>
                </a:path>
                <a:path w="495934" h="144144">
                  <a:moveTo>
                    <a:pt x="392620" y="91058"/>
                  </a:moveTo>
                  <a:lnTo>
                    <a:pt x="392620" y="113156"/>
                  </a:lnTo>
                  <a:lnTo>
                    <a:pt x="400202" y="117990"/>
                  </a:lnTo>
                  <a:lnTo>
                    <a:pt x="408184" y="121443"/>
                  </a:lnTo>
                  <a:lnTo>
                    <a:pt x="417048" y="123634"/>
                  </a:lnTo>
                  <a:lnTo>
                    <a:pt x="418080" y="123634"/>
                  </a:lnTo>
                  <a:lnTo>
                    <a:pt x="425348" y="124205"/>
                  </a:lnTo>
                  <a:lnTo>
                    <a:pt x="455669" y="108965"/>
                  </a:lnTo>
                  <a:lnTo>
                    <a:pt x="425170" y="108965"/>
                  </a:lnTo>
                  <a:lnTo>
                    <a:pt x="416205" y="107846"/>
                  </a:lnTo>
                  <a:lnTo>
                    <a:pt x="408029" y="104584"/>
                  </a:lnTo>
                  <a:lnTo>
                    <a:pt x="403374" y="101345"/>
                  </a:lnTo>
                  <a:lnTo>
                    <a:pt x="399928" y="98893"/>
                  </a:lnTo>
                  <a:lnTo>
                    <a:pt x="392620" y="91058"/>
                  </a:lnTo>
                  <a:close/>
                </a:path>
                <a:path w="495934" h="144144">
                  <a:moveTo>
                    <a:pt x="427863" y="0"/>
                  </a:moveTo>
                  <a:lnTo>
                    <a:pt x="392262" y="22225"/>
                  </a:lnTo>
                  <a:lnTo>
                    <a:pt x="392099" y="22693"/>
                  </a:lnTo>
                  <a:lnTo>
                    <a:pt x="392099" y="38607"/>
                  </a:lnTo>
                  <a:lnTo>
                    <a:pt x="393852" y="44195"/>
                  </a:lnTo>
                  <a:lnTo>
                    <a:pt x="397357" y="49021"/>
                  </a:lnTo>
                  <a:lnTo>
                    <a:pt x="400850" y="53975"/>
                  </a:lnTo>
                  <a:lnTo>
                    <a:pt x="406742" y="58927"/>
                  </a:lnTo>
                  <a:lnTo>
                    <a:pt x="428218" y="72008"/>
                  </a:lnTo>
                  <a:lnTo>
                    <a:pt x="435204" y="77033"/>
                  </a:lnTo>
                  <a:lnTo>
                    <a:pt x="440197" y="82200"/>
                  </a:lnTo>
                  <a:lnTo>
                    <a:pt x="443195" y="87510"/>
                  </a:lnTo>
                  <a:lnTo>
                    <a:pt x="444195" y="92963"/>
                  </a:lnTo>
                  <a:lnTo>
                    <a:pt x="444195" y="97535"/>
                  </a:lnTo>
                  <a:lnTo>
                    <a:pt x="442379" y="101345"/>
                  </a:lnTo>
                  <a:lnTo>
                    <a:pt x="435140" y="107441"/>
                  </a:lnTo>
                  <a:lnTo>
                    <a:pt x="430618" y="108965"/>
                  </a:lnTo>
                  <a:lnTo>
                    <a:pt x="455669" y="108965"/>
                  </a:lnTo>
                  <a:lnTo>
                    <a:pt x="458069" y="104584"/>
                  </a:lnTo>
                  <a:lnTo>
                    <a:pt x="459903" y="98345"/>
                  </a:lnTo>
                  <a:lnTo>
                    <a:pt x="460514" y="91439"/>
                  </a:lnTo>
                  <a:lnTo>
                    <a:pt x="459208" y="82200"/>
                  </a:lnTo>
                  <a:lnTo>
                    <a:pt x="459126" y="81625"/>
                  </a:lnTo>
                  <a:lnTo>
                    <a:pt x="425056" y="49783"/>
                  </a:lnTo>
                  <a:lnTo>
                    <a:pt x="419112" y="46354"/>
                  </a:lnTo>
                  <a:lnTo>
                    <a:pt x="414794" y="43052"/>
                  </a:lnTo>
                  <a:lnTo>
                    <a:pt x="409422" y="36702"/>
                  </a:lnTo>
                  <a:lnTo>
                    <a:pt x="408076" y="33273"/>
                  </a:lnTo>
                  <a:lnTo>
                    <a:pt x="408076" y="25526"/>
                  </a:lnTo>
                  <a:lnTo>
                    <a:pt x="409892" y="22225"/>
                  </a:lnTo>
                  <a:lnTo>
                    <a:pt x="417194" y="16890"/>
                  </a:lnTo>
                  <a:lnTo>
                    <a:pt x="421843" y="15620"/>
                  </a:lnTo>
                  <a:lnTo>
                    <a:pt x="455739" y="15620"/>
                  </a:lnTo>
                  <a:lnTo>
                    <a:pt x="455739" y="8508"/>
                  </a:lnTo>
                  <a:lnTo>
                    <a:pt x="449240" y="4768"/>
                  </a:lnTo>
                  <a:lnTo>
                    <a:pt x="442674" y="2206"/>
                  </a:lnTo>
                  <a:lnTo>
                    <a:pt x="442857" y="2206"/>
                  </a:lnTo>
                  <a:lnTo>
                    <a:pt x="435411" y="549"/>
                  </a:lnTo>
                  <a:lnTo>
                    <a:pt x="435641" y="549"/>
                  </a:lnTo>
                  <a:lnTo>
                    <a:pt x="427863" y="0"/>
                  </a:lnTo>
                  <a:close/>
                </a:path>
                <a:path w="495934" h="144144">
                  <a:moveTo>
                    <a:pt x="455739" y="15620"/>
                  </a:moveTo>
                  <a:lnTo>
                    <a:pt x="427520" y="15620"/>
                  </a:lnTo>
                  <a:lnTo>
                    <a:pt x="434949" y="16406"/>
                  </a:lnTo>
                  <a:lnTo>
                    <a:pt x="442129" y="18764"/>
                  </a:lnTo>
                  <a:lnTo>
                    <a:pt x="449060" y="22693"/>
                  </a:lnTo>
                  <a:lnTo>
                    <a:pt x="455739" y="28193"/>
                  </a:lnTo>
                  <a:lnTo>
                    <a:pt x="455739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791" y="2162301"/>
              <a:ext cx="505764" cy="15405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8832" y="2163826"/>
            <a:ext cx="556260" cy="133350"/>
            <a:chOff x="1068832" y="2163826"/>
            <a:chExt cx="556260" cy="133350"/>
          </a:xfrm>
        </p:grpSpPr>
        <p:sp>
          <p:nvSpPr>
            <p:cNvPr id="12" name="object 12"/>
            <p:cNvSpPr/>
            <p:nvPr/>
          </p:nvSpPr>
          <p:spPr>
            <a:xfrm>
              <a:off x="1073912" y="2168906"/>
              <a:ext cx="546100" cy="123189"/>
            </a:xfrm>
            <a:custGeom>
              <a:avLst/>
              <a:gdLst/>
              <a:ahLst/>
              <a:cxnLst/>
              <a:rect l="l" t="t" r="r" b="b"/>
              <a:pathLst>
                <a:path w="546100" h="123189">
                  <a:moveTo>
                    <a:pt x="402315" y="54610"/>
                  </a:moveTo>
                  <a:lnTo>
                    <a:pt x="383921" y="54610"/>
                  </a:lnTo>
                  <a:lnTo>
                    <a:pt x="388747" y="59436"/>
                  </a:lnTo>
                  <a:lnTo>
                    <a:pt x="388747" y="73279"/>
                  </a:lnTo>
                  <a:lnTo>
                    <a:pt x="353059" y="89662"/>
                  </a:lnTo>
                  <a:lnTo>
                    <a:pt x="347725" y="98171"/>
                  </a:lnTo>
                  <a:lnTo>
                    <a:pt x="347725" y="108712"/>
                  </a:lnTo>
                  <a:lnTo>
                    <a:pt x="349503" y="113284"/>
                  </a:lnTo>
                  <a:lnTo>
                    <a:pt x="356869" y="120650"/>
                  </a:lnTo>
                  <a:lnTo>
                    <a:pt x="361882" y="122682"/>
                  </a:lnTo>
                  <a:lnTo>
                    <a:pt x="374305" y="122682"/>
                  </a:lnTo>
                  <a:lnTo>
                    <a:pt x="381544" y="120015"/>
                  </a:lnTo>
                  <a:lnTo>
                    <a:pt x="381724" y="120015"/>
                  </a:lnTo>
                  <a:lnTo>
                    <a:pt x="388619" y="114681"/>
                  </a:lnTo>
                  <a:lnTo>
                    <a:pt x="416051" y="114681"/>
                  </a:lnTo>
                  <a:lnTo>
                    <a:pt x="416051" y="111633"/>
                  </a:lnTo>
                  <a:lnTo>
                    <a:pt x="371347" y="111633"/>
                  </a:lnTo>
                  <a:lnTo>
                    <a:pt x="368681" y="110617"/>
                  </a:lnTo>
                  <a:lnTo>
                    <a:pt x="366656" y="108712"/>
                  </a:lnTo>
                  <a:lnTo>
                    <a:pt x="364490" y="106426"/>
                  </a:lnTo>
                  <a:lnTo>
                    <a:pt x="363347" y="103759"/>
                  </a:lnTo>
                  <a:lnTo>
                    <a:pt x="363347" y="97282"/>
                  </a:lnTo>
                  <a:lnTo>
                    <a:pt x="364490" y="94488"/>
                  </a:lnTo>
                  <a:lnTo>
                    <a:pt x="366775" y="92329"/>
                  </a:lnTo>
                  <a:lnTo>
                    <a:pt x="368934" y="90170"/>
                  </a:lnTo>
                  <a:lnTo>
                    <a:pt x="372744" y="88011"/>
                  </a:lnTo>
                  <a:lnTo>
                    <a:pt x="388747" y="81788"/>
                  </a:lnTo>
                  <a:lnTo>
                    <a:pt x="404241" y="81788"/>
                  </a:lnTo>
                  <a:lnTo>
                    <a:pt x="404117" y="62110"/>
                  </a:lnTo>
                  <a:lnTo>
                    <a:pt x="404113" y="61976"/>
                  </a:lnTo>
                  <a:lnTo>
                    <a:pt x="403460" y="57943"/>
                  </a:lnTo>
                  <a:lnTo>
                    <a:pt x="403351" y="57277"/>
                  </a:lnTo>
                  <a:lnTo>
                    <a:pt x="402463" y="54864"/>
                  </a:lnTo>
                  <a:lnTo>
                    <a:pt x="402315" y="54610"/>
                  </a:lnTo>
                  <a:close/>
                </a:path>
                <a:path w="546100" h="123189">
                  <a:moveTo>
                    <a:pt x="416051" y="114681"/>
                  </a:moveTo>
                  <a:lnTo>
                    <a:pt x="388619" y="114681"/>
                  </a:lnTo>
                  <a:lnTo>
                    <a:pt x="389763" y="120015"/>
                  </a:lnTo>
                  <a:lnTo>
                    <a:pt x="393826" y="122682"/>
                  </a:lnTo>
                  <a:lnTo>
                    <a:pt x="402971" y="122682"/>
                  </a:lnTo>
                  <a:lnTo>
                    <a:pt x="405129" y="122301"/>
                  </a:lnTo>
                  <a:lnTo>
                    <a:pt x="407416" y="121412"/>
                  </a:lnTo>
                  <a:lnTo>
                    <a:pt x="409575" y="120650"/>
                  </a:lnTo>
                  <a:lnTo>
                    <a:pt x="412369" y="118999"/>
                  </a:lnTo>
                  <a:lnTo>
                    <a:pt x="416051" y="116713"/>
                  </a:lnTo>
                  <a:lnTo>
                    <a:pt x="416051" y="114681"/>
                  </a:lnTo>
                  <a:close/>
                </a:path>
                <a:path w="546100" h="123189">
                  <a:moveTo>
                    <a:pt x="404241" y="81788"/>
                  </a:moveTo>
                  <a:lnTo>
                    <a:pt x="388747" y="81788"/>
                  </a:lnTo>
                  <a:lnTo>
                    <a:pt x="388747" y="105537"/>
                  </a:lnTo>
                  <a:lnTo>
                    <a:pt x="384428" y="109601"/>
                  </a:lnTo>
                  <a:lnTo>
                    <a:pt x="379856" y="111633"/>
                  </a:lnTo>
                  <a:lnTo>
                    <a:pt x="416051" y="111633"/>
                  </a:lnTo>
                  <a:lnTo>
                    <a:pt x="416051" y="111379"/>
                  </a:lnTo>
                  <a:lnTo>
                    <a:pt x="405256" y="111379"/>
                  </a:lnTo>
                  <a:lnTo>
                    <a:pt x="404241" y="109982"/>
                  </a:lnTo>
                  <a:lnTo>
                    <a:pt x="404241" y="81788"/>
                  </a:lnTo>
                  <a:close/>
                </a:path>
                <a:path w="546100" h="123189">
                  <a:moveTo>
                    <a:pt x="416051" y="107061"/>
                  </a:moveTo>
                  <a:lnTo>
                    <a:pt x="412357" y="109601"/>
                  </a:lnTo>
                  <a:lnTo>
                    <a:pt x="411734" y="109982"/>
                  </a:lnTo>
                  <a:lnTo>
                    <a:pt x="408940" y="111379"/>
                  </a:lnTo>
                  <a:lnTo>
                    <a:pt x="416051" y="111379"/>
                  </a:lnTo>
                  <a:lnTo>
                    <a:pt x="416051" y="107061"/>
                  </a:lnTo>
                  <a:close/>
                </a:path>
                <a:path w="546100" h="123189">
                  <a:moveTo>
                    <a:pt x="384301" y="39878"/>
                  </a:moveTo>
                  <a:lnTo>
                    <a:pt x="375666" y="39878"/>
                  </a:lnTo>
                  <a:lnTo>
                    <a:pt x="367518" y="40546"/>
                  </a:lnTo>
                  <a:lnTo>
                    <a:pt x="360394" y="42560"/>
                  </a:lnTo>
                  <a:lnTo>
                    <a:pt x="354270" y="45932"/>
                  </a:lnTo>
                  <a:lnTo>
                    <a:pt x="349122" y="50673"/>
                  </a:lnTo>
                  <a:lnTo>
                    <a:pt x="349122" y="67945"/>
                  </a:lnTo>
                  <a:lnTo>
                    <a:pt x="355284" y="62110"/>
                  </a:lnTo>
                  <a:lnTo>
                    <a:pt x="361553" y="57943"/>
                  </a:lnTo>
                  <a:lnTo>
                    <a:pt x="367893" y="55443"/>
                  </a:lnTo>
                  <a:lnTo>
                    <a:pt x="374269" y="54610"/>
                  </a:lnTo>
                  <a:lnTo>
                    <a:pt x="402315" y="54610"/>
                  </a:lnTo>
                  <a:lnTo>
                    <a:pt x="399669" y="50038"/>
                  </a:lnTo>
                  <a:lnTo>
                    <a:pt x="398144" y="48133"/>
                  </a:lnTo>
                  <a:lnTo>
                    <a:pt x="391159" y="42164"/>
                  </a:lnTo>
                  <a:lnTo>
                    <a:pt x="384301" y="39878"/>
                  </a:lnTo>
                  <a:close/>
                </a:path>
                <a:path w="546100" h="123189">
                  <a:moveTo>
                    <a:pt x="330834" y="41402"/>
                  </a:moveTo>
                  <a:lnTo>
                    <a:pt x="315087" y="41402"/>
                  </a:lnTo>
                  <a:lnTo>
                    <a:pt x="315087" y="121285"/>
                  </a:lnTo>
                  <a:lnTo>
                    <a:pt x="330834" y="121285"/>
                  </a:lnTo>
                  <a:lnTo>
                    <a:pt x="330834" y="41402"/>
                  </a:lnTo>
                  <a:close/>
                </a:path>
                <a:path w="546100" h="123189">
                  <a:moveTo>
                    <a:pt x="212725" y="41402"/>
                  </a:moveTo>
                  <a:lnTo>
                    <a:pt x="196976" y="41402"/>
                  </a:lnTo>
                  <a:lnTo>
                    <a:pt x="196976" y="121285"/>
                  </a:lnTo>
                  <a:lnTo>
                    <a:pt x="212725" y="121285"/>
                  </a:lnTo>
                  <a:lnTo>
                    <a:pt x="212725" y="41402"/>
                  </a:lnTo>
                  <a:close/>
                </a:path>
                <a:path w="546100" h="123189">
                  <a:moveTo>
                    <a:pt x="445388" y="41402"/>
                  </a:moveTo>
                  <a:lnTo>
                    <a:pt x="429641" y="41402"/>
                  </a:lnTo>
                  <a:lnTo>
                    <a:pt x="429641" y="121285"/>
                  </a:lnTo>
                  <a:lnTo>
                    <a:pt x="445388" y="121285"/>
                  </a:lnTo>
                  <a:lnTo>
                    <a:pt x="445388" y="63246"/>
                  </a:lnTo>
                  <a:lnTo>
                    <a:pt x="448944" y="59436"/>
                  </a:lnTo>
                  <a:lnTo>
                    <a:pt x="452119" y="56769"/>
                  </a:lnTo>
                  <a:lnTo>
                    <a:pt x="454787" y="55372"/>
                  </a:lnTo>
                  <a:lnTo>
                    <a:pt x="457581" y="53848"/>
                  </a:lnTo>
                  <a:lnTo>
                    <a:pt x="460628" y="53086"/>
                  </a:lnTo>
                  <a:lnTo>
                    <a:pt x="491676" y="53086"/>
                  </a:lnTo>
                  <a:lnTo>
                    <a:pt x="490846" y="51943"/>
                  </a:lnTo>
                  <a:lnTo>
                    <a:pt x="445388" y="51943"/>
                  </a:lnTo>
                  <a:lnTo>
                    <a:pt x="445388" y="41402"/>
                  </a:lnTo>
                  <a:close/>
                </a:path>
                <a:path w="546100" h="123189">
                  <a:moveTo>
                    <a:pt x="491676" y="53086"/>
                  </a:moveTo>
                  <a:lnTo>
                    <a:pt x="469772" y="53086"/>
                  </a:lnTo>
                  <a:lnTo>
                    <a:pt x="473963" y="54864"/>
                  </a:lnTo>
                  <a:lnTo>
                    <a:pt x="476250" y="58293"/>
                  </a:lnTo>
                  <a:lnTo>
                    <a:pt x="478663" y="61849"/>
                  </a:lnTo>
                  <a:lnTo>
                    <a:pt x="479686" y="67310"/>
                  </a:lnTo>
                  <a:lnTo>
                    <a:pt x="479806" y="121285"/>
                  </a:lnTo>
                  <a:lnTo>
                    <a:pt x="495807" y="121285"/>
                  </a:lnTo>
                  <a:lnTo>
                    <a:pt x="495807" y="63246"/>
                  </a:lnTo>
                  <a:lnTo>
                    <a:pt x="501396" y="56769"/>
                  </a:lnTo>
                  <a:lnTo>
                    <a:pt x="506085" y="54229"/>
                  </a:lnTo>
                  <a:lnTo>
                    <a:pt x="492506" y="54229"/>
                  </a:lnTo>
                  <a:lnTo>
                    <a:pt x="491676" y="53086"/>
                  </a:lnTo>
                  <a:close/>
                </a:path>
                <a:path w="546100" h="123189">
                  <a:moveTo>
                    <a:pt x="541662" y="53467"/>
                  </a:moveTo>
                  <a:lnTo>
                    <a:pt x="519175" y="53467"/>
                  </a:lnTo>
                  <a:lnTo>
                    <a:pt x="523113" y="55118"/>
                  </a:lnTo>
                  <a:lnTo>
                    <a:pt x="525779" y="58674"/>
                  </a:lnTo>
                  <a:lnTo>
                    <a:pt x="528574" y="62230"/>
                  </a:lnTo>
                  <a:lnTo>
                    <a:pt x="529844" y="67310"/>
                  </a:lnTo>
                  <a:lnTo>
                    <a:pt x="529844" y="121285"/>
                  </a:lnTo>
                  <a:lnTo>
                    <a:pt x="545719" y="121285"/>
                  </a:lnTo>
                  <a:lnTo>
                    <a:pt x="545719" y="74168"/>
                  </a:lnTo>
                  <a:lnTo>
                    <a:pt x="545358" y="67945"/>
                  </a:lnTo>
                  <a:lnTo>
                    <a:pt x="545244" y="65976"/>
                  </a:lnTo>
                  <a:lnTo>
                    <a:pt x="543931" y="59436"/>
                  </a:lnTo>
                  <a:lnTo>
                    <a:pt x="543829" y="58927"/>
                  </a:lnTo>
                  <a:lnTo>
                    <a:pt x="541662" y="53467"/>
                  </a:lnTo>
                  <a:close/>
                </a:path>
                <a:path w="546100" h="123189">
                  <a:moveTo>
                    <a:pt x="527084" y="39878"/>
                  </a:moveTo>
                  <a:lnTo>
                    <a:pt x="518085" y="39878"/>
                  </a:lnTo>
                  <a:lnTo>
                    <a:pt x="511238" y="40780"/>
                  </a:lnTo>
                  <a:lnTo>
                    <a:pt x="511878" y="40780"/>
                  </a:lnTo>
                  <a:lnTo>
                    <a:pt x="506627" y="42910"/>
                  </a:lnTo>
                  <a:lnTo>
                    <a:pt x="505330" y="43481"/>
                  </a:lnTo>
                  <a:lnTo>
                    <a:pt x="500695" y="46682"/>
                  </a:lnTo>
                  <a:lnTo>
                    <a:pt x="498864" y="47968"/>
                  </a:lnTo>
                  <a:lnTo>
                    <a:pt x="492506" y="54229"/>
                  </a:lnTo>
                  <a:lnTo>
                    <a:pt x="506085" y="54229"/>
                  </a:lnTo>
                  <a:lnTo>
                    <a:pt x="507491" y="53467"/>
                  </a:lnTo>
                  <a:lnTo>
                    <a:pt x="541662" y="53467"/>
                  </a:lnTo>
                  <a:lnTo>
                    <a:pt x="541511" y="53086"/>
                  </a:lnTo>
                  <a:lnTo>
                    <a:pt x="538226" y="48260"/>
                  </a:lnTo>
                  <a:lnTo>
                    <a:pt x="533146" y="42545"/>
                  </a:lnTo>
                  <a:lnTo>
                    <a:pt x="527084" y="39878"/>
                  </a:lnTo>
                  <a:close/>
                </a:path>
                <a:path w="546100" h="123189">
                  <a:moveTo>
                    <a:pt x="469010" y="39878"/>
                  </a:moveTo>
                  <a:lnTo>
                    <a:pt x="462080" y="40780"/>
                  </a:lnTo>
                  <a:lnTo>
                    <a:pt x="462807" y="40780"/>
                  </a:lnTo>
                  <a:lnTo>
                    <a:pt x="457295" y="42910"/>
                  </a:lnTo>
                  <a:lnTo>
                    <a:pt x="451365" y="46682"/>
                  </a:lnTo>
                  <a:lnTo>
                    <a:pt x="445388" y="51943"/>
                  </a:lnTo>
                  <a:lnTo>
                    <a:pt x="490846" y="51943"/>
                  </a:lnTo>
                  <a:lnTo>
                    <a:pt x="487959" y="47968"/>
                  </a:lnTo>
                  <a:lnTo>
                    <a:pt x="482520" y="43481"/>
                  </a:lnTo>
                  <a:lnTo>
                    <a:pt x="476200" y="40780"/>
                  </a:lnTo>
                  <a:lnTo>
                    <a:pt x="469010" y="39878"/>
                  </a:lnTo>
                  <a:close/>
                </a:path>
                <a:path w="546100" h="123189">
                  <a:moveTo>
                    <a:pt x="325500" y="7874"/>
                  </a:moveTo>
                  <a:lnTo>
                    <a:pt x="320421" y="7874"/>
                  </a:lnTo>
                  <a:lnTo>
                    <a:pt x="318262" y="8763"/>
                  </a:lnTo>
                  <a:lnTo>
                    <a:pt x="316484" y="10668"/>
                  </a:lnTo>
                  <a:lnTo>
                    <a:pt x="314578" y="12573"/>
                  </a:lnTo>
                  <a:lnTo>
                    <a:pt x="313794" y="14478"/>
                  </a:lnTo>
                  <a:lnTo>
                    <a:pt x="313739" y="19685"/>
                  </a:lnTo>
                  <a:lnTo>
                    <a:pt x="314578" y="21844"/>
                  </a:lnTo>
                  <a:lnTo>
                    <a:pt x="316602" y="23749"/>
                  </a:lnTo>
                  <a:lnTo>
                    <a:pt x="318262" y="25527"/>
                  </a:lnTo>
                  <a:lnTo>
                    <a:pt x="320421" y="26543"/>
                  </a:lnTo>
                  <a:lnTo>
                    <a:pt x="325500" y="26543"/>
                  </a:lnTo>
                  <a:lnTo>
                    <a:pt x="327659" y="25527"/>
                  </a:lnTo>
                  <a:lnTo>
                    <a:pt x="329565" y="23749"/>
                  </a:lnTo>
                  <a:lnTo>
                    <a:pt x="331469" y="21844"/>
                  </a:lnTo>
                  <a:lnTo>
                    <a:pt x="332359" y="19685"/>
                  </a:lnTo>
                  <a:lnTo>
                    <a:pt x="332359" y="14478"/>
                  </a:lnTo>
                  <a:lnTo>
                    <a:pt x="331574" y="12573"/>
                  </a:lnTo>
                  <a:lnTo>
                    <a:pt x="331469" y="12319"/>
                  </a:lnTo>
                  <a:lnTo>
                    <a:pt x="327659" y="8763"/>
                  </a:lnTo>
                  <a:lnTo>
                    <a:pt x="325500" y="7874"/>
                  </a:lnTo>
                  <a:close/>
                </a:path>
                <a:path w="546100" h="123189">
                  <a:moveTo>
                    <a:pt x="207390" y="7874"/>
                  </a:moveTo>
                  <a:lnTo>
                    <a:pt x="202310" y="7874"/>
                  </a:lnTo>
                  <a:lnTo>
                    <a:pt x="200151" y="8763"/>
                  </a:lnTo>
                  <a:lnTo>
                    <a:pt x="198374" y="10668"/>
                  </a:lnTo>
                  <a:lnTo>
                    <a:pt x="196469" y="12573"/>
                  </a:lnTo>
                  <a:lnTo>
                    <a:pt x="195684" y="14478"/>
                  </a:lnTo>
                  <a:lnTo>
                    <a:pt x="195629" y="19685"/>
                  </a:lnTo>
                  <a:lnTo>
                    <a:pt x="196469" y="21844"/>
                  </a:lnTo>
                  <a:lnTo>
                    <a:pt x="198492" y="23749"/>
                  </a:lnTo>
                  <a:lnTo>
                    <a:pt x="200151" y="25527"/>
                  </a:lnTo>
                  <a:lnTo>
                    <a:pt x="202310" y="26543"/>
                  </a:lnTo>
                  <a:lnTo>
                    <a:pt x="207390" y="26543"/>
                  </a:lnTo>
                  <a:lnTo>
                    <a:pt x="209550" y="25527"/>
                  </a:lnTo>
                  <a:lnTo>
                    <a:pt x="211454" y="23749"/>
                  </a:lnTo>
                  <a:lnTo>
                    <a:pt x="213359" y="21844"/>
                  </a:lnTo>
                  <a:lnTo>
                    <a:pt x="214249" y="19685"/>
                  </a:lnTo>
                  <a:lnTo>
                    <a:pt x="214249" y="14478"/>
                  </a:lnTo>
                  <a:lnTo>
                    <a:pt x="213464" y="12573"/>
                  </a:lnTo>
                  <a:lnTo>
                    <a:pt x="213359" y="12319"/>
                  </a:lnTo>
                  <a:lnTo>
                    <a:pt x="209550" y="8763"/>
                  </a:lnTo>
                  <a:lnTo>
                    <a:pt x="207390" y="7874"/>
                  </a:lnTo>
                  <a:close/>
                </a:path>
                <a:path w="546100" h="123189">
                  <a:moveTo>
                    <a:pt x="291465" y="0"/>
                  </a:moveTo>
                  <a:lnTo>
                    <a:pt x="275716" y="0"/>
                  </a:lnTo>
                  <a:lnTo>
                    <a:pt x="275716" y="121285"/>
                  </a:lnTo>
                  <a:lnTo>
                    <a:pt x="291465" y="121285"/>
                  </a:lnTo>
                  <a:lnTo>
                    <a:pt x="291465" y="0"/>
                  </a:lnTo>
                  <a:close/>
                </a:path>
                <a:path w="546100" h="123189">
                  <a:moveTo>
                    <a:pt x="252094" y="0"/>
                  </a:moveTo>
                  <a:lnTo>
                    <a:pt x="236347" y="0"/>
                  </a:lnTo>
                  <a:lnTo>
                    <a:pt x="236347" y="121285"/>
                  </a:lnTo>
                  <a:lnTo>
                    <a:pt x="252094" y="121285"/>
                  </a:lnTo>
                  <a:lnTo>
                    <a:pt x="252094" y="0"/>
                  </a:lnTo>
                  <a:close/>
                </a:path>
                <a:path w="546100" h="123189">
                  <a:moveTo>
                    <a:pt x="17487" y="0"/>
                  </a:moveTo>
                  <a:lnTo>
                    <a:pt x="0" y="0"/>
                  </a:lnTo>
                  <a:lnTo>
                    <a:pt x="48882" y="121793"/>
                  </a:lnTo>
                  <a:lnTo>
                    <a:pt x="52603" y="121793"/>
                  </a:lnTo>
                  <a:lnTo>
                    <a:pt x="68145" y="83566"/>
                  </a:lnTo>
                  <a:lnTo>
                    <a:pt x="50914" y="83566"/>
                  </a:lnTo>
                  <a:lnTo>
                    <a:pt x="17487" y="0"/>
                  </a:lnTo>
                  <a:close/>
                </a:path>
                <a:path w="546100" h="123189">
                  <a:moveTo>
                    <a:pt x="110380" y="23241"/>
                  </a:moveTo>
                  <a:lnTo>
                    <a:pt x="92671" y="23241"/>
                  </a:lnTo>
                  <a:lnTo>
                    <a:pt x="132334" y="121793"/>
                  </a:lnTo>
                  <a:lnTo>
                    <a:pt x="136144" y="121793"/>
                  </a:lnTo>
                  <a:lnTo>
                    <a:pt x="151534" y="83566"/>
                  </a:lnTo>
                  <a:lnTo>
                    <a:pt x="134785" y="83566"/>
                  </a:lnTo>
                  <a:lnTo>
                    <a:pt x="110380" y="23241"/>
                  </a:lnTo>
                  <a:close/>
                </a:path>
                <a:path w="546100" h="123189">
                  <a:moveTo>
                    <a:pt x="100977" y="0"/>
                  </a:moveTo>
                  <a:lnTo>
                    <a:pt x="84556" y="0"/>
                  </a:lnTo>
                  <a:lnTo>
                    <a:pt x="50914" y="83566"/>
                  </a:lnTo>
                  <a:lnTo>
                    <a:pt x="68145" y="83566"/>
                  </a:lnTo>
                  <a:lnTo>
                    <a:pt x="92671" y="23241"/>
                  </a:lnTo>
                  <a:lnTo>
                    <a:pt x="110380" y="23241"/>
                  </a:lnTo>
                  <a:lnTo>
                    <a:pt x="100977" y="0"/>
                  </a:lnTo>
                  <a:close/>
                </a:path>
                <a:path w="546100" h="123189">
                  <a:moveTo>
                    <a:pt x="185178" y="0"/>
                  </a:moveTo>
                  <a:lnTo>
                    <a:pt x="167855" y="0"/>
                  </a:lnTo>
                  <a:lnTo>
                    <a:pt x="134785" y="83566"/>
                  </a:lnTo>
                  <a:lnTo>
                    <a:pt x="151534" y="83566"/>
                  </a:lnTo>
                  <a:lnTo>
                    <a:pt x="185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3912" y="2168906"/>
              <a:ext cx="546100" cy="123189"/>
            </a:xfrm>
            <a:custGeom>
              <a:avLst/>
              <a:gdLst/>
              <a:ahLst/>
              <a:cxnLst/>
              <a:rect l="l" t="t" r="r" b="b"/>
              <a:pathLst>
                <a:path w="546100" h="123189">
                  <a:moveTo>
                    <a:pt x="388747" y="81788"/>
                  </a:moveTo>
                  <a:lnTo>
                    <a:pt x="378206" y="85852"/>
                  </a:lnTo>
                  <a:lnTo>
                    <a:pt x="372744" y="88011"/>
                  </a:lnTo>
                  <a:lnTo>
                    <a:pt x="368934" y="90170"/>
                  </a:lnTo>
                  <a:lnTo>
                    <a:pt x="366775" y="92329"/>
                  </a:lnTo>
                  <a:lnTo>
                    <a:pt x="364490" y="94488"/>
                  </a:lnTo>
                  <a:lnTo>
                    <a:pt x="363347" y="97282"/>
                  </a:lnTo>
                  <a:lnTo>
                    <a:pt x="363347" y="100457"/>
                  </a:lnTo>
                  <a:lnTo>
                    <a:pt x="363347" y="103759"/>
                  </a:lnTo>
                  <a:lnTo>
                    <a:pt x="364490" y="106426"/>
                  </a:lnTo>
                  <a:lnTo>
                    <a:pt x="366522" y="108585"/>
                  </a:lnTo>
                  <a:lnTo>
                    <a:pt x="368681" y="110617"/>
                  </a:lnTo>
                  <a:lnTo>
                    <a:pt x="371347" y="111633"/>
                  </a:lnTo>
                  <a:lnTo>
                    <a:pt x="374776" y="111633"/>
                  </a:lnTo>
                  <a:lnTo>
                    <a:pt x="379856" y="111633"/>
                  </a:lnTo>
                  <a:lnTo>
                    <a:pt x="384428" y="109601"/>
                  </a:lnTo>
                  <a:lnTo>
                    <a:pt x="388747" y="105537"/>
                  </a:lnTo>
                  <a:lnTo>
                    <a:pt x="388747" y="81788"/>
                  </a:lnTo>
                  <a:close/>
                </a:path>
                <a:path w="546100" h="123189">
                  <a:moveTo>
                    <a:pt x="315087" y="41402"/>
                  </a:moveTo>
                  <a:lnTo>
                    <a:pt x="330834" y="41402"/>
                  </a:lnTo>
                  <a:lnTo>
                    <a:pt x="330834" y="121285"/>
                  </a:lnTo>
                  <a:lnTo>
                    <a:pt x="315087" y="121285"/>
                  </a:lnTo>
                  <a:lnTo>
                    <a:pt x="315087" y="41402"/>
                  </a:lnTo>
                  <a:close/>
                </a:path>
                <a:path w="546100" h="123189">
                  <a:moveTo>
                    <a:pt x="196976" y="41402"/>
                  </a:moveTo>
                  <a:lnTo>
                    <a:pt x="212725" y="41402"/>
                  </a:lnTo>
                  <a:lnTo>
                    <a:pt x="212725" y="121285"/>
                  </a:lnTo>
                  <a:lnTo>
                    <a:pt x="196976" y="121285"/>
                  </a:lnTo>
                  <a:lnTo>
                    <a:pt x="196976" y="41402"/>
                  </a:lnTo>
                  <a:close/>
                </a:path>
                <a:path w="546100" h="123189">
                  <a:moveTo>
                    <a:pt x="375666" y="39878"/>
                  </a:moveTo>
                  <a:lnTo>
                    <a:pt x="384301" y="39878"/>
                  </a:lnTo>
                  <a:lnTo>
                    <a:pt x="391159" y="42164"/>
                  </a:lnTo>
                  <a:lnTo>
                    <a:pt x="396366" y="46609"/>
                  </a:lnTo>
                  <a:lnTo>
                    <a:pt x="398144" y="48133"/>
                  </a:lnTo>
                  <a:lnTo>
                    <a:pt x="399669" y="50038"/>
                  </a:lnTo>
                  <a:lnTo>
                    <a:pt x="401066" y="52451"/>
                  </a:lnTo>
                  <a:lnTo>
                    <a:pt x="402463" y="54864"/>
                  </a:lnTo>
                  <a:lnTo>
                    <a:pt x="403351" y="57277"/>
                  </a:lnTo>
                  <a:lnTo>
                    <a:pt x="403732" y="59563"/>
                  </a:lnTo>
                  <a:lnTo>
                    <a:pt x="404113" y="61976"/>
                  </a:lnTo>
                  <a:lnTo>
                    <a:pt x="404241" y="66548"/>
                  </a:lnTo>
                  <a:lnTo>
                    <a:pt x="404241" y="73279"/>
                  </a:lnTo>
                  <a:lnTo>
                    <a:pt x="404241" y="107188"/>
                  </a:lnTo>
                  <a:lnTo>
                    <a:pt x="404241" y="109982"/>
                  </a:lnTo>
                  <a:lnTo>
                    <a:pt x="405256" y="111379"/>
                  </a:lnTo>
                  <a:lnTo>
                    <a:pt x="407034" y="111379"/>
                  </a:lnTo>
                  <a:lnTo>
                    <a:pt x="408940" y="111379"/>
                  </a:lnTo>
                  <a:lnTo>
                    <a:pt x="411988" y="109855"/>
                  </a:lnTo>
                  <a:lnTo>
                    <a:pt x="416051" y="107061"/>
                  </a:lnTo>
                  <a:lnTo>
                    <a:pt x="416051" y="116713"/>
                  </a:lnTo>
                  <a:lnTo>
                    <a:pt x="412369" y="118999"/>
                  </a:lnTo>
                  <a:lnTo>
                    <a:pt x="409575" y="120650"/>
                  </a:lnTo>
                  <a:lnTo>
                    <a:pt x="407416" y="121412"/>
                  </a:lnTo>
                  <a:lnTo>
                    <a:pt x="405129" y="122301"/>
                  </a:lnTo>
                  <a:lnTo>
                    <a:pt x="402971" y="122682"/>
                  </a:lnTo>
                  <a:lnTo>
                    <a:pt x="400557" y="122682"/>
                  </a:lnTo>
                  <a:lnTo>
                    <a:pt x="393826" y="122682"/>
                  </a:lnTo>
                  <a:lnTo>
                    <a:pt x="389763" y="120015"/>
                  </a:lnTo>
                  <a:lnTo>
                    <a:pt x="388619" y="114681"/>
                  </a:lnTo>
                  <a:lnTo>
                    <a:pt x="381888" y="119888"/>
                  </a:lnTo>
                  <a:lnTo>
                    <a:pt x="374650" y="122555"/>
                  </a:lnTo>
                  <a:lnTo>
                    <a:pt x="367156" y="122555"/>
                  </a:lnTo>
                  <a:lnTo>
                    <a:pt x="361569" y="122555"/>
                  </a:lnTo>
                  <a:lnTo>
                    <a:pt x="356869" y="120650"/>
                  </a:lnTo>
                  <a:lnTo>
                    <a:pt x="353187" y="116967"/>
                  </a:lnTo>
                  <a:lnTo>
                    <a:pt x="349503" y="113284"/>
                  </a:lnTo>
                  <a:lnTo>
                    <a:pt x="347725" y="108712"/>
                  </a:lnTo>
                  <a:lnTo>
                    <a:pt x="347725" y="103124"/>
                  </a:lnTo>
                  <a:lnTo>
                    <a:pt x="347725" y="98171"/>
                  </a:lnTo>
                  <a:lnTo>
                    <a:pt x="368553" y="80264"/>
                  </a:lnTo>
                  <a:lnTo>
                    <a:pt x="388747" y="73279"/>
                  </a:lnTo>
                  <a:lnTo>
                    <a:pt x="388747" y="69088"/>
                  </a:lnTo>
                  <a:lnTo>
                    <a:pt x="388747" y="59436"/>
                  </a:lnTo>
                  <a:lnTo>
                    <a:pt x="383921" y="54610"/>
                  </a:lnTo>
                  <a:lnTo>
                    <a:pt x="374269" y="54610"/>
                  </a:lnTo>
                  <a:lnTo>
                    <a:pt x="367893" y="55443"/>
                  </a:lnTo>
                  <a:lnTo>
                    <a:pt x="361553" y="57943"/>
                  </a:lnTo>
                  <a:lnTo>
                    <a:pt x="355284" y="62110"/>
                  </a:lnTo>
                  <a:lnTo>
                    <a:pt x="349122" y="67945"/>
                  </a:lnTo>
                  <a:lnTo>
                    <a:pt x="349122" y="50673"/>
                  </a:lnTo>
                  <a:lnTo>
                    <a:pt x="354270" y="45932"/>
                  </a:lnTo>
                  <a:lnTo>
                    <a:pt x="360394" y="42560"/>
                  </a:lnTo>
                  <a:lnTo>
                    <a:pt x="367518" y="40546"/>
                  </a:lnTo>
                  <a:lnTo>
                    <a:pt x="375666" y="39878"/>
                  </a:lnTo>
                  <a:close/>
                </a:path>
                <a:path w="546100" h="123189">
                  <a:moveTo>
                    <a:pt x="519049" y="39751"/>
                  </a:moveTo>
                  <a:lnTo>
                    <a:pt x="526796" y="39751"/>
                  </a:lnTo>
                  <a:lnTo>
                    <a:pt x="533146" y="42545"/>
                  </a:lnTo>
                  <a:lnTo>
                    <a:pt x="545719" y="74168"/>
                  </a:lnTo>
                  <a:lnTo>
                    <a:pt x="545719" y="121285"/>
                  </a:lnTo>
                  <a:lnTo>
                    <a:pt x="529844" y="121285"/>
                  </a:lnTo>
                  <a:lnTo>
                    <a:pt x="529844" y="74041"/>
                  </a:lnTo>
                  <a:lnTo>
                    <a:pt x="529844" y="67310"/>
                  </a:lnTo>
                  <a:lnTo>
                    <a:pt x="528574" y="62230"/>
                  </a:lnTo>
                  <a:lnTo>
                    <a:pt x="525779" y="58674"/>
                  </a:lnTo>
                  <a:lnTo>
                    <a:pt x="523113" y="55118"/>
                  </a:lnTo>
                  <a:lnTo>
                    <a:pt x="519175" y="53467"/>
                  </a:lnTo>
                  <a:lnTo>
                    <a:pt x="514096" y="53467"/>
                  </a:lnTo>
                  <a:lnTo>
                    <a:pt x="507491" y="53467"/>
                  </a:lnTo>
                  <a:lnTo>
                    <a:pt x="501396" y="56769"/>
                  </a:lnTo>
                  <a:lnTo>
                    <a:pt x="495807" y="63246"/>
                  </a:lnTo>
                  <a:lnTo>
                    <a:pt x="495807" y="121285"/>
                  </a:lnTo>
                  <a:lnTo>
                    <a:pt x="479806" y="121285"/>
                  </a:lnTo>
                  <a:lnTo>
                    <a:pt x="479806" y="76835"/>
                  </a:lnTo>
                  <a:lnTo>
                    <a:pt x="479806" y="67945"/>
                  </a:lnTo>
                  <a:lnTo>
                    <a:pt x="478663" y="61849"/>
                  </a:lnTo>
                  <a:lnTo>
                    <a:pt x="476250" y="58293"/>
                  </a:lnTo>
                  <a:lnTo>
                    <a:pt x="473963" y="54864"/>
                  </a:lnTo>
                  <a:lnTo>
                    <a:pt x="469772" y="53086"/>
                  </a:lnTo>
                  <a:lnTo>
                    <a:pt x="463931" y="53086"/>
                  </a:lnTo>
                  <a:lnTo>
                    <a:pt x="460628" y="53086"/>
                  </a:lnTo>
                  <a:lnTo>
                    <a:pt x="457581" y="53848"/>
                  </a:lnTo>
                  <a:lnTo>
                    <a:pt x="454787" y="55372"/>
                  </a:lnTo>
                  <a:lnTo>
                    <a:pt x="452119" y="56769"/>
                  </a:lnTo>
                  <a:lnTo>
                    <a:pt x="448944" y="59436"/>
                  </a:lnTo>
                  <a:lnTo>
                    <a:pt x="445388" y="63246"/>
                  </a:lnTo>
                  <a:lnTo>
                    <a:pt x="445388" y="121285"/>
                  </a:lnTo>
                  <a:lnTo>
                    <a:pt x="429641" y="121285"/>
                  </a:lnTo>
                  <a:lnTo>
                    <a:pt x="429641" y="41402"/>
                  </a:lnTo>
                  <a:lnTo>
                    <a:pt x="445388" y="41402"/>
                  </a:lnTo>
                  <a:lnTo>
                    <a:pt x="445388" y="51943"/>
                  </a:lnTo>
                  <a:lnTo>
                    <a:pt x="451365" y="46682"/>
                  </a:lnTo>
                  <a:lnTo>
                    <a:pt x="457295" y="42910"/>
                  </a:lnTo>
                  <a:lnTo>
                    <a:pt x="463176" y="40638"/>
                  </a:lnTo>
                  <a:lnTo>
                    <a:pt x="469010" y="39878"/>
                  </a:lnTo>
                  <a:lnTo>
                    <a:pt x="476200" y="40780"/>
                  </a:lnTo>
                  <a:lnTo>
                    <a:pt x="482520" y="43481"/>
                  </a:lnTo>
                  <a:lnTo>
                    <a:pt x="487959" y="47968"/>
                  </a:lnTo>
                  <a:lnTo>
                    <a:pt x="492506" y="54229"/>
                  </a:lnTo>
                  <a:lnTo>
                    <a:pt x="498939" y="47894"/>
                  </a:lnTo>
                  <a:lnTo>
                    <a:pt x="505491" y="43370"/>
                  </a:lnTo>
                  <a:lnTo>
                    <a:pt x="512187" y="40655"/>
                  </a:lnTo>
                  <a:lnTo>
                    <a:pt x="519049" y="39751"/>
                  </a:lnTo>
                  <a:close/>
                </a:path>
                <a:path w="546100" h="123189">
                  <a:moveTo>
                    <a:pt x="322834" y="7874"/>
                  </a:moveTo>
                  <a:lnTo>
                    <a:pt x="325500" y="7874"/>
                  </a:lnTo>
                  <a:lnTo>
                    <a:pt x="327659" y="8763"/>
                  </a:lnTo>
                  <a:lnTo>
                    <a:pt x="329565" y="10541"/>
                  </a:lnTo>
                  <a:lnTo>
                    <a:pt x="331469" y="12319"/>
                  </a:lnTo>
                  <a:lnTo>
                    <a:pt x="332359" y="14478"/>
                  </a:lnTo>
                  <a:lnTo>
                    <a:pt x="332359" y="17145"/>
                  </a:lnTo>
                  <a:lnTo>
                    <a:pt x="332359" y="19685"/>
                  </a:lnTo>
                  <a:lnTo>
                    <a:pt x="331469" y="21844"/>
                  </a:lnTo>
                  <a:lnTo>
                    <a:pt x="329565" y="23749"/>
                  </a:lnTo>
                  <a:lnTo>
                    <a:pt x="327659" y="25527"/>
                  </a:lnTo>
                  <a:lnTo>
                    <a:pt x="325500" y="26543"/>
                  </a:lnTo>
                  <a:lnTo>
                    <a:pt x="322834" y="26543"/>
                  </a:lnTo>
                  <a:lnTo>
                    <a:pt x="320421" y="26543"/>
                  </a:lnTo>
                  <a:lnTo>
                    <a:pt x="318262" y="25527"/>
                  </a:lnTo>
                  <a:lnTo>
                    <a:pt x="316484" y="23622"/>
                  </a:lnTo>
                  <a:lnTo>
                    <a:pt x="314578" y="21844"/>
                  </a:lnTo>
                  <a:lnTo>
                    <a:pt x="313690" y="19558"/>
                  </a:lnTo>
                  <a:lnTo>
                    <a:pt x="313690" y="17145"/>
                  </a:lnTo>
                  <a:lnTo>
                    <a:pt x="313690" y="14732"/>
                  </a:lnTo>
                  <a:lnTo>
                    <a:pt x="314578" y="12573"/>
                  </a:lnTo>
                  <a:lnTo>
                    <a:pt x="316484" y="10668"/>
                  </a:lnTo>
                  <a:lnTo>
                    <a:pt x="318262" y="8763"/>
                  </a:lnTo>
                  <a:lnTo>
                    <a:pt x="320421" y="7874"/>
                  </a:lnTo>
                  <a:lnTo>
                    <a:pt x="322834" y="7874"/>
                  </a:lnTo>
                  <a:close/>
                </a:path>
                <a:path w="546100" h="123189">
                  <a:moveTo>
                    <a:pt x="204724" y="7874"/>
                  </a:moveTo>
                  <a:lnTo>
                    <a:pt x="207390" y="7874"/>
                  </a:lnTo>
                  <a:lnTo>
                    <a:pt x="209550" y="8763"/>
                  </a:lnTo>
                  <a:lnTo>
                    <a:pt x="211454" y="10541"/>
                  </a:lnTo>
                  <a:lnTo>
                    <a:pt x="213359" y="12319"/>
                  </a:lnTo>
                  <a:lnTo>
                    <a:pt x="214249" y="14478"/>
                  </a:lnTo>
                  <a:lnTo>
                    <a:pt x="214249" y="17145"/>
                  </a:lnTo>
                  <a:lnTo>
                    <a:pt x="214249" y="19685"/>
                  </a:lnTo>
                  <a:lnTo>
                    <a:pt x="213359" y="21844"/>
                  </a:lnTo>
                  <a:lnTo>
                    <a:pt x="211454" y="23749"/>
                  </a:lnTo>
                  <a:lnTo>
                    <a:pt x="209550" y="25527"/>
                  </a:lnTo>
                  <a:lnTo>
                    <a:pt x="207390" y="26543"/>
                  </a:lnTo>
                  <a:lnTo>
                    <a:pt x="204724" y="26543"/>
                  </a:lnTo>
                  <a:lnTo>
                    <a:pt x="202310" y="26543"/>
                  </a:lnTo>
                  <a:lnTo>
                    <a:pt x="200151" y="25527"/>
                  </a:lnTo>
                  <a:lnTo>
                    <a:pt x="198374" y="23622"/>
                  </a:lnTo>
                  <a:lnTo>
                    <a:pt x="196469" y="21844"/>
                  </a:lnTo>
                  <a:lnTo>
                    <a:pt x="195579" y="19558"/>
                  </a:lnTo>
                  <a:lnTo>
                    <a:pt x="195579" y="17145"/>
                  </a:lnTo>
                  <a:lnTo>
                    <a:pt x="195579" y="14732"/>
                  </a:lnTo>
                  <a:lnTo>
                    <a:pt x="196469" y="12573"/>
                  </a:lnTo>
                  <a:lnTo>
                    <a:pt x="198374" y="10668"/>
                  </a:lnTo>
                  <a:lnTo>
                    <a:pt x="200151" y="8763"/>
                  </a:lnTo>
                  <a:lnTo>
                    <a:pt x="202310" y="7874"/>
                  </a:lnTo>
                  <a:lnTo>
                    <a:pt x="204724" y="7874"/>
                  </a:lnTo>
                  <a:close/>
                </a:path>
                <a:path w="546100" h="123189">
                  <a:moveTo>
                    <a:pt x="275716" y="0"/>
                  </a:moveTo>
                  <a:lnTo>
                    <a:pt x="291465" y="0"/>
                  </a:lnTo>
                  <a:lnTo>
                    <a:pt x="291465" y="121285"/>
                  </a:lnTo>
                  <a:lnTo>
                    <a:pt x="275716" y="121285"/>
                  </a:lnTo>
                  <a:lnTo>
                    <a:pt x="275716" y="0"/>
                  </a:lnTo>
                  <a:close/>
                </a:path>
                <a:path w="546100" h="123189">
                  <a:moveTo>
                    <a:pt x="236347" y="0"/>
                  </a:moveTo>
                  <a:lnTo>
                    <a:pt x="252094" y="0"/>
                  </a:lnTo>
                  <a:lnTo>
                    <a:pt x="252094" y="121285"/>
                  </a:lnTo>
                  <a:lnTo>
                    <a:pt x="236347" y="121285"/>
                  </a:lnTo>
                  <a:lnTo>
                    <a:pt x="236347" y="0"/>
                  </a:lnTo>
                  <a:close/>
                </a:path>
                <a:path w="546100" h="123189">
                  <a:moveTo>
                    <a:pt x="0" y="0"/>
                  </a:moveTo>
                  <a:lnTo>
                    <a:pt x="17487" y="0"/>
                  </a:lnTo>
                  <a:lnTo>
                    <a:pt x="50914" y="83566"/>
                  </a:lnTo>
                  <a:lnTo>
                    <a:pt x="84556" y="0"/>
                  </a:lnTo>
                  <a:lnTo>
                    <a:pt x="100977" y="0"/>
                  </a:lnTo>
                  <a:lnTo>
                    <a:pt x="134785" y="83566"/>
                  </a:lnTo>
                  <a:lnTo>
                    <a:pt x="167855" y="0"/>
                  </a:lnTo>
                  <a:lnTo>
                    <a:pt x="185178" y="0"/>
                  </a:lnTo>
                  <a:lnTo>
                    <a:pt x="136144" y="121793"/>
                  </a:lnTo>
                  <a:lnTo>
                    <a:pt x="132334" y="121793"/>
                  </a:lnTo>
                  <a:lnTo>
                    <a:pt x="92671" y="23241"/>
                  </a:lnTo>
                  <a:lnTo>
                    <a:pt x="52603" y="121793"/>
                  </a:lnTo>
                  <a:lnTo>
                    <a:pt x="48882" y="121793"/>
                  </a:lnTo>
                  <a:lnTo>
                    <a:pt x="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3898" y="2163698"/>
            <a:ext cx="535686" cy="13296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0736" y="2161920"/>
            <a:ext cx="449706" cy="17411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7439" y="2163826"/>
            <a:ext cx="171831" cy="13271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1472" y="2163826"/>
            <a:ext cx="932560" cy="17221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3948" y="2163826"/>
            <a:ext cx="173100" cy="13271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5822" y="2163826"/>
            <a:ext cx="1067307" cy="17221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330" y="2162301"/>
            <a:ext cx="252221" cy="13436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199" y="2463419"/>
            <a:ext cx="420916" cy="13296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2985" y="2428620"/>
            <a:ext cx="806538" cy="18745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4791" y="2887217"/>
            <a:ext cx="898144" cy="154304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514602" y="2888360"/>
            <a:ext cx="290830" cy="133985"/>
            <a:chOff x="1514602" y="2888360"/>
            <a:chExt cx="290830" cy="133985"/>
          </a:xfrm>
        </p:grpSpPr>
        <p:sp>
          <p:nvSpPr>
            <p:cNvPr id="25" name="object 25"/>
            <p:cNvSpPr/>
            <p:nvPr/>
          </p:nvSpPr>
          <p:spPr>
            <a:xfrm>
              <a:off x="1519682" y="2893440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80162" y="115316"/>
                  </a:moveTo>
                  <a:lnTo>
                    <a:pt x="252730" y="115316"/>
                  </a:lnTo>
                  <a:lnTo>
                    <a:pt x="253873" y="120650"/>
                  </a:lnTo>
                  <a:lnTo>
                    <a:pt x="257937" y="123317"/>
                  </a:lnTo>
                  <a:lnTo>
                    <a:pt x="267081" y="123317"/>
                  </a:lnTo>
                  <a:lnTo>
                    <a:pt x="269240" y="122936"/>
                  </a:lnTo>
                  <a:lnTo>
                    <a:pt x="271525" y="122047"/>
                  </a:lnTo>
                  <a:lnTo>
                    <a:pt x="273685" y="121285"/>
                  </a:lnTo>
                  <a:lnTo>
                    <a:pt x="276479" y="119634"/>
                  </a:lnTo>
                  <a:lnTo>
                    <a:pt x="280162" y="117348"/>
                  </a:lnTo>
                  <a:lnTo>
                    <a:pt x="280162" y="115316"/>
                  </a:lnTo>
                  <a:close/>
                </a:path>
                <a:path w="280669" h="123825">
                  <a:moveTo>
                    <a:pt x="266425" y="55245"/>
                  </a:moveTo>
                  <a:lnTo>
                    <a:pt x="248031" y="55245"/>
                  </a:lnTo>
                  <a:lnTo>
                    <a:pt x="252856" y="60071"/>
                  </a:lnTo>
                  <a:lnTo>
                    <a:pt x="252856" y="73913"/>
                  </a:lnTo>
                  <a:lnTo>
                    <a:pt x="217169" y="90297"/>
                  </a:lnTo>
                  <a:lnTo>
                    <a:pt x="211836" y="98806"/>
                  </a:lnTo>
                  <a:lnTo>
                    <a:pt x="211836" y="109347"/>
                  </a:lnTo>
                  <a:lnTo>
                    <a:pt x="213613" y="113919"/>
                  </a:lnTo>
                  <a:lnTo>
                    <a:pt x="220980" y="121285"/>
                  </a:lnTo>
                  <a:lnTo>
                    <a:pt x="225679" y="123189"/>
                  </a:lnTo>
                  <a:lnTo>
                    <a:pt x="238760" y="123189"/>
                  </a:lnTo>
                  <a:lnTo>
                    <a:pt x="245654" y="120650"/>
                  </a:lnTo>
                  <a:lnTo>
                    <a:pt x="245834" y="120650"/>
                  </a:lnTo>
                  <a:lnTo>
                    <a:pt x="252730" y="115316"/>
                  </a:lnTo>
                  <a:lnTo>
                    <a:pt x="280162" y="115316"/>
                  </a:lnTo>
                  <a:lnTo>
                    <a:pt x="280162" y="112268"/>
                  </a:lnTo>
                  <a:lnTo>
                    <a:pt x="235457" y="112268"/>
                  </a:lnTo>
                  <a:lnTo>
                    <a:pt x="232791" y="111251"/>
                  </a:lnTo>
                  <a:lnTo>
                    <a:pt x="230766" y="109347"/>
                  </a:lnTo>
                  <a:lnTo>
                    <a:pt x="228600" y="107061"/>
                  </a:lnTo>
                  <a:lnTo>
                    <a:pt x="227456" y="104394"/>
                  </a:lnTo>
                  <a:lnTo>
                    <a:pt x="227456" y="97917"/>
                  </a:lnTo>
                  <a:lnTo>
                    <a:pt x="228600" y="95123"/>
                  </a:lnTo>
                  <a:lnTo>
                    <a:pt x="230886" y="92963"/>
                  </a:lnTo>
                  <a:lnTo>
                    <a:pt x="233044" y="90805"/>
                  </a:lnTo>
                  <a:lnTo>
                    <a:pt x="236855" y="88646"/>
                  </a:lnTo>
                  <a:lnTo>
                    <a:pt x="252856" y="82423"/>
                  </a:lnTo>
                  <a:lnTo>
                    <a:pt x="268276" y="82423"/>
                  </a:lnTo>
                  <a:lnTo>
                    <a:pt x="268224" y="62611"/>
                  </a:lnTo>
                  <a:lnTo>
                    <a:pt x="267570" y="58578"/>
                  </a:lnTo>
                  <a:lnTo>
                    <a:pt x="267462" y="57912"/>
                  </a:lnTo>
                  <a:lnTo>
                    <a:pt x="266573" y="55499"/>
                  </a:lnTo>
                  <a:lnTo>
                    <a:pt x="266425" y="55245"/>
                  </a:lnTo>
                  <a:close/>
                </a:path>
                <a:path w="280669" h="123825">
                  <a:moveTo>
                    <a:pt x="268276" y="82423"/>
                  </a:moveTo>
                  <a:lnTo>
                    <a:pt x="252856" y="82423"/>
                  </a:lnTo>
                  <a:lnTo>
                    <a:pt x="252856" y="106172"/>
                  </a:lnTo>
                  <a:lnTo>
                    <a:pt x="248538" y="110236"/>
                  </a:lnTo>
                  <a:lnTo>
                    <a:pt x="243967" y="112268"/>
                  </a:lnTo>
                  <a:lnTo>
                    <a:pt x="280162" y="112268"/>
                  </a:lnTo>
                  <a:lnTo>
                    <a:pt x="280162" y="112013"/>
                  </a:lnTo>
                  <a:lnTo>
                    <a:pt x="269367" y="112013"/>
                  </a:lnTo>
                  <a:lnTo>
                    <a:pt x="268350" y="110617"/>
                  </a:lnTo>
                  <a:lnTo>
                    <a:pt x="268276" y="82423"/>
                  </a:lnTo>
                  <a:close/>
                </a:path>
                <a:path w="280669" h="123825">
                  <a:moveTo>
                    <a:pt x="280162" y="107696"/>
                  </a:moveTo>
                  <a:lnTo>
                    <a:pt x="276098" y="110489"/>
                  </a:lnTo>
                  <a:lnTo>
                    <a:pt x="273050" y="112013"/>
                  </a:lnTo>
                  <a:lnTo>
                    <a:pt x="280162" y="112013"/>
                  </a:lnTo>
                  <a:lnTo>
                    <a:pt x="280162" y="107696"/>
                  </a:lnTo>
                  <a:close/>
                </a:path>
                <a:path w="280669" h="123825">
                  <a:moveTo>
                    <a:pt x="248412" y="40512"/>
                  </a:moveTo>
                  <a:lnTo>
                    <a:pt x="239775" y="40512"/>
                  </a:lnTo>
                  <a:lnTo>
                    <a:pt x="231628" y="41181"/>
                  </a:lnTo>
                  <a:lnTo>
                    <a:pt x="224504" y="43195"/>
                  </a:lnTo>
                  <a:lnTo>
                    <a:pt x="218380" y="46567"/>
                  </a:lnTo>
                  <a:lnTo>
                    <a:pt x="213232" y="51308"/>
                  </a:lnTo>
                  <a:lnTo>
                    <a:pt x="213232" y="68580"/>
                  </a:lnTo>
                  <a:lnTo>
                    <a:pt x="219394" y="62745"/>
                  </a:lnTo>
                  <a:lnTo>
                    <a:pt x="225663" y="58578"/>
                  </a:lnTo>
                  <a:lnTo>
                    <a:pt x="232003" y="56078"/>
                  </a:lnTo>
                  <a:lnTo>
                    <a:pt x="238379" y="55245"/>
                  </a:lnTo>
                  <a:lnTo>
                    <a:pt x="266425" y="55245"/>
                  </a:lnTo>
                  <a:lnTo>
                    <a:pt x="263779" y="50673"/>
                  </a:lnTo>
                  <a:lnTo>
                    <a:pt x="262255" y="48768"/>
                  </a:lnTo>
                  <a:lnTo>
                    <a:pt x="255269" y="42799"/>
                  </a:lnTo>
                  <a:lnTo>
                    <a:pt x="248412" y="40512"/>
                  </a:lnTo>
                  <a:close/>
                </a:path>
                <a:path w="280669" h="123825">
                  <a:moveTo>
                    <a:pt x="145161" y="42037"/>
                  </a:moveTo>
                  <a:lnTo>
                    <a:pt x="128905" y="42037"/>
                  </a:lnTo>
                  <a:lnTo>
                    <a:pt x="128905" y="121920"/>
                  </a:lnTo>
                  <a:lnTo>
                    <a:pt x="145161" y="121920"/>
                  </a:lnTo>
                  <a:lnTo>
                    <a:pt x="145161" y="64897"/>
                  </a:lnTo>
                  <a:lnTo>
                    <a:pt x="150368" y="57404"/>
                  </a:lnTo>
                  <a:lnTo>
                    <a:pt x="156591" y="53721"/>
                  </a:lnTo>
                  <a:lnTo>
                    <a:pt x="192186" y="53721"/>
                  </a:lnTo>
                  <a:lnTo>
                    <a:pt x="191466" y="52197"/>
                  </a:lnTo>
                  <a:lnTo>
                    <a:pt x="145161" y="52197"/>
                  </a:lnTo>
                  <a:lnTo>
                    <a:pt x="145161" y="42037"/>
                  </a:lnTo>
                  <a:close/>
                </a:path>
                <a:path w="280669" h="123825">
                  <a:moveTo>
                    <a:pt x="192186" y="53721"/>
                  </a:moveTo>
                  <a:lnTo>
                    <a:pt x="169925" y="53721"/>
                  </a:lnTo>
                  <a:lnTo>
                    <a:pt x="174117" y="55499"/>
                  </a:lnTo>
                  <a:lnTo>
                    <a:pt x="176656" y="58928"/>
                  </a:lnTo>
                  <a:lnTo>
                    <a:pt x="179069" y="62484"/>
                  </a:lnTo>
                  <a:lnTo>
                    <a:pt x="180340" y="68325"/>
                  </a:lnTo>
                  <a:lnTo>
                    <a:pt x="180340" y="121920"/>
                  </a:lnTo>
                  <a:lnTo>
                    <a:pt x="196215" y="121920"/>
                  </a:lnTo>
                  <a:lnTo>
                    <a:pt x="196215" y="66548"/>
                  </a:lnTo>
                  <a:lnTo>
                    <a:pt x="195072" y="59436"/>
                  </a:lnTo>
                  <a:lnTo>
                    <a:pt x="192786" y="54991"/>
                  </a:lnTo>
                  <a:lnTo>
                    <a:pt x="192186" y="53721"/>
                  </a:lnTo>
                  <a:close/>
                </a:path>
                <a:path w="280669" h="123825">
                  <a:moveTo>
                    <a:pt x="174117" y="40512"/>
                  </a:moveTo>
                  <a:lnTo>
                    <a:pt x="169163" y="40512"/>
                  </a:lnTo>
                  <a:lnTo>
                    <a:pt x="162591" y="41249"/>
                  </a:lnTo>
                  <a:lnTo>
                    <a:pt x="156400" y="43449"/>
                  </a:lnTo>
                  <a:lnTo>
                    <a:pt x="150590" y="47103"/>
                  </a:lnTo>
                  <a:lnTo>
                    <a:pt x="145161" y="52197"/>
                  </a:lnTo>
                  <a:lnTo>
                    <a:pt x="191466" y="52197"/>
                  </a:lnTo>
                  <a:lnTo>
                    <a:pt x="174117" y="40512"/>
                  </a:lnTo>
                  <a:close/>
                </a:path>
                <a:path w="280669" h="123825">
                  <a:moveTo>
                    <a:pt x="64262" y="0"/>
                  </a:moveTo>
                  <a:lnTo>
                    <a:pt x="52070" y="0"/>
                  </a:lnTo>
                  <a:lnTo>
                    <a:pt x="0" y="121920"/>
                  </a:lnTo>
                  <a:lnTo>
                    <a:pt x="17780" y="121920"/>
                  </a:lnTo>
                  <a:lnTo>
                    <a:pt x="33020" y="85979"/>
                  </a:lnTo>
                  <a:lnTo>
                    <a:pt x="102594" y="85979"/>
                  </a:lnTo>
                  <a:lnTo>
                    <a:pt x="95686" y="70485"/>
                  </a:lnTo>
                  <a:lnTo>
                    <a:pt x="39878" y="70485"/>
                  </a:lnTo>
                  <a:lnTo>
                    <a:pt x="58039" y="26670"/>
                  </a:lnTo>
                  <a:lnTo>
                    <a:pt x="76152" y="26670"/>
                  </a:lnTo>
                  <a:lnTo>
                    <a:pt x="64262" y="0"/>
                  </a:lnTo>
                  <a:close/>
                </a:path>
                <a:path w="280669" h="123825">
                  <a:moveTo>
                    <a:pt x="102594" y="85979"/>
                  </a:moveTo>
                  <a:lnTo>
                    <a:pt x="84709" y="85979"/>
                  </a:lnTo>
                  <a:lnTo>
                    <a:pt x="100965" y="121920"/>
                  </a:lnTo>
                  <a:lnTo>
                    <a:pt x="118618" y="121920"/>
                  </a:lnTo>
                  <a:lnTo>
                    <a:pt x="102594" y="85979"/>
                  </a:lnTo>
                  <a:close/>
                </a:path>
                <a:path w="280669" h="123825">
                  <a:moveTo>
                    <a:pt x="76152" y="26670"/>
                  </a:moveTo>
                  <a:lnTo>
                    <a:pt x="58039" y="26670"/>
                  </a:lnTo>
                  <a:lnTo>
                    <a:pt x="77597" y="70485"/>
                  </a:lnTo>
                  <a:lnTo>
                    <a:pt x="95686" y="70485"/>
                  </a:lnTo>
                  <a:lnTo>
                    <a:pt x="76152" y="266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4602" y="2888360"/>
              <a:ext cx="290322" cy="133476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51101" y="2888995"/>
            <a:ext cx="84962" cy="13284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66239" y="2887472"/>
            <a:ext cx="205740" cy="15405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501138" y="2887217"/>
            <a:ext cx="737108" cy="15430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73246" y="2888995"/>
            <a:ext cx="509142" cy="13271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19041" y="2888360"/>
            <a:ext cx="158241" cy="13347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99711" y="2888995"/>
            <a:ext cx="125221" cy="13284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559680" y="2888995"/>
            <a:ext cx="954531" cy="13284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658865" y="2888995"/>
            <a:ext cx="165607" cy="13284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4951" y="3185667"/>
            <a:ext cx="4527042" cy="17398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08330" y="3612260"/>
            <a:ext cx="1192453" cy="17297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87017" y="3610990"/>
            <a:ext cx="448437" cy="17411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327020" y="3652773"/>
            <a:ext cx="82169" cy="9283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504185" y="3612896"/>
            <a:ext cx="439800" cy="17221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43935" y="3612896"/>
            <a:ext cx="171704" cy="13271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12921" y="3612896"/>
            <a:ext cx="963421" cy="17221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357751" y="3611371"/>
            <a:ext cx="252221" cy="13436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709667" y="3612769"/>
            <a:ext cx="420877" cy="13296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211317" y="3611371"/>
            <a:ext cx="609091" cy="17373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08152" y="3909821"/>
            <a:ext cx="1066901" cy="173736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507809" y="4336288"/>
            <a:ext cx="928369" cy="154305"/>
            <a:chOff x="507809" y="4336288"/>
            <a:chExt cx="928369" cy="154305"/>
          </a:xfrm>
        </p:grpSpPr>
        <p:sp>
          <p:nvSpPr>
            <p:cNvPr id="47" name="object 47"/>
            <p:cNvSpPr/>
            <p:nvPr/>
          </p:nvSpPr>
          <p:spPr>
            <a:xfrm>
              <a:off x="512889" y="4341368"/>
              <a:ext cx="918210" cy="144145"/>
            </a:xfrm>
            <a:custGeom>
              <a:avLst/>
              <a:gdLst/>
              <a:ahLst/>
              <a:cxnLst/>
              <a:rect l="l" t="t" r="r" b="b"/>
              <a:pathLst>
                <a:path w="918210" h="144145">
                  <a:moveTo>
                    <a:pt x="909637" y="100202"/>
                  </a:moveTo>
                  <a:lnTo>
                    <a:pt x="903287" y="100202"/>
                  </a:lnTo>
                  <a:lnTo>
                    <a:pt x="900747" y="101345"/>
                  </a:lnTo>
                  <a:lnTo>
                    <a:pt x="898588" y="103631"/>
                  </a:lnTo>
                  <a:lnTo>
                    <a:pt x="896556" y="105917"/>
                  </a:lnTo>
                  <a:lnTo>
                    <a:pt x="895413" y="108584"/>
                  </a:lnTo>
                  <a:lnTo>
                    <a:pt x="895413" y="117474"/>
                  </a:lnTo>
                  <a:lnTo>
                    <a:pt x="898461" y="121284"/>
                  </a:lnTo>
                  <a:lnTo>
                    <a:pt x="905128" y="123189"/>
                  </a:lnTo>
                  <a:lnTo>
                    <a:pt x="904677" y="123189"/>
                  </a:lnTo>
                  <a:lnTo>
                    <a:pt x="904430" y="127380"/>
                  </a:lnTo>
                  <a:lnTo>
                    <a:pt x="903922" y="130809"/>
                  </a:lnTo>
                  <a:lnTo>
                    <a:pt x="902779" y="133349"/>
                  </a:lnTo>
                  <a:lnTo>
                    <a:pt x="901763" y="135889"/>
                  </a:lnTo>
                  <a:lnTo>
                    <a:pt x="899845" y="138556"/>
                  </a:lnTo>
                  <a:lnTo>
                    <a:pt x="897318" y="140842"/>
                  </a:lnTo>
                  <a:lnTo>
                    <a:pt x="897318" y="144144"/>
                  </a:lnTo>
                  <a:lnTo>
                    <a:pt x="918146" y="123189"/>
                  </a:lnTo>
                  <a:lnTo>
                    <a:pt x="918146" y="112013"/>
                  </a:lnTo>
                  <a:lnTo>
                    <a:pt x="917130" y="107949"/>
                  </a:lnTo>
                  <a:lnTo>
                    <a:pt x="914844" y="104901"/>
                  </a:lnTo>
                  <a:lnTo>
                    <a:pt x="912558" y="101726"/>
                  </a:lnTo>
                  <a:lnTo>
                    <a:pt x="909637" y="100202"/>
                  </a:lnTo>
                  <a:close/>
                </a:path>
                <a:path w="918210" h="144145">
                  <a:moveTo>
                    <a:pt x="560552" y="1142"/>
                  </a:moveTo>
                  <a:lnTo>
                    <a:pt x="548347" y="1142"/>
                  </a:lnTo>
                  <a:lnTo>
                    <a:pt x="496252" y="123062"/>
                  </a:lnTo>
                  <a:lnTo>
                    <a:pt x="514095" y="123062"/>
                  </a:lnTo>
                  <a:lnTo>
                    <a:pt x="529247" y="87121"/>
                  </a:lnTo>
                  <a:lnTo>
                    <a:pt x="598893" y="87121"/>
                  </a:lnTo>
                  <a:lnTo>
                    <a:pt x="591984" y="71627"/>
                  </a:lnTo>
                  <a:lnTo>
                    <a:pt x="536143" y="71627"/>
                  </a:lnTo>
                  <a:lnTo>
                    <a:pt x="554291" y="27812"/>
                  </a:lnTo>
                  <a:lnTo>
                    <a:pt x="572445" y="27812"/>
                  </a:lnTo>
                  <a:lnTo>
                    <a:pt x="560552" y="1142"/>
                  </a:lnTo>
                  <a:close/>
                </a:path>
                <a:path w="918210" h="144145">
                  <a:moveTo>
                    <a:pt x="598893" y="87121"/>
                  </a:moveTo>
                  <a:lnTo>
                    <a:pt x="580986" y="87121"/>
                  </a:lnTo>
                  <a:lnTo>
                    <a:pt x="597154" y="123062"/>
                  </a:lnTo>
                  <a:lnTo>
                    <a:pt x="614921" y="123062"/>
                  </a:lnTo>
                  <a:lnTo>
                    <a:pt x="598893" y="87121"/>
                  </a:lnTo>
                  <a:close/>
                </a:path>
                <a:path w="918210" h="144145">
                  <a:moveTo>
                    <a:pt x="572445" y="27812"/>
                  </a:moveTo>
                  <a:lnTo>
                    <a:pt x="554291" y="27812"/>
                  </a:lnTo>
                  <a:lnTo>
                    <a:pt x="573849" y="71627"/>
                  </a:lnTo>
                  <a:lnTo>
                    <a:pt x="591984" y="71627"/>
                  </a:lnTo>
                  <a:lnTo>
                    <a:pt x="572445" y="27812"/>
                  </a:lnTo>
                  <a:close/>
                </a:path>
                <a:path w="918210" h="144145">
                  <a:moveTo>
                    <a:pt x="189712" y="1142"/>
                  </a:moveTo>
                  <a:lnTo>
                    <a:pt x="177507" y="1142"/>
                  </a:lnTo>
                  <a:lnTo>
                    <a:pt x="125412" y="123062"/>
                  </a:lnTo>
                  <a:lnTo>
                    <a:pt x="143256" y="123062"/>
                  </a:lnTo>
                  <a:lnTo>
                    <a:pt x="158407" y="87121"/>
                  </a:lnTo>
                  <a:lnTo>
                    <a:pt x="228053" y="87121"/>
                  </a:lnTo>
                  <a:lnTo>
                    <a:pt x="221144" y="71627"/>
                  </a:lnTo>
                  <a:lnTo>
                    <a:pt x="165303" y="71627"/>
                  </a:lnTo>
                  <a:lnTo>
                    <a:pt x="183451" y="27812"/>
                  </a:lnTo>
                  <a:lnTo>
                    <a:pt x="201605" y="27812"/>
                  </a:lnTo>
                  <a:lnTo>
                    <a:pt x="189712" y="1142"/>
                  </a:lnTo>
                  <a:close/>
                </a:path>
                <a:path w="918210" h="144145">
                  <a:moveTo>
                    <a:pt x="228053" y="87121"/>
                  </a:moveTo>
                  <a:lnTo>
                    <a:pt x="210146" y="87121"/>
                  </a:lnTo>
                  <a:lnTo>
                    <a:pt x="226314" y="123062"/>
                  </a:lnTo>
                  <a:lnTo>
                    <a:pt x="244081" y="123062"/>
                  </a:lnTo>
                  <a:lnTo>
                    <a:pt x="228053" y="87121"/>
                  </a:lnTo>
                  <a:close/>
                </a:path>
                <a:path w="918210" h="144145">
                  <a:moveTo>
                    <a:pt x="201605" y="27812"/>
                  </a:moveTo>
                  <a:lnTo>
                    <a:pt x="183451" y="27812"/>
                  </a:lnTo>
                  <a:lnTo>
                    <a:pt x="203009" y="71627"/>
                  </a:lnTo>
                  <a:lnTo>
                    <a:pt x="221144" y="71627"/>
                  </a:lnTo>
                  <a:lnTo>
                    <a:pt x="201605" y="27812"/>
                  </a:lnTo>
                  <a:close/>
                </a:path>
                <a:path w="918210" h="144145">
                  <a:moveTo>
                    <a:pt x="825690" y="0"/>
                  </a:moveTo>
                  <a:lnTo>
                    <a:pt x="779208" y="17906"/>
                  </a:lnTo>
                  <a:lnTo>
                    <a:pt x="760860" y="62102"/>
                  </a:lnTo>
                  <a:lnTo>
                    <a:pt x="760793" y="62864"/>
                  </a:lnTo>
                  <a:lnTo>
                    <a:pt x="761917" y="75322"/>
                  </a:lnTo>
                  <a:lnTo>
                    <a:pt x="761936" y="75537"/>
                  </a:lnTo>
                  <a:lnTo>
                    <a:pt x="788777" y="114601"/>
                  </a:lnTo>
                  <a:lnTo>
                    <a:pt x="824674" y="124459"/>
                  </a:lnTo>
                  <a:lnTo>
                    <a:pt x="838438" y="123364"/>
                  </a:lnTo>
                  <a:lnTo>
                    <a:pt x="850963" y="120078"/>
                  </a:lnTo>
                  <a:lnTo>
                    <a:pt x="862250" y="114601"/>
                  </a:lnTo>
                  <a:lnTo>
                    <a:pt x="870302" y="108457"/>
                  </a:lnTo>
                  <a:lnTo>
                    <a:pt x="825817" y="108457"/>
                  </a:lnTo>
                  <a:lnTo>
                    <a:pt x="816147" y="107648"/>
                  </a:lnTo>
                  <a:lnTo>
                    <a:pt x="782097" y="80803"/>
                  </a:lnTo>
                  <a:lnTo>
                    <a:pt x="778700" y="62864"/>
                  </a:lnTo>
                  <a:lnTo>
                    <a:pt x="779553" y="53201"/>
                  </a:lnTo>
                  <a:lnTo>
                    <a:pt x="782097" y="44418"/>
                  </a:lnTo>
                  <a:lnTo>
                    <a:pt x="786238" y="36671"/>
                  </a:lnTo>
                  <a:lnTo>
                    <a:pt x="786308" y="36540"/>
                  </a:lnTo>
                  <a:lnTo>
                    <a:pt x="792055" y="29717"/>
                  </a:lnTo>
                  <a:lnTo>
                    <a:pt x="792162" y="29590"/>
                  </a:lnTo>
                  <a:lnTo>
                    <a:pt x="799236" y="23957"/>
                  </a:lnTo>
                  <a:lnTo>
                    <a:pt x="807355" y="19827"/>
                  </a:lnTo>
                  <a:lnTo>
                    <a:pt x="816390" y="17341"/>
                  </a:lnTo>
                  <a:lnTo>
                    <a:pt x="826325" y="16509"/>
                  </a:lnTo>
                  <a:lnTo>
                    <a:pt x="870656" y="16509"/>
                  </a:lnTo>
                  <a:lnTo>
                    <a:pt x="862498" y="10072"/>
                  </a:lnTo>
                  <a:lnTo>
                    <a:pt x="851392" y="4476"/>
                  </a:lnTo>
                  <a:lnTo>
                    <a:pt x="839118" y="1119"/>
                  </a:lnTo>
                  <a:lnTo>
                    <a:pt x="825690" y="0"/>
                  </a:lnTo>
                  <a:close/>
                </a:path>
                <a:path w="918210" h="144145">
                  <a:moveTo>
                    <a:pt x="870656" y="16509"/>
                  </a:moveTo>
                  <a:lnTo>
                    <a:pt x="826325" y="16509"/>
                  </a:lnTo>
                  <a:lnTo>
                    <a:pt x="835848" y="17341"/>
                  </a:lnTo>
                  <a:lnTo>
                    <a:pt x="844597" y="19827"/>
                  </a:lnTo>
                  <a:lnTo>
                    <a:pt x="852560" y="23957"/>
                  </a:lnTo>
                  <a:lnTo>
                    <a:pt x="859726" y="29717"/>
                  </a:lnTo>
                  <a:lnTo>
                    <a:pt x="865542" y="36540"/>
                  </a:lnTo>
                  <a:lnTo>
                    <a:pt x="865653" y="36671"/>
                  </a:lnTo>
                  <a:lnTo>
                    <a:pt x="869911" y="44418"/>
                  </a:lnTo>
                  <a:lnTo>
                    <a:pt x="872460" y="52863"/>
                  </a:lnTo>
                  <a:lnTo>
                    <a:pt x="873315" y="62102"/>
                  </a:lnTo>
                  <a:lnTo>
                    <a:pt x="872460" y="71604"/>
                  </a:lnTo>
                  <a:lnTo>
                    <a:pt x="844331" y="105219"/>
                  </a:lnTo>
                  <a:lnTo>
                    <a:pt x="844202" y="105219"/>
                  </a:lnTo>
                  <a:lnTo>
                    <a:pt x="835502" y="107648"/>
                  </a:lnTo>
                  <a:lnTo>
                    <a:pt x="835324" y="107648"/>
                  </a:lnTo>
                  <a:lnTo>
                    <a:pt x="825817" y="108457"/>
                  </a:lnTo>
                  <a:lnTo>
                    <a:pt x="870302" y="108457"/>
                  </a:lnTo>
                  <a:lnTo>
                    <a:pt x="889968" y="75537"/>
                  </a:lnTo>
                  <a:lnTo>
                    <a:pt x="891187" y="62102"/>
                  </a:lnTo>
                  <a:lnTo>
                    <a:pt x="890073" y="49839"/>
                  </a:lnTo>
                  <a:lnTo>
                    <a:pt x="890053" y="49625"/>
                  </a:lnTo>
                  <a:lnTo>
                    <a:pt x="886567" y="38004"/>
                  </a:lnTo>
                  <a:lnTo>
                    <a:pt x="885851" y="36671"/>
                  </a:lnTo>
                  <a:lnTo>
                    <a:pt x="880680" y="27360"/>
                  </a:lnTo>
                  <a:lnTo>
                    <a:pt x="872426" y="17906"/>
                  </a:lnTo>
                  <a:lnTo>
                    <a:pt x="870656" y="16509"/>
                  </a:lnTo>
                  <a:close/>
                </a:path>
                <a:path w="918210" h="144145">
                  <a:moveTo>
                    <a:pt x="642315" y="1777"/>
                  </a:moveTo>
                  <a:lnTo>
                    <a:pt x="628256" y="1777"/>
                  </a:lnTo>
                  <a:lnTo>
                    <a:pt x="628256" y="123062"/>
                  </a:lnTo>
                  <a:lnTo>
                    <a:pt x="644575" y="123062"/>
                  </a:lnTo>
                  <a:lnTo>
                    <a:pt x="644575" y="29717"/>
                  </a:lnTo>
                  <a:lnTo>
                    <a:pt x="666561" y="29717"/>
                  </a:lnTo>
                  <a:lnTo>
                    <a:pt x="642315" y="1777"/>
                  </a:lnTo>
                  <a:close/>
                </a:path>
                <a:path w="918210" h="144145">
                  <a:moveTo>
                    <a:pt x="666561" y="29717"/>
                  </a:moveTo>
                  <a:lnTo>
                    <a:pt x="644575" y="29717"/>
                  </a:lnTo>
                  <a:lnTo>
                    <a:pt x="725652" y="123062"/>
                  </a:lnTo>
                  <a:lnTo>
                    <a:pt x="740587" y="123062"/>
                  </a:lnTo>
                  <a:lnTo>
                    <a:pt x="740587" y="96011"/>
                  </a:lnTo>
                  <a:lnTo>
                    <a:pt x="724090" y="96011"/>
                  </a:lnTo>
                  <a:lnTo>
                    <a:pt x="666561" y="29717"/>
                  </a:lnTo>
                  <a:close/>
                </a:path>
                <a:path w="918210" h="144145">
                  <a:moveTo>
                    <a:pt x="740587" y="1777"/>
                  </a:moveTo>
                  <a:lnTo>
                    <a:pt x="724090" y="1777"/>
                  </a:lnTo>
                  <a:lnTo>
                    <a:pt x="724090" y="96011"/>
                  </a:lnTo>
                  <a:lnTo>
                    <a:pt x="740587" y="96011"/>
                  </a:lnTo>
                  <a:lnTo>
                    <a:pt x="740587" y="1777"/>
                  </a:lnTo>
                  <a:close/>
                </a:path>
                <a:path w="918210" h="144145">
                  <a:moveTo>
                    <a:pt x="271475" y="1777"/>
                  </a:moveTo>
                  <a:lnTo>
                    <a:pt x="257416" y="1777"/>
                  </a:lnTo>
                  <a:lnTo>
                    <a:pt x="257416" y="123062"/>
                  </a:lnTo>
                  <a:lnTo>
                    <a:pt x="273735" y="123062"/>
                  </a:lnTo>
                  <a:lnTo>
                    <a:pt x="273735" y="29717"/>
                  </a:lnTo>
                  <a:lnTo>
                    <a:pt x="295721" y="29717"/>
                  </a:lnTo>
                  <a:lnTo>
                    <a:pt x="271475" y="1777"/>
                  </a:lnTo>
                  <a:close/>
                </a:path>
                <a:path w="918210" h="144145">
                  <a:moveTo>
                    <a:pt x="295721" y="29717"/>
                  </a:moveTo>
                  <a:lnTo>
                    <a:pt x="273735" y="29717"/>
                  </a:lnTo>
                  <a:lnTo>
                    <a:pt x="354812" y="123062"/>
                  </a:lnTo>
                  <a:lnTo>
                    <a:pt x="369747" y="123062"/>
                  </a:lnTo>
                  <a:lnTo>
                    <a:pt x="369747" y="96011"/>
                  </a:lnTo>
                  <a:lnTo>
                    <a:pt x="353250" y="96011"/>
                  </a:lnTo>
                  <a:lnTo>
                    <a:pt x="295721" y="29717"/>
                  </a:lnTo>
                  <a:close/>
                </a:path>
                <a:path w="918210" h="144145">
                  <a:moveTo>
                    <a:pt x="369747" y="1777"/>
                  </a:moveTo>
                  <a:lnTo>
                    <a:pt x="353250" y="1777"/>
                  </a:lnTo>
                  <a:lnTo>
                    <a:pt x="353250" y="96011"/>
                  </a:lnTo>
                  <a:lnTo>
                    <a:pt x="369747" y="96011"/>
                  </a:lnTo>
                  <a:lnTo>
                    <a:pt x="369747" y="1777"/>
                  </a:lnTo>
                  <a:close/>
                </a:path>
                <a:path w="918210" h="144145">
                  <a:moveTo>
                    <a:pt x="16433" y="1777"/>
                  </a:moveTo>
                  <a:lnTo>
                    <a:pt x="0" y="1777"/>
                  </a:lnTo>
                  <a:lnTo>
                    <a:pt x="0" y="123062"/>
                  </a:lnTo>
                  <a:lnTo>
                    <a:pt x="17360" y="123062"/>
                  </a:lnTo>
                  <a:lnTo>
                    <a:pt x="17360" y="28701"/>
                  </a:lnTo>
                  <a:lnTo>
                    <a:pt x="38233" y="28701"/>
                  </a:lnTo>
                  <a:lnTo>
                    <a:pt x="16433" y="1777"/>
                  </a:lnTo>
                  <a:close/>
                </a:path>
                <a:path w="918210" h="144145">
                  <a:moveTo>
                    <a:pt x="113042" y="28701"/>
                  </a:moveTo>
                  <a:lnTo>
                    <a:pt x="95592" y="28701"/>
                  </a:lnTo>
                  <a:lnTo>
                    <a:pt x="95592" y="123062"/>
                  </a:lnTo>
                  <a:lnTo>
                    <a:pt x="113042" y="123062"/>
                  </a:lnTo>
                  <a:lnTo>
                    <a:pt x="113042" y="28701"/>
                  </a:lnTo>
                  <a:close/>
                </a:path>
                <a:path w="918210" h="144145">
                  <a:moveTo>
                    <a:pt x="38233" y="28701"/>
                  </a:moveTo>
                  <a:lnTo>
                    <a:pt x="17360" y="28701"/>
                  </a:lnTo>
                  <a:lnTo>
                    <a:pt x="55092" y="75564"/>
                  </a:lnTo>
                  <a:lnTo>
                    <a:pt x="58293" y="75564"/>
                  </a:lnTo>
                  <a:lnTo>
                    <a:pt x="77397" y="51561"/>
                  </a:lnTo>
                  <a:lnTo>
                    <a:pt x="56743" y="51561"/>
                  </a:lnTo>
                  <a:lnTo>
                    <a:pt x="38233" y="28701"/>
                  </a:lnTo>
                  <a:close/>
                </a:path>
                <a:path w="918210" h="144145">
                  <a:moveTo>
                    <a:pt x="113042" y="1777"/>
                  </a:moveTo>
                  <a:lnTo>
                    <a:pt x="96799" y="1777"/>
                  </a:lnTo>
                  <a:lnTo>
                    <a:pt x="56743" y="51561"/>
                  </a:lnTo>
                  <a:lnTo>
                    <a:pt x="77397" y="51561"/>
                  </a:lnTo>
                  <a:lnTo>
                    <a:pt x="95592" y="28701"/>
                  </a:lnTo>
                  <a:lnTo>
                    <a:pt x="113042" y="28701"/>
                  </a:lnTo>
                  <a:lnTo>
                    <a:pt x="113042" y="1777"/>
                  </a:lnTo>
                  <a:close/>
                </a:path>
                <a:path w="918210" h="144145">
                  <a:moveTo>
                    <a:pt x="493598" y="1650"/>
                  </a:moveTo>
                  <a:lnTo>
                    <a:pt x="389064" y="1650"/>
                  </a:lnTo>
                  <a:lnTo>
                    <a:pt x="389064" y="17017"/>
                  </a:lnTo>
                  <a:lnTo>
                    <a:pt x="461708" y="17017"/>
                  </a:lnTo>
                  <a:lnTo>
                    <a:pt x="384124" y="123062"/>
                  </a:lnTo>
                  <a:lnTo>
                    <a:pt x="493598" y="123062"/>
                  </a:lnTo>
                  <a:lnTo>
                    <a:pt x="493598" y="107568"/>
                  </a:lnTo>
                  <a:lnTo>
                    <a:pt x="416115" y="107568"/>
                  </a:lnTo>
                  <a:lnTo>
                    <a:pt x="493598" y="1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12889" y="4341368"/>
              <a:ext cx="918210" cy="144145"/>
            </a:xfrm>
            <a:custGeom>
              <a:avLst/>
              <a:gdLst/>
              <a:ahLst/>
              <a:cxnLst/>
              <a:rect l="l" t="t" r="r" b="b"/>
              <a:pathLst>
                <a:path w="918210" h="144145">
                  <a:moveTo>
                    <a:pt x="906081" y="100202"/>
                  </a:moveTo>
                  <a:lnTo>
                    <a:pt x="909637" y="100202"/>
                  </a:lnTo>
                  <a:lnTo>
                    <a:pt x="912558" y="101726"/>
                  </a:lnTo>
                  <a:lnTo>
                    <a:pt x="914844" y="104901"/>
                  </a:lnTo>
                  <a:lnTo>
                    <a:pt x="917130" y="107949"/>
                  </a:lnTo>
                  <a:lnTo>
                    <a:pt x="918146" y="112013"/>
                  </a:lnTo>
                  <a:lnTo>
                    <a:pt x="918146" y="116839"/>
                  </a:lnTo>
                  <a:lnTo>
                    <a:pt x="918146" y="123189"/>
                  </a:lnTo>
                  <a:lnTo>
                    <a:pt x="897318" y="144144"/>
                  </a:lnTo>
                  <a:lnTo>
                    <a:pt x="897318" y="140842"/>
                  </a:lnTo>
                  <a:lnTo>
                    <a:pt x="899985" y="138429"/>
                  </a:lnTo>
                  <a:lnTo>
                    <a:pt x="901763" y="135889"/>
                  </a:lnTo>
                  <a:lnTo>
                    <a:pt x="902779" y="133349"/>
                  </a:lnTo>
                  <a:lnTo>
                    <a:pt x="903922" y="130809"/>
                  </a:lnTo>
                  <a:lnTo>
                    <a:pt x="904430" y="127380"/>
                  </a:lnTo>
                  <a:lnTo>
                    <a:pt x="904684" y="123062"/>
                  </a:lnTo>
                  <a:lnTo>
                    <a:pt x="898461" y="121284"/>
                  </a:lnTo>
                  <a:lnTo>
                    <a:pt x="895413" y="117474"/>
                  </a:lnTo>
                  <a:lnTo>
                    <a:pt x="895413" y="111759"/>
                  </a:lnTo>
                  <a:lnTo>
                    <a:pt x="895413" y="108584"/>
                  </a:lnTo>
                  <a:lnTo>
                    <a:pt x="896556" y="105917"/>
                  </a:lnTo>
                  <a:lnTo>
                    <a:pt x="898588" y="103631"/>
                  </a:lnTo>
                  <a:lnTo>
                    <a:pt x="900747" y="101345"/>
                  </a:lnTo>
                  <a:lnTo>
                    <a:pt x="903287" y="100202"/>
                  </a:lnTo>
                  <a:lnTo>
                    <a:pt x="906081" y="100202"/>
                  </a:lnTo>
                  <a:close/>
                </a:path>
                <a:path w="918210" h="144145">
                  <a:moveTo>
                    <a:pt x="554291" y="27812"/>
                  </a:moveTo>
                  <a:lnTo>
                    <a:pt x="536143" y="71627"/>
                  </a:lnTo>
                  <a:lnTo>
                    <a:pt x="573849" y="71627"/>
                  </a:lnTo>
                  <a:lnTo>
                    <a:pt x="554291" y="27812"/>
                  </a:lnTo>
                  <a:close/>
                </a:path>
                <a:path w="918210" h="144145">
                  <a:moveTo>
                    <a:pt x="183451" y="27812"/>
                  </a:moveTo>
                  <a:lnTo>
                    <a:pt x="165303" y="71627"/>
                  </a:lnTo>
                  <a:lnTo>
                    <a:pt x="203009" y="71627"/>
                  </a:lnTo>
                  <a:lnTo>
                    <a:pt x="183451" y="27812"/>
                  </a:lnTo>
                  <a:close/>
                </a:path>
                <a:path w="918210" h="144145">
                  <a:moveTo>
                    <a:pt x="826325" y="16509"/>
                  </a:moveTo>
                  <a:lnTo>
                    <a:pt x="786308" y="36540"/>
                  </a:lnTo>
                  <a:lnTo>
                    <a:pt x="778700" y="62864"/>
                  </a:lnTo>
                  <a:lnTo>
                    <a:pt x="779553" y="72251"/>
                  </a:lnTo>
                  <a:lnTo>
                    <a:pt x="807323" y="105219"/>
                  </a:lnTo>
                  <a:lnTo>
                    <a:pt x="825817" y="108457"/>
                  </a:lnTo>
                  <a:lnTo>
                    <a:pt x="835580" y="107626"/>
                  </a:lnTo>
                  <a:lnTo>
                    <a:pt x="869902" y="80295"/>
                  </a:lnTo>
                  <a:lnTo>
                    <a:pt x="873315" y="62102"/>
                  </a:lnTo>
                  <a:lnTo>
                    <a:pt x="872460" y="52863"/>
                  </a:lnTo>
                  <a:lnTo>
                    <a:pt x="844597" y="19827"/>
                  </a:lnTo>
                  <a:lnTo>
                    <a:pt x="826325" y="16509"/>
                  </a:lnTo>
                  <a:close/>
                </a:path>
                <a:path w="918210" h="144145">
                  <a:moveTo>
                    <a:pt x="628256" y="1777"/>
                  </a:moveTo>
                  <a:lnTo>
                    <a:pt x="642315" y="1777"/>
                  </a:lnTo>
                  <a:lnTo>
                    <a:pt x="724090" y="96011"/>
                  </a:lnTo>
                  <a:lnTo>
                    <a:pt x="724090" y="1777"/>
                  </a:lnTo>
                  <a:lnTo>
                    <a:pt x="740587" y="1777"/>
                  </a:lnTo>
                  <a:lnTo>
                    <a:pt x="740587" y="123062"/>
                  </a:lnTo>
                  <a:lnTo>
                    <a:pt x="725652" y="123062"/>
                  </a:lnTo>
                  <a:lnTo>
                    <a:pt x="644575" y="29717"/>
                  </a:lnTo>
                  <a:lnTo>
                    <a:pt x="644575" y="123062"/>
                  </a:lnTo>
                  <a:lnTo>
                    <a:pt x="628256" y="123062"/>
                  </a:lnTo>
                  <a:lnTo>
                    <a:pt x="628256" y="1777"/>
                  </a:lnTo>
                  <a:close/>
                </a:path>
                <a:path w="918210" h="144145">
                  <a:moveTo>
                    <a:pt x="257416" y="1777"/>
                  </a:moveTo>
                  <a:lnTo>
                    <a:pt x="271475" y="1777"/>
                  </a:lnTo>
                  <a:lnTo>
                    <a:pt x="353250" y="96011"/>
                  </a:lnTo>
                  <a:lnTo>
                    <a:pt x="353250" y="1777"/>
                  </a:lnTo>
                  <a:lnTo>
                    <a:pt x="369747" y="1777"/>
                  </a:lnTo>
                  <a:lnTo>
                    <a:pt x="369747" y="123062"/>
                  </a:lnTo>
                  <a:lnTo>
                    <a:pt x="354812" y="123062"/>
                  </a:lnTo>
                  <a:lnTo>
                    <a:pt x="273735" y="29717"/>
                  </a:lnTo>
                  <a:lnTo>
                    <a:pt x="273735" y="123062"/>
                  </a:lnTo>
                  <a:lnTo>
                    <a:pt x="257416" y="123062"/>
                  </a:lnTo>
                  <a:lnTo>
                    <a:pt x="257416" y="1777"/>
                  </a:lnTo>
                  <a:close/>
                </a:path>
                <a:path w="918210" h="144145">
                  <a:moveTo>
                    <a:pt x="0" y="1777"/>
                  </a:moveTo>
                  <a:lnTo>
                    <a:pt x="16433" y="1777"/>
                  </a:lnTo>
                  <a:lnTo>
                    <a:pt x="56743" y="51561"/>
                  </a:lnTo>
                  <a:lnTo>
                    <a:pt x="96799" y="1777"/>
                  </a:lnTo>
                  <a:lnTo>
                    <a:pt x="113042" y="1777"/>
                  </a:lnTo>
                  <a:lnTo>
                    <a:pt x="113042" y="123062"/>
                  </a:lnTo>
                  <a:lnTo>
                    <a:pt x="95592" y="123062"/>
                  </a:lnTo>
                  <a:lnTo>
                    <a:pt x="95592" y="28701"/>
                  </a:lnTo>
                  <a:lnTo>
                    <a:pt x="58293" y="75564"/>
                  </a:lnTo>
                  <a:lnTo>
                    <a:pt x="55092" y="75564"/>
                  </a:lnTo>
                  <a:lnTo>
                    <a:pt x="17360" y="28701"/>
                  </a:lnTo>
                  <a:lnTo>
                    <a:pt x="17360" y="123062"/>
                  </a:lnTo>
                  <a:lnTo>
                    <a:pt x="0" y="123062"/>
                  </a:lnTo>
                  <a:lnTo>
                    <a:pt x="0" y="1777"/>
                  </a:lnTo>
                  <a:close/>
                </a:path>
                <a:path w="918210" h="144145">
                  <a:moveTo>
                    <a:pt x="389064" y="1650"/>
                  </a:moveTo>
                  <a:lnTo>
                    <a:pt x="493598" y="1650"/>
                  </a:lnTo>
                  <a:lnTo>
                    <a:pt x="416115" y="107568"/>
                  </a:lnTo>
                  <a:lnTo>
                    <a:pt x="493598" y="107568"/>
                  </a:lnTo>
                  <a:lnTo>
                    <a:pt x="493598" y="123062"/>
                  </a:lnTo>
                  <a:lnTo>
                    <a:pt x="384124" y="123062"/>
                  </a:lnTo>
                  <a:lnTo>
                    <a:pt x="461708" y="17017"/>
                  </a:lnTo>
                  <a:lnTo>
                    <a:pt x="389064" y="17017"/>
                  </a:lnTo>
                  <a:lnTo>
                    <a:pt x="389064" y="1650"/>
                  </a:lnTo>
                  <a:close/>
                </a:path>
                <a:path w="918210" h="144145">
                  <a:moveTo>
                    <a:pt x="548347" y="1142"/>
                  </a:moveTo>
                  <a:lnTo>
                    <a:pt x="560552" y="1142"/>
                  </a:lnTo>
                  <a:lnTo>
                    <a:pt x="614921" y="123062"/>
                  </a:lnTo>
                  <a:lnTo>
                    <a:pt x="597154" y="123062"/>
                  </a:lnTo>
                  <a:lnTo>
                    <a:pt x="580986" y="87121"/>
                  </a:lnTo>
                  <a:lnTo>
                    <a:pt x="529247" y="87121"/>
                  </a:lnTo>
                  <a:lnTo>
                    <a:pt x="514095" y="123062"/>
                  </a:lnTo>
                  <a:lnTo>
                    <a:pt x="496252" y="123062"/>
                  </a:lnTo>
                  <a:lnTo>
                    <a:pt x="548347" y="1142"/>
                  </a:lnTo>
                  <a:close/>
                </a:path>
                <a:path w="918210" h="144145">
                  <a:moveTo>
                    <a:pt x="177507" y="1142"/>
                  </a:moveTo>
                  <a:lnTo>
                    <a:pt x="189712" y="1142"/>
                  </a:lnTo>
                  <a:lnTo>
                    <a:pt x="244081" y="123062"/>
                  </a:lnTo>
                  <a:lnTo>
                    <a:pt x="226314" y="123062"/>
                  </a:lnTo>
                  <a:lnTo>
                    <a:pt x="210146" y="87121"/>
                  </a:lnTo>
                  <a:lnTo>
                    <a:pt x="158407" y="87121"/>
                  </a:lnTo>
                  <a:lnTo>
                    <a:pt x="143256" y="123062"/>
                  </a:lnTo>
                  <a:lnTo>
                    <a:pt x="125412" y="123062"/>
                  </a:lnTo>
                  <a:lnTo>
                    <a:pt x="177507" y="1142"/>
                  </a:lnTo>
                  <a:close/>
                </a:path>
                <a:path w="918210" h="144145">
                  <a:moveTo>
                    <a:pt x="825690" y="0"/>
                  </a:moveTo>
                  <a:lnTo>
                    <a:pt x="862498" y="10072"/>
                  </a:lnTo>
                  <a:lnTo>
                    <a:pt x="890053" y="49625"/>
                  </a:lnTo>
                  <a:lnTo>
                    <a:pt x="891222" y="62483"/>
                  </a:lnTo>
                  <a:lnTo>
                    <a:pt x="890033" y="75322"/>
                  </a:lnTo>
                  <a:lnTo>
                    <a:pt x="862250" y="114601"/>
                  </a:lnTo>
                  <a:lnTo>
                    <a:pt x="824674" y="124459"/>
                  </a:lnTo>
                  <a:lnTo>
                    <a:pt x="811549" y="123364"/>
                  </a:lnTo>
                  <a:lnTo>
                    <a:pt x="771080" y="97547"/>
                  </a:lnTo>
                  <a:lnTo>
                    <a:pt x="760793" y="62864"/>
                  </a:lnTo>
                  <a:lnTo>
                    <a:pt x="761938" y="49839"/>
                  </a:lnTo>
                  <a:lnTo>
                    <a:pt x="788971" y="10072"/>
                  </a:lnTo>
                  <a:lnTo>
                    <a:pt x="82569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540636" y="4338065"/>
            <a:ext cx="95377" cy="17233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750822" y="4337430"/>
            <a:ext cx="158242" cy="133476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037714" y="4338065"/>
            <a:ext cx="164719" cy="13284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326258" y="4336541"/>
            <a:ext cx="204470" cy="154050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2652902" y="4336288"/>
            <a:ext cx="777240" cy="154305"/>
            <a:chOff x="2652902" y="4336288"/>
            <a:chExt cx="777240" cy="154305"/>
          </a:xfrm>
        </p:grpSpPr>
        <p:sp>
          <p:nvSpPr>
            <p:cNvPr id="54" name="object 54"/>
            <p:cNvSpPr/>
            <p:nvPr/>
          </p:nvSpPr>
          <p:spPr>
            <a:xfrm>
              <a:off x="2657982" y="4341368"/>
              <a:ext cx="767080" cy="144145"/>
            </a:xfrm>
            <a:custGeom>
              <a:avLst/>
              <a:gdLst/>
              <a:ahLst/>
              <a:cxnLst/>
              <a:rect l="l" t="t" r="r" b="b"/>
              <a:pathLst>
                <a:path w="767079" h="144145">
                  <a:moveTo>
                    <a:pt x="758444" y="100202"/>
                  </a:moveTo>
                  <a:lnTo>
                    <a:pt x="752094" y="100202"/>
                  </a:lnTo>
                  <a:lnTo>
                    <a:pt x="749554" y="101345"/>
                  </a:lnTo>
                  <a:lnTo>
                    <a:pt x="747394" y="103631"/>
                  </a:lnTo>
                  <a:lnTo>
                    <a:pt x="745363" y="105917"/>
                  </a:lnTo>
                  <a:lnTo>
                    <a:pt x="744219" y="108584"/>
                  </a:lnTo>
                  <a:lnTo>
                    <a:pt x="744219" y="117474"/>
                  </a:lnTo>
                  <a:lnTo>
                    <a:pt x="747268" y="121284"/>
                  </a:lnTo>
                  <a:lnTo>
                    <a:pt x="753935" y="123189"/>
                  </a:lnTo>
                  <a:lnTo>
                    <a:pt x="753483" y="123189"/>
                  </a:lnTo>
                  <a:lnTo>
                    <a:pt x="753237" y="127380"/>
                  </a:lnTo>
                  <a:lnTo>
                    <a:pt x="752729" y="130809"/>
                  </a:lnTo>
                  <a:lnTo>
                    <a:pt x="751586" y="133349"/>
                  </a:lnTo>
                  <a:lnTo>
                    <a:pt x="750569" y="135889"/>
                  </a:lnTo>
                  <a:lnTo>
                    <a:pt x="748651" y="138556"/>
                  </a:lnTo>
                  <a:lnTo>
                    <a:pt x="746125" y="140842"/>
                  </a:lnTo>
                  <a:lnTo>
                    <a:pt x="746125" y="144144"/>
                  </a:lnTo>
                  <a:lnTo>
                    <a:pt x="766953" y="123189"/>
                  </a:lnTo>
                  <a:lnTo>
                    <a:pt x="766953" y="112013"/>
                  </a:lnTo>
                  <a:lnTo>
                    <a:pt x="765937" y="107949"/>
                  </a:lnTo>
                  <a:lnTo>
                    <a:pt x="763651" y="104901"/>
                  </a:lnTo>
                  <a:lnTo>
                    <a:pt x="761365" y="101726"/>
                  </a:lnTo>
                  <a:lnTo>
                    <a:pt x="758444" y="100202"/>
                  </a:lnTo>
                  <a:close/>
                </a:path>
                <a:path w="767079" h="144145">
                  <a:moveTo>
                    <a:pt x="683641" y="1142"/>
                  </a:moveTo>
                  <a:lnTo>
                    <a:pt x="671449" y="1142"/>
                  </a:lnTo>
                  <a:lnTo>
                    <a:pt x="619379" y="123062"/>
                  </a:lnTo>
                  <a:lnTo>
                    <a:pt x="637158" y="123062"/>
                  </a:lnTo>
                  <a:lnTo>
                    <a:pt x="652399" y="87121"/>
                  </a:lnTo>
                  <a:lnTo>
                    <a:pt x="721973" y="87121"/>
                  </a:lnTo>
                  <a:lnTo>
                    <a:pt x="715065" y="71627"/>
                  </a:lnTo>
                  <a:lnTo>
                    <a:pt x="659257" y="71627"/>
                  </a:lnTo>
                  <a:lnTo>
                    <a:pt x="677418" y="27812"/>
                  </a:lnTo>
                  <a:lnTo>
                    <a:pt x="695531" y="27812"/>
                  </a:lnTo>
                  <a:lnTo>
                    <a:pt x="683641" y="1142"/>
                  </a:lnTo>
                  <a:close/>
                </a:path>
                <a:path w="767079" h="144145">
                  <a:moveTo>
                    <a:pt x="721973" y="87121"/>
                  </a:moveTo>
                  <a:lnTo>
                    <a:pt x="704088" y="87121"/>
                  </a:lnTo>
                  <a:lnTo>
                    <a:pt x="720344" y="123062"/>
                  </a:lnTo>
                  <a:lnTo>
                    <a:pt x="737996" y="123062"/>
                  </a:lnTo>
                  <a:lnTo>
                    <a:pt x="721973" y="87121"/>
                  </a:lnTo>
                  <a:close/>
                </a:path>
                <a:path w="767079" h="144145">
                  <a:moveTo>
                    <a:pt x="695531" y="27812"/>
                  </a:moveTo>
                  <a:lnTo>
                    <a:pt x="677418" y="27812"/>
                  </a:lnTo>
                  <a:lnTo>
                    <a:pt x="696976" y="71627"/>
                  </a:lnTo>
                  <a:lnTo>
                    <a:pt x="715065" y="71627"/>
                  </a:lnTo>
                  <a:lnTo>
                    <a:pt x="695531" y="27812"/>
                  </a:lnTo>
                  <a:close/>
                </a:path>
                <a:path w="767079" h="144145">
                  <a:moveTo>
                    <a:pt x="555752" y="1777"/>
                  </a:moveTo>
                  <a:lnTo>
                    <a:pt x="525272" y="1777"/>
                  </a:lnTo>
                  <a:lnTo>
                    <a:pt x="525272" y="123062"/>
                  </a:lnTo>
                  <a:lnTo>
                    <a:pt x="542671" y="123062"/>
                  </a:lnTo>
                  <a:lnTo>
                    <a:pt x="542671" y="70230"/>
                  </a:lnTo>
                  <a:lnTo>
                    <a:pt x="581569" y="70230"/>
                  </a:lnTo>
                  <a:lnTo>
                    <a:pt x="579119" y="67944"/>
                  </a:lnTo>
                  <a:lnTo>
                    <a:pt x="575183" y="65404"/>
                  </a:lnTo>
                  <a:lnTo>
                    <a:pt x="581787" y="62864"/>
                  </a:lnTo>
                  <a:lnTo>
                    <a:pt x="586867" y="59054"/>
                  </a:lnTo>
                  <a:lnTo>
                    <a:pt x="589729" y="54863"/>
                  </a:lnTo>
                  <a:lnTo>
                    <a:pt x="542671" y="54863"/>
                  </a:lnTo>
                  <a:lnTo>
                    <a:pt x="542671" y="16509"/>
                  </a:lnTo>
                  <a:lnTo>
                    <a:pt x="590020" y="16509"/>
                  </a:lnTo>
                  <a:lnTo>
                    <a:pt x="589649" y="15878"/>
                  </a:lnTo>
                  <a:lnTo>
                    <a:pt x="584962" y="10921"/>
                  </a:lnTo>
                  <a:lnTo>
                    <a:pt x="579058" y="6921"/>
                  </a:lnTo>
                  <a:lnTo>
                    <a:pt x="572214" y="4063"/>
                  </a:lnTo>
                  <a:lnTo>
                    <a:pt x="564441" y="2349"/>
                  </a:lnTo>
                  <a:lnTo>
                    <a:pt x="555752" y="1777"/>
                  </a:lnTo>
                  <a:close/>
                </a:path>
                <a:path w="767079" h="144145">
                  <a:moveTo>
                    <a:pt x="581569" y="70230"/>
                  </a:moveTo>
                  <a:lnTo>
                    <a:pt x="552831" y="70230"/>
                  </a:lnTo>
                  <a:lnTo>
                    <a:pt x="556894" y="70992"/>
                  </a:lnTo>
                  <a:lnTo>
                    <a:pt x="561721" y="73532"/>
                  </a:lnTo>
                  <a:lnTo>
                    <a:pt x="588391" y="108838"/>
                  </a:lnTo>
                  <a:lnTo>
                    <a:pt x="591819" y="113664"/>
                  </a:lnTo>
                  <a:lnTo>
                    <a:pt x="592709" y="114807"/>
                  </a:lnTo>
                  <a:lnTo>
                    <a:pt x="592836" y="115061"/>
                  </a:lnTo>
                  <a:lnTo>
                    <a:pt x="598169" y="123062"/>
                  </a:lnTo>
                  <a:lnTo>
                    <a:pt x="618870" y="123062"/>
                  </a:lnTo>
                  <a:lnTo>
                    <a:pt x="612394" y="114426"/>
                  </a:lnTo>
                  <a:lnTo>
                    <a:pt x="609854" y="110870"/>
                  </a:lnTo>
                  <a:lnTo>
                    <a:pt x="606425" y="105790"/>
                  </a:lnTo>
                  <a:lnTo>
                    <a:pt x="602233" y="98805"/>
                  </a:lnTo>
                  <a:lnTo>
                    <a:pt x="597471" y="91231"/>
                  </a:lnTo>
                  <a:lnTo>
                    <a:pt x="593280" y="84883"/>
                  </a:lnTo>
                  <a:lnTo>
                    <a:pt x="589661" y="79750"/>
                  </a:lnTo>
                  <a:lnTo>
                    <a:pt x="586613" y="75818"/>
                  </a:lnTo>
                  <a:lnTo>
                    <a:pt x="582930" y="71500"/>
                  </a:lnTo>
                  <a:lnTo>
                    <a:pt x="581569" y="70230"/>
                  </a:lnTo>
                  <a:close/>
                </a:path>
                <a:path w="767079" h="144145">
                  <a:moveTo>
                    <a:pt x="590020" y="16509"/>
                  </a:moveTo>
                  <a:lnTo>
                    <a:pt x="556387" y="16509"/>
                  </a:lnTo>
                  <a:lnTo>
                    <a:pt x="562483" y="17144"/>
                  </a:lnTo>
                  <a:lnTo>
                    <a:pt x="569849" y="19684"/>
                  </a:lnTo>
                  <a:lnTo>
                    <a:pt x="572643" y="21970"/>
                  </a:lnTo>
                  <a:lnTo>
                    <a:pt x="576737" y="28174"/>
                  </a:lnTo>
                  <a:lnTo>
                    <a:pt x="577723" y="31622"/>
                  </a:lnTo>
                  <a:lnTo>
                    <a:pt x="577723" y="39242"/>
                  </a:lnTo>
                  <a:lnTo>
                    <a:pt x="558038" y="54863"/>
                  </a:lnTo>
                  <a:lnTo>
                    <a:pt x="589729" y="54863"/>
                  </a:lnTo>
                  <a:lnTo>
                    <a:pt x="593979" y="48767"/>
                  </a:lnTo>
                  <a:lnTo>
                    <a:pt x="595757" y="42671"/>
                  </a:lnTo>
                  <a:lnTo>
                    <a:pt x="595757" y="35559"/>
                  </a:lnTo>
                  <a:lnTo>
                    <a:pt x="595070" y="28174"/>
                  </a:lnTo>
                  <a:lnTo>
                    <a:pt x="593135" y="21970"/>
                  </a:lnTo>
                  <a:lnTo>
                    <a:pt x="593026" y="21621"/>
                  </a:lnTo>
                  <a:lnTo>
                    <a:pt x="590020" y="16509"/>
                  </a:lnTo>
                  <a:close/>
                </a:path>
                <a:path w="767079" h="144145">
                  <a:moveTo>
                    <a:pt x="64897" y="0"/>
                  </a:moveTo>
                  <a:lnTo>
                    <a:pt x="18415" y="17906"/>
                  </a:lnTo>
                  <a:lnTo>
                    <a:pt x="1207" y="49625"/>
                  </a:lnTo>
                  <a:lnTo>
                    <a:pt x="1144" y="49839"/>
                  </a:lnTo>
                  <a:lnTo>
                    <a:pt x="66" y="62102"/>
                  </a:lnTo>
                  <a:lnTo>
                    <a:pt x="0" y="62864"/>
                  </a:lnTo>
                  <a:lnTo>
                    <a:pt x="1123" y="75322"/>
                  </a:lnTo>
                  <a:lnTo>
                    <a:pt x="27983" y="114601"/>
                  </a:lnTo>
                  <a:lnTo>
                    <a:pt x="63881" y="124459"/>
                  </a:lnTo>
                  <a:lnTo>
                    <a:pt x="77644" y="123364"/>
                  </a:lnTo>
                  <a:lnTo>
                    <a:pt x="90170" y="120078"/>
                  </a:lnTo>
                  <a:lnTo>
                    <a:pt x="101457" y="114601"/>
                  </a:lnTo>
                  <a:lnTo>
                    <a:pt x="109508" y="108457"/>
                  </a:lnTo>
                  <a:lnTo>
                    <a:pt x="65024" y="108457"/>
                  </a:lnTo>
                  <a:lnTo>
                    <a:pt x="55354" y="107648"/>
                  </a:lnTo>
                  <a:lnTo>
                    <a:pt x="21304" y="80803"/>
                  </a:lnTo>
                  <a:lnTo>
                    <a:pt x="17906" y="62864"/>
                  </a:lnTo>
                  <a:lnTo>
                    <a:pt x="18760" y="53201"/>
                  </a:lnTo>
                  <a:lnTo>
                    <a:pt x="46561" y="19827"/>
                  </a:lnTo>
                  <a:lnTo>
                    <a:pt x="65531" y="16509"/>
                  </a:lnTo>
                  <a:lnTo>
                    <a:pt x="109862" y="16509"/>
                  </a:lnTo>
                  <a:lnTo>
                    <a:pt x="101705" y="10072"/>
                  </a:lnTo>
                  <a:lnTo>
                    <a:pt x="90598" y="4476"/>
                  </a:lnTo>
                  <a:lnTo>
                    <a:pt x="78325" y="1119"/>
                  </a:lnTo>
                  <a:lnTo>
                    <a:pt x="64897" y="0"/>
                  </a:lnTo>
                  <a:close/>
                </a:path>
                <a:path w="767079" h="144145">
                  <a:moveTo>
                    <a:pt x="109862" y="16509"/>
                  </a:moveTo>
                  <a:lnTo>
                    <a:pt x="65531" y="16509"/>
                  </a:lnTo>
                  <a:lnTo>
                    <a:pt x="75055" y="17341"/>
                  </a:lnTo>
                  <a:lnTo>
                    <a:pt x="83804" y="19827"/>
                  </a:lnTo>
                  <a:lnTo>
                    <a:pt x="111666" y="52863"/>
                  </a:lnTo>
                  <a:lnTo>
                    <a:pt x="112522" y="62102"/>
                  </a:lnTo>
                  <a:lnTo>
                    <a:pt x="111666" y="71604"/>
                  </a:lnTo>
                  <a:lnTo>
                    <a:pt x="83538" y="105219"/>
                  </a:lnTo>
                  <a:lnTo>
                    <a:pt x="83408" y="105219"/>
                  </a:lnTo>
                  <a:lnTo>
                    <a:pt x="74708" y="107648"/>
                  </a:lnTo>
                  <a:lnTo>
                    <a:pt x="74530" y="107648"/>
                  </a:lnTo>
                  <a:lnTo>
                    <a:pt x="65024" y="108457"/>
                  </a:lnTo>
                  <a:lnTo>
                    <a:pt x="109508" y="108457"/>
                  </a:lnTo>
                  <a:lnTo>
                    <a:pt x="129175" y="75537"/>
                  </a:lnTo>
                  <a:lnTo>
                    <a:pt x="130394" y="62102"/>
                  </a:lnTo>
                  <a:lnTo>
                    <a:pt x="129279" y="49839"/>
                  </a:lnTo>
                  <a:lnTo>
                    <a:pt x="111633" y="17906"/>
                  </a:lnTo>
                  <a:lnTo>
                    <a:pt x="109862" y="16509"/>
                  </a:lnTo>
                  <a:close/>
                </a:path>
                <a:path w="767079" h="144145">
                  <a:moveTo>
                    <a:pt x="497840" y="1777"/>
                  </a:moveTo>
                  <a:lnTo>
                    <a:pt x="480568" y="1777"/>
                  </a:lnTo>
                  <a:lnTo>
                    <a:pt x="480568" y="123062"/>
                  </a:lnTo>
                  <a:lnTo>
                    <a:pt x="497840" y="123062"/>
                  </a:lnTo>
                  <a:lnTo>
                    <a:pt x="497840" y="1777"/>
                  </a:lnTo>
                  <a:close/>
                </a:path>
                <a:path w="767079" h="144145">
                  <a:moveTo>
                    <a:pt x="460248" y="1777"/>
                  </a:moveTo>
                  <a:lnTo>
                    <a:pt x="391414" y="1777"/>
                  </a:lnTo>
                  <a:lnTo>
                    <a:pt x="391414" y="122935"/>
                  </a:lnTo>
                  <a:lnTo>
                    <a:pt x="461899" y="122935"/>
                  </a:lnTo>
                  <a:lnTo>
                    <a:pt x="461899" y="107441"/>
                  </a:lnTo>
                  <a:lnTo>
                    <a:pt x="408813" y="107441"/>
                  </a:lnTo>
                  <a:lnTo>
                    <a:pt x="408813" y="69722"/>
                  </a:lnTo>
                  <a:lnTo>
                    <a:pt x="458469" y="69722"/>
                  </a:lnTo>
                  <a:lnTo>
                    <a:pt x="458469" y="54228"/>
                  </a:lnTo>
                  <a:lnTo>
                    <a:pt x="408813" y="54228"/>
                  </a:lnTo>
                  <a:lnTo>
                    <a:pt x="408813" y="17271"/>
                  </a:lnTo>
                  <a:lnTo>
                    <a:pt x="460248" y="17271"/>
                  </a:lnTo>
                  <a:lnTo>
                    <a:pt x="460248" y="1777"/>
                  </a:lnTo>
                  <a:close/>
                </a:path>
                <a:path w="767079" h="144145">
                  <a:moveTo>
                    <a:pt x="287655" y="1777"/>
                  </a:moveTo>
                  <a:lnTo>
                    <a:pt x="270129" y="1777"/>
                  </a:lnTo>
                  <a:lnTo>
                    <a:pt x="322453" y="123570"/>
                  </a:lnTo>
                  <a:lnTo>
                    <a:pt x="326390" y="123570"/>
                  </a:lnTo>
                  <a:lnTo>
                    <a:pt x="341760" y="86994"/>
                  </a:lnTo>
                  <a:lnTo>
                    <a:pt x="324104" y="86994"/>
                  </a:lnTo>
                  <a:lnTo>
                    <a:pt x="287655" y="1777"/>
                  </a:lnTo>
                  <a:close/>
                </a:path>
                <a:path w="767079" h="144145">
                  <a:moveTo>
                    <a:pt x="377571" y="1777"/>
                  </a:moveTo>
                  <a:lnTo>
                    <a:pt x="360299" y="1777"/>
                  </a:lnTo>
                  <a:lnTo>
                    <a:pt x="324104" y="86994"/>
                  </a:lnTo>
                  <a:lnTo>
                    <a:pt x="341760" y="86994"/>
                  </a:lnTo>
                  <a:lnTo>
                    <a:pt x="377571" y="1777"/>
                  </a:lnTo>
                  <a:close/>
                </a:path>
                <a:path w="767079" h="144145">
                  <a:moveTo>
                    <a:pt x="256540" y="1777"/>
                  </a:moveTo>
                  <a:lnTo>
                    <a:pt x="239268" y="1777"/>
                  </a:lnTo>
                  <a:lnTo>
                    <a:pt x="239268" y="123062"/>
                  </a:lnTo>
                  <a:lnTo>
                    <a:pt x="256540" y="123062"/>
                  </a:lnTo>
                  <a:lnTo>
                    <a:pt x="256540" y="1777"/>
                  </a:lnTo>
                  <a:close/>
                </a:path>
                <a:path w="767079" h="144145">
                  <a:moveTo>
                    <a:pt x="168783" y="1777"/>
                  </a:moveTo>
                  <a:lnTo>
                    <a:pt x="151384" y="1777"/>
                  </a:lnTo>
                  <a:lnTo>
                    <a:pt x="151384" y="123062"/>
                  </a:lnTo>
                  <a:lnTo>
                    <a:pt x="223393" y="123062"/>
                  </a:lnTo>
                  <a:lnTo>
                    <a:pt x="223393" y="107314"/>
                  </a:lnTo>
                  <a:lnTo>
                    <a:pt x="168783" y="107314"/>
                  </a:lnTo>
                  <a:lnTo>
                    <a:pt x="168783" y="17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57982" y="4341368"/>
              <a:ext cx="767080" cy="144145"/>
            </a:xfrm>
            <a:custGeom>
              <a:avLst/>
              <a:gdLst/>
              <a:ahLst/>
              <a:cxnLst/>
              <a:rect l="l" t="t" r="r" b="b"/>
              <a:pathLst>
                <a:path w="767079" h="144145">
                  <a:moveTo>
                    <a:pt x="754888" y="100202"/>
                  </a:moveTo>
                  <a:lnTo>
                    <a:pt x="758444" y="100202"/>
                  </a:lnTo>
                  <a:lnTo>
                    <a:pt x="761365" y="101726"/>
                  </a:lnTo>
                  <a:lnTo>
                    <a:pt x="763651" y="104901"/>
                  </a:lnTo>
                  <a:lnTo>
                    <a:pt x="765937" y="107949"/>
                  </a:lnTo>
                  <a:lnTo>
                    <a:pt x="766953" y="112013"/>
                  </a:lnTo>
                  <a:lnTo>
                    <a:pt x="766953" y="116839"/>
                  </a:lnTo>
                  <a:lnTo>
                    <a:pt x="766953" y="123189"/>
                  </a:lnTo>
                  <a:lnTo>
                    <a:pt x="746125" y="144144"/>
                  </a:lnTo>
                  <a:lnTo>
                    <a:pt x="746125" y="140842"/>
                  </a:lnTo>
                  <a:lnTo>
                    <a:pt x="748792" y="138429"/>
                  </a:lnTo>
                  <a:lnTo>
                    <a:pt x="750569" y="135889"/>
                  </a:lnTo>
                  <a:lnTo>
                    <a:pt x="751586" y="133349"/>
                  </a:lnTo>
                  <a:lnTo>
                    <a:pt x="752729" y="130809"/>
                  </a:lnTo>
                  <a:lnTo>
                    <a:pt x="753237" y="127380"/>
                  </a:lnTo>
                  <a:lnTo>
                    <a:pt x="753491" y="123062"/>
                  </a:lnTo>
                  <a:lnTo>
                    <a:pt x="747268" y="121284"/>
                  </a:lnTo>
                  <a:lnTo>
                    <a:pt x="744219" y="117474"/>
                  </a:lnTo>
                  <a:lnTo>
                    <a:pt x="744219" y="111759"/>
                  </a:lnTo>
                  <a:lnTo>
                    <a:pt x="744219" y="108584"/>
                  </a:lnTo>
                  <a:lnTo>
                    <a:pt x="745363" y="105917"/>
                  </a:lnTo>
                  <a:lnTo>
                    <a:pt x="747394" y="103631"/>
                  </a:lnTo>
                  <a:lnTo>
                    <a:pt x="749554" y="101345"/>
                  </a:lnTo>
                  <a:lnTo>
                    <a:pt x="752094" y="100202"/>
                  </a:lnTo>
                  <a:lnTo>
                    <a:pt x="754888" y="100202"/>
                  </a:lnTo>
                  <a:close/>
                </a:path>
                <a:path w="767079" h="144145">
                  <a:moveTo>
                    <a:pt x="677418" y="27812"/>
                  </a:moveTo>
                  <a:lnTo>
                    <a:pt x="659257" y="71627"/>
                  </a:lnTo>
                  <a:lnTo>
                    <a:pt x="696976" y="71627"/>
                  </a:lnTo>
                  <a:lnTo>
                    <a:pt x="677418" y="27812"/>
                  </a:lnTo>
                  <a:close/>
                </a:path>
                <a:path w="767079" h="144145">
                  <a:moveTo>
                    <a:pt x="542671" y="16509"/>
                  </a:moveTo>
                  <a:lnTo>
                    <a:pt x="542671" y="54863"/>
                  </a:lnTo>
                  <a:lnTo>
                    <a:pt x="549275" y="54863"/>
                  </a:lnTo>
                  <a:lnTo>
                    <a:pt x="558038" y="54863"/>
                  </a:lnTo>
                  <a:lnTo>
                    <a:pt x="577723" y="39242"/>
                  </a:lnTo>
                  <a:lnTo>
                    <a:pt x="577723" y="35432"/>
                  </a:lnTo>
                  <a:lnTo>
                    <a:pt x="577723" y="31622"/>
                  </a:lnTo>
                  <a:lnTo>
                    <a:pt x="576707" y="28066"/>
                  </a:lnTo>
                  <a:lnTo>
                    <a:pt x="574675" y="25018"/>
                  </a:lnTo>
                  <a:lnTo>
                    <a:pt x="572643" y="21970"/>
                  </a:lnTo>
                  <a:lnTo>
                    <a:pt x="569849" y="19684"/>
                  </a:lnTo>
                  <a:lnTo>
                    <a:pt x="566166" y="18414"/>
                  </a:lnTo>
                  <a:lnTo>
                    <a:pt x="562483" y="17144"/>
                  </a:lnTo>
                  <a:lnTo>
                    <a:pt x="556387" y="16509"/>
                  </a:lnTo>
                  <a:lnTo>
                    <a:pt x="547878" y="16509"/>
                  </a:lnTo>
                  <a:lnTo>
                    <a:pt x="542671" y="16509"/>
                  </a:lnTo>
                  <a:close/>
                </a:path>
                <a:path w="767079" h="144145">
                  <a:moveTo>
                    <a:pt x="65531" y="16509"/>
                  </a:moveTo>
                  <a:lnTo>
                    <a:pt x="25515" y="36540"/>
                  </a:lnTo>
                  <a:lnTo>
                    <a:pt x="17906" y="62864"/>
                  </a:lnTo>
                  <a:lnTo>
                    <a:pt x="18760" y="72251"/>
                  </a:lnTo>
                  <a:lnTo>
                    <a:pt x="46529" y="105219"/>
                  </a:lnTo>
                  <a:lnTo>
                    <a:pt x="65024" y="108457"/>
                  </a:lnTo>
                  <a:lnTo>
                    <a:pt x="74787" y="107626"/>
                  </a:lnTo>
                  <a:lnTo>
                    <a:pt x="109108" y="80295"/>
                  </a:lnTo>
                  <a:lnTo>
                    <a:pt x="112522" y="62102"/>
                  </a:lnTo>
                  <a:lnTo>
                    <a:pt x="111666" y="52863"/>
                  </a:lnTo>
                  <a:lnTo>
                    <a:pt x="83804" y="19827"/>
                  </a:lnTo>
                  <a:lnTo>
                    <a:pt x="65531" y="16509"/>
                  </a:lnTo>
                  <a:close/>
                </a:path>
                <a:path w="767079" h="144145">
                  <a:moveTo>
                    <a:pt x="525272" y="1777"/>
                  </a:moveTo>
                  <a:lnTo>
                    <a:pt x="555752" y="1777"/>
                  </a:lnTo>
                  <a:lnTo>
                    <a:pt x="564441" y="2349"/>
                  </a:lnTo>
                  <a:lnTo>
                    <a:pt x="595070" y="28174"/>
                  </a:lnTo>
                  <a:lnTo>
                    <a:pt x="595757" y="35559"/>
                  </a:lnTo>
                  <a:lnTo>
                    <a:pt x="595757" y="42671"/>
                  </a:lnTo>
                  <a:lnTo>
                    <a:pt x="593979" y="48767"/>
                  </a:lnTo>
                  <a:lnTo>
                    <a:pt x="590423" y="53847"/>
                  </a:lnTo>
                  <a:lnTo>
                    <a:pt x="586867" y="59054"/>
                  </a:lnTo>
                  <a:lnTo>
                    <a:pt x="581787" y="62864"/>
                  </a:lnTo>
                  <a:lnTo>
                    <a:pt x="575183" y="65404"/>
                  </a:lnTo>
                  <a:lnTo>
                    <a:pt x="579119" y="67944"/>
                  </a:lnTo>
                  <a:lnTo>
                    <a:pt x="602233" y="98805"/>
                  </a:lnTo>
                  <a:lnTo>
                    <a:pt x="606425" y="105790"/>
                  </a:lnTo>
                  <a:lnTo>
                    <a:pt x="609854" y="110870"/>
                  </a:lnTo>
                  <a:lnTo>
                    <a:pt x="612394" y="114426"/>
                  </a:lnTo>
                  <a:lnTo>
                    <a:pt x="618870" y="123062"/>
                  </a:lnTo>
                  <a:lnTo>
                    <a:pt x="598169" y="123062"/>
                  </a:lnTo>
                  <a:lnTo>
                    <a:pt x="592836" y="115061"/>
                  </a:lnTo>
                  <a:lnTo>
                    <a:pt x="592709" y="114807"/>
                  </a:lnTo>
                  <a:lnTo>
                    <a:pt x="592328" y="114299"/>
                  </a:lnTo>
                  <a:lnTo>
                    <a:pt x="591819" y="113664"/>
                  </a:lnTo>
                  <a:lnTo>
                    <a:pt x="588391" y="108838"/>
                  </a:lnTo>
                  <a:lnTo>
                    <a:pt x="583057" y="99948"/>
                  </a:lnTo>
                  <a:lnTo>
                    <a:pt x="577215" y="90550"/>
                  </a:lnTo>
                  <a:lnTo>
                    <a:pt x="552831" y="70230"/>
                  </a:lnTo>
                  <a:lnTo>
                    <a:pt x="547243" y="70230"/>
                  </a:lnTo>
                  <a:lnTo>
                    <a:pt x="542671" y="70230"/>
                  </a:lnTo>
                  <a:lnTo>
                    <a:pt x="542671" y="123062"/>
                  </a:lnTo>
                  <a:lnTo>
                    <a:pt x="525272" y="123062"/>
                  </a:lnTo>
                  <a:lnTo>
                    <a:pt x="525272" y="1777"/>
                  </a:lnTo>
                  <a:close/>
                </a:path>
                <a:path w="767079" h="144145">
                  <a:moveTo>
                    <a:pt x="480568" y="1777"/>
                  </a:moveTo>
                  <a:lnTo>
                    <a:pt x="497840" y="1777"/>
                  </a:lnTo>
                  <a:lnTo>
                    <a:pt x="497840" y="123062"/>
                  </a:lnTo>
                  <a:lnTo>
                    <a:pt x="480568" y="123062"/>
                  </a:lnTo>
                  <a:lnTo>
                    <a:pt x="480568" y="1777"/>
                  </a:lnTo>
                  <a:close/>
                </a:path>
                <a:path w="767079" h="144145">
                  <a:moveTo>
                    <a:pt x="391414" y="1777"/>
                  </a:moveTo>
                  <a:lnTo>
                    <a:pt x="460248" y="1777"/>
                  </a:lnTo>
                  <a:lnTo>
                    <a:pt x="460248" y="17271"/>
                  </a:lnTo>
                  <a:lnTo>
                    <a:pt x="408813" y="17271"/>
                  </a:lnTo>
                  <a:lnTo>
                    <a:pt x="408813" y="54228"/>
                  </a:lnTo>
                  <a:lnTo>
                    <a:pt x="458469" y="54228"/>
                  </a:lnTo>
                  <a:lnTo>
                    <a:pt x="458469" y="69722"/>
                  </a:lnTo>
                  <a:lnTo>
                    <a:pt x="408813" y="69722"/>
                  </a:lnTo>
                  <a:lnTo>
                    <a:pt x="408813" y="107441"/>
                  </a:lnTo>
                  <a:lnTo>
                    <a:pt x="461899" y="107441"/>
                  </a:lnTo>
                  <a:lnTo>
                    <a:pt x="461899" y="122935"/>
                  </a:lnTo>
                  <a:lnTo>
                    <a:pt x="391414" y="122935"/>
                  </a:lnTo>
                  <a:lnTo>
                    <a:pt x="391414" y="1777"/>
                  </a:lnTo>
                  <a:close/>
                </a:path>
                <a:path w="767079" h="144145">
                  <a:moveTo>
                    <a:pt x="270129" y="1777"/>
                  </a:moveTo>
                  <a:lnTo>
                    <a:pt x="287655" y="1777"/>
                  </a:lnTo>
                  <a:lnTo>
                    <a:pt x="324104" y="86994"/>
                  </a:lnTo>
                  <a:lnTo>
                    <a:pt x="360299" y="1777"/>
                  </a:lnTo>
                  <a:lnTo>
                    <a:pt x="377571" y="1777"/>
                  </a:lnTo>
                  <a:lnTo>
                    <a:pt x="326390" y="123570"/>
                  </a:lnTo>
                  <a:lnTo>
                    <a:pt x="322453" y="123570"/>
                  </a:lnTo>
                  <a:lnTo>
                    <a:pt x="270129" y="1777"/>
                  </a:lnTo>
                  <a:close/>
                </a:path>
                <a:path w="767079" h="144145">
                  <a:moveTo>
                    <a:pt x="239268" y="1777"/>
                  </a:moveTo>
                  <a:lnTo>
                    <a:pt x="256540" y="1777"/>
                  </a:lnTo>
                  <a:lnTo>
                    <a:pt x="256540" y="123062"/>
                  </a:lnTo>
                  <a:lnTo>
                    <a:pt x="239268" y="123062"/>
                  </a:lnTo>
                  <a:lnTo>
                    <a:pt x="239268" y="1777"/>
                  </a:lnTo>
                  <a:close/>
                </a:path>
                <a:path w="767079" h="144145">
                  <a:moveTo>
                    <a:pt x="151384" y="1777"/>
                  </a:moveTo>
                  <a:lnTo>
                    <a:pt x="168783" y="1777"/>
                  </a:lnTo>
                  <a:lnTo>
                    <a:pt x="168783" y="107314"/>
                  </a:lnTo>
                  <a:lnTo>
                    <a:pt x="223393" y="107314"/>
                  </a:lnTo>
                  <a:lnTo>
                    <a:pt x="223393" y="123062"/>
                  </a:lnTo>
                  <a:lnTo>
                    <a:pt x="151384" y="123062"/>
                  </a:lnTo>
                  <a:lnTo>
                    <a:pt x="151384" y="1777"/>
                  </a:lnTo>
                  <a:close/>
                </a:path>
                <a:path w="767079" h="144145">
                  <a:moveTo>
                    <a:pt x="671449" y="1142"/>
                  </a:moveTo>
                  <a:lnTo>
                    <a:pt x="683641" y="1142"/>
                  </a:lnTo>
                  <a:lnTo>
                    <a:pt x="737996" y="123062"/>
                  </a:lnTo>
                  <a:lnTo>
                    <a:pt x="720344" y="123062"/>
                  </a:lnTo>
                  <a:lnTo>
                    <a:pt x="704088" y="87121"/>
                  </a:lnTo>
                  <a:lnTo>
                    <a:pt x="652399" y="87121"/>
                  </a:lnTo>
                  <a:lnTo>
                    <a:pt x="637158" y="123062"/>
                  </a:lnTo>
                  <a:lnTo>
                    <a:pt x="619379" y="123062"/>
                  </a:lnTo>
                  <a:lnTo>
                    <a:pt x="671449" y="1142"/>
                  </a:lnTo>
                  <a:close/>
                </a:path>
                <a:path w="767079" h="144145">
                  <a:moveTo>
                    <a:pt x="64897" y="0"/>
                  </a:moveTo>
                  <a:lnTo>
                    <a:pt x="101705" y="10072"/>
                  </a:lnTo>
                  <a:lnTo>
                    <a:pt x="129260" y="49625"/>
                  </a:lnTo>
                  <a:lnTo>
                    <a:pt x="130429" y="62483"/>
                  </a:lnTo>
                  <a:lnTo>
                    <a:pt x="129240" y="75322"/>
                  </a:lnTo>
                  <a:lnTo>
                    <a:pt x="101457" y="114601"/>
                  </a:lnTo>
                  <a:lnTo>
                    <a:pt x="63881" y="124459"/>
                  </a:lnTo>
                  <a:lnTo>
                    <a:pt x="50756" y="123364"/>
                  </a:lnTo>
                  <a:lnTo>
                    <a:pt x="10287" y="97547"/>
                  </a:lnTo>
                  <a:lnTo>
                    <a:pt x="0" y="62864"/>
                  </a:lnTo>
                  <a:lnTo>
                    <a:pt x="1144" y="49839"/>
                  </a:lnTo>
                  <a:lnTo>
                    <a:pt x="28178" y="10072"/>
                  </a:lnTo>
                  <a:lnTo>
                    <a:pt x="64897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534536" y="4338065"/>
            <a:ext cx="95376" cy="17233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58310" y="4338065"/>
            <a:ext cx="84962" cy="13284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59352" y="4337430"/>
            <a:ext cx="844803" cy="17284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1536" y="4336160"/>
            <a:ext cx="448437" cy="174117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6371" y="4377944"/>
            <a:ext cx="308101" cy="13233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2602" y="4634991"/>
            <a:ext cx="5332793" cy="173736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152" y="4900040"/>
            <a:ext cx="806551" cy="187452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507809" y="5359780"/>
            <a:ext cx="688340" cy="153670"/>
            <a:chOff x="507809" y="5359780"/>
            <a:chExt cx="688340" cy="153670"/>
          </a:xfrm>
        </p:grpSpPr>
        <p:sp>
          <p:nvSpPr>
            <p:cNvPr id="64" name="object 64"/>
            <p:cNvSpPr/>
            <p:nvPr/>
          </p:nvSpPr>
          <p:spPr>
            <a:xfrm>
              <a:off x="512889" y="5364860"/>
              <a:ext cx="678180" cy="143510"/>
            </a:xfrm>
            <a:custGeom>
              <a:avLst/>
              <a:gdLst/>
              <a:ahLst/>
              <a:cxnLst/>
              <a:rect l="l" t="t" r="r" b="b"/>
              <a:pathLst>
                <a:path w="678180" h="143510">
                  <a:moveTo>
                    <a:pt x="669632" y="99059"/>
                  </a:moveTo>
                  <a:lnTo>
                    <a:pt x="663206" y="99059"/>
                  </a:lnTo>
                  <a:lnTo>
                    <a:pt x="660704" y="100202"/>
                  </a:lnTo>
                  <a:lnTo>
                    <a:pt x="656475" y="104775"/>
                  </a:lnTo>
                  <a:lnTo>
                    <a:pt x="655421" y="107441"/>
                  </a:lnTo>
                  <a:lnTo>
                    <a:pt x="655421" y="116331"/>
                  </a:lnTo>
                  <a:lnTo>
                    <a:pt x="658495" y="120141"/>
                  </a:lnTo>
                  <a:lnTo>
                    <a:pt x="664629" y="121919"/>
                  </a:lnTo>
                  <a:lnTo>
                    <a:pt x="664451" y="126237"/>
                  </a:lnTo>
                  <a:lnTo>
                    <a:pt x="663841" y="129666"/>
                  </a:lnTo>
                  <a:lnTo>
                    <a:pt x="661758" y="134747"/>
                  </a:lnTo>
                  <a:lnTo>
                    <a:pt x="659930" y="137286"/>
                  </a:lnTo>
                  <a:lnTo>
                    <a:pt x="657326" y="139700"/>
                  </a:lnTo>
                  <a:lnTo>
                    <a:pt x="657326" y="143001"/>
                  </a:lnTo>
                  <a:lnTo>
                    <a:pt x="663816" y="140969"/>
                  </a:lnTo>
                  <a:lnTo>
                    <a:pt x="668909" y="137413"/>
                  </a:lnTo>
                  <a:lnTo>
                    <a:pt x="676313" y="127761"/>
                  </a:lnTo>
                  <a:lnTo>
                    <a:pt x="678167" y="122047"/>
                  </a:lnTo>
                  <a:lnTo>
                    <a:pt x="678167" y="110870"/>
                  </a:lnTo>
                  <a:lnTo>
                    <a:pt x="677036" y="106806"/>
                  </a:lnTo>
                  <a:lnTo>
                    <a:pt x="674776" y="103758"/>
                  </a:lnTo>
                  <a:lnTo>
                    <a:pt x="672528" y="100583"/>
                  </a:lnTo>
                  <a:lnTo>
                    <a:pt x="669632" y="99059"/>
                  </a:lnTo>
                  <a:close/>
                </a:path>
                <a:path w="678180" h="143510">
                  <a:moveTo>
                    <a:pt x="594842" y="0"/>
                  </a:moveTo>
                  <a:lnTo>
                    <a:pt x="582637" y="0"/>
                  </a:lnTo>
                  <a:lnTo>
                    <a:pt x="530542" y="121919"/>
                  </a:lnTo>
                  <a:lnTo>
                    <a:pt x="548386" y="121919"/>
                  </a:lnTo>
                  <a:lnTo>
                    <a:pt x="563537" y="85978"/>
                  </a:lnTo>
                  <a:lnTo>
                    <a:pt x="633183" y="85978"/>
                  </a:lnTo>
                  <a:lnTo>
                    <a:pt x="626274" y="70484"/>
                  </a:lnTo>
                  <a:lnTo>
                    <a:pt x="570433" y="70484"/>
                  </a:lnTo>
                  <a:lnTo>
                    <a:pt x="588581" y="26669"/>
                  </a:lnTo>
                  <a:lnTo>
                    <a:pt x="606735" y="26669"/>
                  </a:lnTo>
                  <a:lnTo>
                    <a:pt x="594842" y="0"/>
                  </a:lnTo>
                  <a:close/>
                </a:path>
                <a:path w="678180" h="143510">
                  <a:moveTo>
                    <a:pt x="633183" y="85978"/>
                  </a:moveTo>
                  <a:lnTo>
                    <a:pt x="615276" y="85978"/>
                  </a:lnTo>
                  <a:lnTo>
                    <a:pt x="631444" y="121919"/>
                  </a:lnTo>
                  <a:lnTo>
                    <a:pt x="649211" y="121919"/>
                  </a:lnTo>
                  <a:lnTo>
                    <a:pt x="633183" y="85978"/>
                  </a:lnTo>
                  <a:close/>
                </a:path>
                <a:path w="678180" h="143510">
                  <a:moveTo>
                    <a:pt x="606735" y="26669"/>
                  </a:moveTo>
                  <a:lnTo>
                    <a:pt x="588581" y="26669"/>
                  </a:lnTo>
                  <a:lnTo>
                    <a:pt x="608139" y="70484"/>
                  </a:lnTo>
                  <a:lnTo>
                    <a:pt x="626274" y="70484"/>
                  </a:lnTo>
                  <a:lnTo>
                    <a:pt x="606735" y="26669"/>
                  </a:lnTo>
                  <a:close/>
                </a:path>
                <a:path w="678180" h="143510">
                  <a:moveTo>
                    <a:pt x="268744" y="634"/>
                  </a:moveTo>
                  <a:lnTo>
                    <a:pt x="227850" y="634"/>
                  </a:lnTo>
                  <a:lnTo>
                    <a:pt x="227850" y="121792"/>
                  </a:lnTo>
                  <a:lnTo>
                    <a:pt x="276987" y="121792"/>
                  </a:lnTo>
                  <a:lnTo>
                    <a:pt x="284289" y="121411"/>
                  </a:lnTo>
                  <a:lnTo>
                    <a:pt x="288099" y="120903"/>
                  </a:lnTo>
                  <a:lnTo>
                    <a:pt x="291922" y="120268"/>
                  </a:lnTo>
                  <a:lnTo>
                    <a:pt x="296113" y="118998"/>
                  </a:lnTo>
                  <a:lnTo>
                    <a:pt x="300697" y="117220"/>
                  </a:lnTo>
                  <a:lnTo>
                    <a:pt x="308508" y="114300"/>
                  </a:lnTo>
                  <a:lnTo>
                    <a:pt x="315366" y="109981"/>
                  </a:lnTo>
                  <a:lnTo>
                    <a:pt x="319089" y="106298"/>
                  </a:lnTo>
                  <a:lnTo>
                    <a:pt x="245211" y="106298"/>
                  </a:lnTo>
                  <a:lnTo>
                    <a:pt x="245211" y="16128"/>
                  </a:lnTo>
                  <a:lnTo>
                    <a:pt x="319422" y="16128"/>
                  </a:lnTo>
                  <a:lnTo>
                    <a:pt x="314732" y="12273"/>
                  </a:lnTo>
                  <a:lnTo>
                    <a:pt x="307898" y="8127"/>
                  </a:lnTo>
                  <a:lnTo>
                    <a:pt x="300045" y="4867"/>
                  </a:lnTo>
                  <a:lnTo>
                    <a:pt x="290903" y="2524"/>
                  </a:lnTo>
                  <a:lnTo>
                    <a:pt x="280470" y="1109"/>
                  </a:lnTo>
                  <a:lnTo>
                    <a:pt x="268744" y="634"/>
                  </a:lnTo>
                  <a:close/>
                </a:path>
                <a:path w="678180" h="143510">
                  <a:moveTo>
                    <a:pt x="319422" y="16128"/>
                  </a:moveTo>
                  <a:lnTo>
                    <a:pt x="275259" y="16128"/>
                  </a:lnTo>
                  <a:lnTo>
                    <a:pt x="281305" y="16382"/>
                  </a:lnTo>
                  <a:lnTo>
                    <a:pt x="288823" y="17652"/>
                  </a:lnTo>
                  <a:lnTo>
                    <a:pt x="318050" y="42640"/>
                  </a:lnTo>
                  <a:lnTo>
                    <a:pt x="321348" y="60325"/>
                  </a:lnTo>
                  <a:lnTo>
                    <a:pt x="320579" y="69468"/>
                  </a:lnTo>
                  <a:lnTo>
                    <a:pt x="296481" y="101853"/>
                  </a:lnTo>
                  <a:lnTo>
                    <a:pt x="276123" y="106298"/>
                  </a:lnTo>
                  <a:lnTo>
                    <a:pt x="319089" y="106298"/>
                  </a:lnTo>
                  <a:lnTo>
                    <a:pt x="321271" y="104139"/>
                  </a:lnTo>
                  <a:lnTo>
                    <a:pt x="327050" y="98551"/>
                  </a:lnTo>
                  <a:lnTo>
                    <a:pt x="331508" y="92075"/>
                  </a:lnTo>
                  <a:lnTo>
                    <a:pt x="334632" y="84581"/>
                  </a:lnTo>
                  <a:lnTo>
                    <a:pt x="337756" y="77215"/>
                  </a:lnTo>
                  <a:lnTo>
                    <a:pt x="339248" y="69877"/>
                  </a:lnTo>
                  <a:lnTo>
                    <a:pt x="330822" y="29971"/>
                  </a:lnTo>
                  <a:lnTo>
                    <a:pt x="320832" y="17287"/>
                  </a:lnTo>
                  <a:lnTo>
                    <a:pt x="319422" y="16128"/>
                  </a:lnTo>
                  <a:close/>
                </a:path>
                <a:path w="678180" h="143510">
                  <a:moveTo>
                    <a:pt x="420065" y="634"/>
                  </a:moveTo>
                  <a:lnTo>
                    <a:pt x="406006" y="634"/>
                  </a:lnTo>
                  <a:lnTo>
                    <a:pt x="406006" y="121919"/>
                  </a:lnTo>
                  <a:lnTo>
                    <a:pt x="422325" y="121919"/>
                  </a:lnTo>
                  <a:lnTo>
                    <a:pt x="422325" y="28575"/>
                  </a:lnTo>
                  <a:lnTo>
                    <a:pt x="444311" y="28575"/>
                  </a:lnTo>
                  <a:lnTo>
                    <a:pt x="420065" y="634"/>
                  </a:lnTo>
                  <a:close/>
                </a:path>
                <a:path w="678180" h="143510">
                  <a:moveTo>
                    <a:pt x="444311" y="28575"/>
                  </a:moveTo>
                  <a:lnTo>
                    <a:pt x="422325" y="28575"/>
                  </a:lnTo>
                  <a:lnTo>
                    <a:pt x="503402" y="121919"/>
                  </a:lnTo>
                  <a:lnTo>
                    <a:pt x="518337" y="121919"/>
                  </a:lnTo>
                  <a:lnTo>
                    <a:pt x="518337" y="94868"/>
                  </a:lnTo>
                  <a:lnTo>
                    <a:pt x="501840" y="94868"/>
                  </a:lnTo>
                  <a:lnTo>
                    <a:pt x="444311" y="28575"/>
                  </a:lnTo>
                  <a:close/>
                </a:path>
                <a:path w="678180" h="143510">
                  <a:moveTo>
                    <a:pt x="518337" y="634"/>
                  </a:moveTo>
                  <a:lnTo>
                    <a:pt x="501840" y="634"/>
                  </a:lnTo>
                  <a:lnTo>
                    <a:pt x="501840" y="94868"/>
                  </a:lnTo>
                  <a:lnTo>
                    <a:pt x="518337" y="94868"/>
                  </a:lnTo>
                  <a:lnTo>
                    <a:pt x="518337" y="634"/>
                  </a:lnTo>
                  <a:close/>
                </a:path>
                <a:path w="678180" h="143510">
                  <a:moveTo>
                    <a:pt x="378561" y="634"/>
                  </a:moveTo>
                  <a:lnTo>
                    <a:pt x="361200" y="634"/>
                  </a:lnTo>
                  <a:lnTo>
                    <a:pt x="361200" y="121919"/>
                  </a:lnTo>
                  <a:lnTo>
                    <a:pt x="378561" y="121919"/>
                  </a:lnTo>
                  <a:lnTo>
                    <a:pt x="378561" y="634"/>
                  </a:lnTo>
                  <a:close/>
                </a:path>
                <a:path w="678180" h="143510">
                  <a:moveTo>
                    <a:pt x="207543" y="634"/>
                  </a:moveTo>
                  <a:lnTo>
                    <a:pt x="138772" y="634"/>
                  </a:lnTo>
                  <a:lnTo>
                    <a:pt x="138772" y="121792"/>
                  </a:lnTo>
                  <a:lnTo>
                    <a:pt x="209181" y="121792"/>
                  </a:lnTo>
                  <a:lnTo>
                    <a:pt x="209181" y="106298"/>
                  </a:lnTo>
                  <a:lnTo>
                    <a:pt x="156146" y="106298"/>
                  </a:lnTo>
                  <a:lnTo>
                    <a:pt x="156146" y="68579"/>
                  </a:lnTo>
                  <a:lnTo>
                    <a:pt x="205803" y="68579"/>
                  </a:lnTo>
                  <a:lnTo>
                    <a:pt x="205803" y="53085"/>
                  </a:lnTo>
                  <a:lnTo>
                    <a:pt x="156146" y="53085"/>
                  </a:lnTo>
                  <a:lnTo>
                    <a:pt x="156146" y="16128"/>
                  </a:lnTo>
                  <a:lnTo>
                    <a:pt x="207543" y="16128"/>
                  </a:lnTo>
                  <a:lnTo>
                    <a:pt x="207543" y="634"/>
                  </a:lnTo>
                  <a:close/>
                </a:path>
                <a:path w="678180" h="143510">
                  <a:moveTo>
                    <a:pt x="16433" y="634"/>
                  </a:moveTo>
                  <a:lnTo>
                    <a:pt x="0" y="634"/>
                  </a:lnTo>
                  <a:lnTo>
                    <a:pt x="0" y="121919"/>
                  </a:lnTo>
                  <a:lnTo>
                    <a:pt x="17360" y="121919"/>
                  </a:lnTo>
                  <a:lnTo>
                    <a:pt x="17360" y="27558"/>
                  </a:lnTo>
                  <a:lnTo>
                    <a:pt x="38233" y="27558"/>
                  </a:lnTo>
                  <a:lnTo>
                    <a:pt x="16433" y="634"/>
                  </a:lnTo>
                  <a:close/>
                </a:path>
                <a:path w="678180" h="143510">
                  <a:moveTo>
                    <a:pt x="113042" y="27558"/>
                  </a:moveTo>
                  <a:lnTo>
                    <a:pt x="95592" y="27558"/>
                  </a:lnTo>
                  <a:lnTo>
                    <a:pt x="95592" y="121919"/>
                  </a:lnTo>
                  <a:lnTo>
                    <a:pt x="113042" y="121919"/>
                  </a:lnTo>
                  <a:lnTo>
                    <a:pt x="113042" y="27558"/>
                  </a:lnTo>
                  <a:close/>
                </a:path>
                <a:path w="678180" h="143510">
                  <a:moveTo>
                    <a:pt x="38233" y="27558"/>
                  </a:moveTo>
                  <a:lnTo>
                    <a:pt x="17360" y="27558"/>
                  </a:lnTo>
                  <a:lnTo>
                    <a:pt x="55092" y="74422"/>
                  </a:lnTo>
                  <a:lnTo>
                    <a:pt x="58293" y="74422"/>
                  </a:lnTo>
                  <a:lnTo>
                    <a:pt x="77397" y="50418"/>
                  </a:lnTo>
                  <a:lnTo>
                    <a:pt x="56743" y="50418"/>
                  </a:lnTo>
                  <a:lnTo>
                    <a:pt x="38233" y="27558"/>
                  </a:lnTo>
                  <a:close/>
                </a:path>
                <a:path w="678180" h="143510">
                  <a:moveTo>
                    <a:pt x="113042" y="634"/>
                  </a:moveTo>
                  <a:lnTo>
                    <a:pt x="96799" y="634"/>
                  </a:lnTo>
                  <a:lnTo>
                    <a:pt x="56743" y="50418"/>
                  </a:lnTo>
                  <a:lnTo>
                    <a:pt x="77397" y="50418"/>
                  </a:lnTo>
                  <a:lnTo>
                    <a:pt x="95592" y="27558"/>
                  </a:lnTo>
                  <a:lnTo>
                    <a:pt x="113042" y="27558"/>
                  </a:lnTo>
                  <a:lnTo>
                    <a:pt x="113042" y="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12889" y="5364860"/>
              <a:ext cx="678180" cy="143510"/>
            </a:xfrm>
            <a:custGeom>
              <a:avLst/>
              <a:gdLst/>
              <a:ahLst/>
              <a:cxnLst/>
              <a:rect l="l" t="t" r="r" b="b"/>
              <a:pathLst>
                <a:path w="678180" h="143510">
                  <a:moveTo>
                    <a:pt x="666102" y="99059"/>
                  </a:moveTo>
                  <a:lnTo>
                    <a:pt x="669632" y="99059"/>
                  </a:lnTo>
                  <a:lnTo>
                    <a:pt x="672528" y="100583"/>
                  </a:lnTo>
                  <a:lnTo>
                    <a:pt x="674776" y="103758"/>
                  </a:lnTo>
                  <a:lnTo>
                    <a:pt x="677036" y="106806"/>
                  </a:lnTo>
                  <a:lnTo>
                    <a:pt x="678167" y="110870"/>
                  </a:lnTo>
                  <a:lnTo>
                    <a:pt x="678167" y="115697"/>
                  </a:lnTo>
                  <a:lnTo>
                    <a:pt x="678167" y="122047"/>
                  </a:lnTo>
                  <a:lnTo>
                    <a:pt x="676313" y="127761"/>
                  </a:lnTo>
                  <a:lnTo>
                    <a:pt x="672604" y="132587"/>
                  </a:lnTo>
                  <a:lnTo>
                    <a:pt x="668909" y="137413"/>
                  </a:lnTo>
                  <a:lnTo>
                    <a:pt x="663816" y="140969"/>
                  </a:lnTo>
                  <a:lnTo>
                    <a:pt x="657326" y="143001"/>
                  </a:lnTo>
                  <a:lnTo>
                    <a:pt x="657326" y="139700"/>
                  </a:lnTo>
                  <a:lnTo>
                    <a:pt x="659930" y="137286"/>
                  </a:lnTo>
                  <a:lnTo>
                    <a:pt x="661758" y="134747"/>
                  </a:lnTo>
                  <a:lnTo>
                    <a:pt x="662800" y="132206"/>
                  </a:lnTo>
                  <a:lnTo>
                    <a:pt x="663841" y="129666"/>
                  </a:lnTo>
                  <a:lnTo>
                    <a:pt x="664451" y="126237"/>
                  </a:lnTo>
                  <a:lnTo>
                    <a:pt x="664629" y="121919"/>
                  </a:lnTo>
                  <a:lnTo>
                    <a:pt x="658495" y="120141"/>
                  </a:lnTo>
                  <a:lnTo>
                    <a:pt x="655421" y="116331"/>
                  </a:lnTo>
                  <a:lnTo>
                    <a:pt x="655421" y="110616"/>
                  </a:lnTo>
                  <a:lnTo>
                    <a:pt x="655421" y="107441"/>
                  </a:lnTo>
                  <a:lnTo>
                    <a:pt x="656475" y="104775"/>
                  </a:lnTo>
                  <a:lnTo>
                    <a:pt x="658583" y="102488"/>
                  </a:lnTo>
                  <a:lnTo>
                    <a:pt x="660704" y="100202"/>
                  </a:lnTo>
                  <a:lnTo>
                    <a:pt x="663206" y="99059"/>
                  </a:lnTo>
                  <a:lnTo>
                    <a:pt x="666102" y="99059"/>
                  </a:lnTo>
                  <a:close/>
                </a:path>
                <a:path w="678180" h="143510">
                  <a:moveTo>
                    <a:pt x="588581" y="26669"/>
                  </a:moveTo>
                  <a:lnTo>
                    <a:pt x="570433" y="70484"/>
                  </a:lnTo>
                  <a:lnTo>
                    <a:pt x="608139" y="70484"/>
                  </a:lnTo>
                  <a:lnTo>
                    <a:pt x="588581" y="26669"/>
                  </a:lnTo>
                  <a:close/>
                </a:path>
                <a:path w="678180" h="143510">
                  <a:moveTo>
                    <a:pt x="245211" y="16128"/>
                  </a:moveTo>
                  <a:lnTo>
                    <a:pt x="245211" y="106298"/>
                  </a:lnTo>
                  <a:lnTo>
                    <a:pt x="267436" y="106298"/>
                  </a:lnTo>
                  <a:lnTo>
                    <a:pt x="276123" y="106298"/>
                  </a:lnTo>
                  <a:lnTo>
                    <a:pt x="282867" y="105663"/>
                  </a:lnTo>
                  <a:lnTo>
                    <a:pt x="287667" y="104520"/>
                  </a:lnTo>
                  <a:lnTo>
                    <a:pt x="292468" y="103377"/>
                  </a:lnTo>
                  <a:lnTo>
                    <a:pt x="320545" y="69877"/>
                  </a:lnTo>
                  <a:lnTo>
                    <a:pt x="321348" y="60325"/>
                  </a:lnTo>
                  <a:lnTo>
                    <a:pt x="320523" y="51042"/>
                  </a:lnTo>
                  <a:lnTo>
                    <a:pt x="297002" y="20954"/>
                  </a:lnTo>
                  <a:lnTo>
                    <a:pt x="275259" y="16128"/>
                  </a:lnTo>
                  <a:lnTo>
                    <a:pt x="266915" y="16128"/>
                  </a:lnTo>
                  <a:lnTo>
                    <a:pt x="245211" y="16128"/>
                  </a:lnTo>
                  <a:close/>
                </a:path>
                <a:path w="678180" h="143510">
                  <a:moveTo>
                    <a:pt x="406006" y="634"/>
                  </a:moveTo>
                  <a:lnTo>
                    <a:pt x="420065" y="634"/>
                  </a:lnTo>
                  <a:lnTo>
                    <a:pt x="501840" y="94868"/>
                  </a:lnTo>
                  <a:lnTo>
                    <a:pt x="501840" y="634"/>
                  </a:lnTo>
                  <a:lnTo>
                    <a:pt x="518337" y="634"/>
                  </a:lnTo>
                  <a:lnTo>
                    <a:pt x="518337" y="121919"/>
                  </a:lnTo>
                  <a:lnTo>
                    <a:pt x="503402" y="121919"/>
                  </a:lnTo>
                  <a:lnTo>
                    <a:pt x="422325" y="28575"/>
                  </a:lnTo>
                  <a:lnTo>
                    <a:pt x="422325" y="121919"/>
                  </a:lnTo>
                  <a:lnTo>
                    <a:pt x="406006" y="121919"/>
                  </a:lnTo>
                  <a:lnTo>
                    <a:pt x="406006" y="634"/>
                  </a:lnTo>
                  <a:close/>
                </a:path>
                <a:path w="678180" h="143510">
                  <a:moveTo>
                    <a:pt x="361200" y="634"/>
                  </a:moveTo>
                  <a:lnTo>
                    <a:pt x="378561" y="634"/>
                  </a:lnTo>
                  <a:lnTo>
                    <a:pt x="378561" y="121919"/>
                  </a:lnTo>
                  <a:lnTo>
                    <a:pt x="361200" y="121919"/>
                  </a:lnTo>
                  <a:lnTo>
                    <a:pt x="361200" y="634"/>
                  </a:lnTo>
                  <a:close/>
                </a:path>
                <a:path w="678180" h="143510">
                  <a:moveTo>
                    <a:pt x="227850" y="634"/>
                  </a:moveTo>
                  <a:lnTo>
                    <a:pt x="268744" y="634"/>
                  </a:lnTo>
                  <a:lnTo>
                    <a:pt x="280470" y="1109"/>
                  </a:lnTo>
                  <a:lnTo>
                    <a:pt x="320832" y="17287"/>
                  </a:lnTo>
                  <a:lnTo>
                    <a:pt x="338798" y="53010"/>
                  </a:lnTo>
                  <a:lnTo>
                    <a:pt x="339331" y="61340"/>
                  </a:lnTo>
                  <a:lnTo>
                    <a:pt x="339331" y="69468"/>
                  </a:lnTo>
                  <a:lnTo>
                    <a:pt x="337756" y="77215"/>
                  </a:lnTo>
                  <a:lnTo>
                    <a:pt x="334632" y="84581"/>
                  </a:lnTo>
                  <a:lnTo>
                    <a:pt x="331508" y="92075"/>
                  </a:lnTo>
                  <a:lnTo>
                    <a:pt x="327050" y="98551"/>
                  </a:lnTo>
                  <a:lnTo>
                    <a:pt x="321271" y="104139"/>
                  </a:lnTo>
                  <a:lnTo>
                    <a:pt x="315366" y="109981"/>
                  </a:lnTo>
                  <a:lnTo>
                    <a:pt x="308508" y="114300"/>
                  </a:lnTo>
                  <a:lnTo>
                    <a:pt x="300697" y="117220"/>
                  </a:lnTo>
                  <a:lnTo>
                    <a:pt x="296113" y="118998"/>
                  </a:lnTo>
                  <a:lnTo>
                    <a:pt x="291922" y="120268"/>
                  </a:lnTo>
                  <a:lnTo>
                    <a:pt x="288099" y="120903"/>
                  </a:lnTo>
                  <a:lnTo>
                    <a:pt x="284289" y="121411"/>
                  </a:lnTo>
                  <a:lnTo>
                    <a:pt x="276987" y="121792"/>
                  </a:lnTo>
                  <a:lnTo>
                    <a:pt x="266230" y="121792"/>
                  </a:lnTo>
                  <a:lnTo>
                    <a:pt x="227850" y="121792"/>
                  </a:lnTo>
                  <a:lnTo>
                    <a:pt x="227850" y="634"/>
                  </a:lnTo>
                  <a:close/>
                </a:path>
                <a:path w="678180" h="143510">
                  <a:moveTo>
                    <a:pt x="138772" y="634"/>
                  </a:moveTo>
                  <a:lnTo>
                    <a:pt x="207543" y="634"/>
                  </a:lnTo>
                  <a:lnTo>
                    <a:pt x="207543" y="16128"/>
                  </a:lnTo>
                  <a:lnTo>
                    <a:pt x="156146" y="16128"/>
                  </a:lnTo>
                  <a:lnTo>
                    <a:pt x="156146" y="53085"/>
                  </a:lnTo>
                  <a:lnTo>
                    <a:pt x="205803" y="53085"/>
                  </a:lnTo>
                  <a:lnTo>
                    <a:pt x="205803" y="68579"/>
                  </a:lnTo>
                  <a:lnTo>
                    <a:pt x="156146" y="68579"/>
                  </a:lnTo>
                  <a:lnTo>
                    <a:pt x="156146" y="106298"/>
                  </a:lnTo>
                  <a:lnTo>
                    <a:pt x="209181" y="106298"/>
                  </a:lnTo>
                  <a:lnTo>
                    <a:pt x="209181" y="121792"/>
                  </a:lnTo>
                  <a:lnTo>
                    <a:pt x="138772" y="121792"/>
                  </a:lnTo>
                  <a:lnTo>
                    <a:pt x="138772" y="634"/>
                  </a:lnTo>
                  <a:close/>
                </a:path>
                <a:path w="678180" h="143510">
                  <a:moveTo>
                    <a:pt x="0" y="634"/>
                  </a:moveTo>
                  <a:lnTo>
                    <a:pt x="16433" y="634"/>
                  </a:lnTo>
                  <a:lnTo>
                    <a:pt x="56743" y="50418"/>
                  </a:lnTo>
                  <a:lnTo>
                    <a:pt x="96799" y="634"/>
                  </a:lnTo>
                  <a:lnTo>
                    <a:pt x="113042" y="634"/>
                  </a:lnTo>
                  <a:lnTo>
                    <a:pt x="113042" y="121919"/>
                  </a:lnTo>
                  <a:lnTo>
                    <a:pt x="95592" y="121919"/>
                  </a:lnTo>
                  <a:lnTo>
                    <a:pt x="95592" y="27558"/>
                  </a:lnTo>
                  <a:lnTo>
                    <a:pt x="58293" y="74422"/>
                  </a:lnTo>
                  <a:lnTo>
                    <a:pt x="55092" y="74422"/>
                  </a:lnTo>
                  <a:lnTo>
                    <a:pt x="17360" y="27558"/>
                  </a:lnTo>
                  <a:lnTo>
                    <a:pt x="17360" y="121919"/>
                  </a:lnTo>
                  <a:lnTo>
                    <a:pt x="0" y="121919"/>
                  </a:lnTo>
                  <a:lnTo>
                    <a:pt x="0" y="634"/>
                  </a:lnTo>
                  <a:close/>
                </a:path>
                <a:path w="678180" h="143510">
                  <a:moveTo>
                    <a:pt x="582637" y="0"/>
                  </a:moveTo>
                  <a:lnTo>
                    <a:pt x="594842" y="0"/>
                  </a:lnTo>
                  <a:lnTo>
                    <a:pt x="649211" y="121919"/>
                  </a:lnTo>
                  <a:lnTo>
                    <a:pt x="631444" y="121919"/>
                  </a:lnTo>
                  <a:lnTo>
                    <a:pt x="615276" y="85978"/>
                  </a:lnTo>
                  <a:lnTo>
                    <a:pt x="563537" y="85978"/>
                  </a:lnTo>
                  <a:lnTo>
                    <a:pt x="548386" y="121919"/>
                  </a:lnTo>
                  <a:lnTo>
                    <a:pt x="530542" y="121919"/>
                  </a:lnTo>
                  <a:lnTo>
                    <a:pt x="582637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6" name="object 6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68602" y="5360415"/>
            <a:ext cx="484885" cy="152527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1826641" y="5358891"/>
            <a:ext cx="574675" cy="154305"/>
            <a:chOff x="1826641" y="5358891"/>
            <a:chExt cx="574675" cy="154305"/>
          </a:xfrm>
        </p:grpSpPr>
        <p:sp>
          <p:nvSpPr>
            <p:cNvPr id="68" name="object 68"/>
            <p:cNvSpPr/>
            <p:nvPr/>
          </p:nvSpPr>
          <p:spPr>
            <a:xfrm>
              <a:off x="1831721" y="5363971"/>
              <a:ext cx="564515" cy="144145"/>
            </a:xfrm>
            <a:custGeom>
              <a:avLst/>
              <a:gdLst/>
              <a:ahLst/>
              <a:cxnLst/>
              <a:rect l="l" t="t" r="r" b="b"/>
              <a:pathLst>
                <a:path w="564514" h="144145">
                  <a:moveTo>
                    <a:pt x="556006" y="99948"/>
                  </a:moveTo>
                  <a:lnTo>
                    <a:pt x="549656" y="99948"/>
                  </a:lnTo>
                  <a:lnTo>
                    <a:pt x="547116" y="101091"/>
                  </a:lnTo>
                  <a:lnTo>
                    <a:pt x="544957" y="103377"/>
                  </a:lnTo>
                  <a:lnTo>
                    <a:pt x="542925" y="105663"/>
                  </a:lnTo>
                  <a:lnTo>
                    <a:pt x="541782" y="108330"/>
                  </a:lnTo>
                  <a:lnTo>
                    <a:pt x="541782" y="117220"/>
                  </a:lnTo>
                  <a:lnTo>
                    <a:pt x="544830" y="121030"/>
                  </a:lnTo>
                  <a:lnTo>
                    <a:pt x="551053" y="122808"/>
                  </a:lnTo>
                  <a:lnTo>
                    <a:pt x="550799" y="127126"/>
                  </a:lnTo>
                  <a:lnTo>
                    <a:pt x="550291" y="130555"/>
                  </a:lnTo>
                  <a:lnTo>
                    <a:pt x="549148" y="133095"/>
                  </a:lnTo>
                  <a:lnTo>
                    <a:pt x="548132" y="135635"/>
                  </a:lnTo>
                  <a:lnTo>
                    <a:pt x="546354" y="138175"/>
                  </a:lnTo>
                  <a:lnTo>
                    <a:pt x="543687" y="140588"/>
                  </a:lnTo>
                  <a:lnTo>
                    <a:pt x="543687" y="143890"/>
                  </a:lnTo>
                  <a:lnTo>
                    <a:pt x="564515" y="122935"/>
                  </a:lnTo>
                  <a:lnTo>
                    <a:pt x="564515" y="111759"/>
                  </a:lnTo>
                  <a:lnTo>
                    <a:pt x="563499" y="107695"/>
                  </a:lnTo>
                  <a:lnTo>
                    <a:pt x="561213" y="104647"/>
                  </a:lnTo>
                  <a:lnTo>
                    <a:pt x="558927" y="101472"/>
                  </a:lnTo>
                  <a:lnTo>
                    <a:pt x="556006" y="99948"/>
                  </a:lnTo>
                  <a:close/>
                </a:path>
                <a:path w="564514" h="144145">
                  <a:moveTo>
                    <a:pt x="203454" y="1523"/>
                  </a:moveTo>
                  <a:lnTo>
                    <a:pt x="172974" y="1523"/>
                  </a:lnTo>
                  <a:lnTo>
                    <a:pt x="172974" y="122808"/>
                  </a:lnTo>
                  <a:lnTo>
                    <a:pt x="190373" y="122808"/>
                  </a:lnTo>
                  <a:lnTo>
                    <a:pt x="190373" y="70103"/>
                  </a:lnTo>
                  <a:lnTo>
                    <a:pt x="229407" y="70103"/>
                  </a:lnTo>
                  <a:lnTo>
                    <a:pt x="226822" y="67690"/>
                  </a:lnTo>
                  <a:lnTo>
                    <a:pt x="222885" y="65150"/>
                  </a:lnTo>
                  <a:lnTo>
                    <a:pt x="229489" y="62610"/>
                  </a:lnTo>
                  <a:lnTo>
                    <a:pt x="234569" y="58800"/>
                  </a:lnTo>
                  <a:lnTo>
                    <a:pt x="237431" y="54609"/>
                  </a:lnTo>
                  <a:lnTo>
                    <a:pt x="190373" y="54609"/>
                  </a:lnTo>
                  <a:lnTo>
                    <a:pt x="190373" y="16255"/>
                  </a:lnTo>
                  <a:lnTo>
                    <a:pt x="237722" y="16255"/>
                  </a:lnTo>
                  <a:lnTo>
                    <a:pt x="237351" y="15624"/>
                  </a:lnTo>
                  <a:lnTo>
                    <a:pt x="232664" y="10667"/>
                  </a:lnTo>
                  <a:lnTo>
                    <a:pt x="226760" y="6667"/>
                  </a:lnTo>
                  <a:lnTo>
                    <a:pt x="219916" y="3809"/>
                  </a:lnTo>
                  <a:lnTo>
                    <a:pt x="212143" y="2095"/>
                  </a:lnTo>
                  <a:lnTo>
                    <a:pt x="203454" y="1523"/>
                  </a:lnTo>
                  <a:close/>
                </a:path>
                <a:path w="564514" h="144145">
                  <a:moveTo>
                    <a:pt x="229407" y="70103"/>
                  </a:moveTo>
                  <a:lnTo>
                    <a:pt x="200533" y="70103"/>
                  </a:lnTo>
                  <a:lnTo>
                    <a:pt x="204597" y="70738"/>
                  </a:lnTo>
                  <a:lnTo>
                    <a:pt x="209423" y="73278"/>
                  </a:lnTo>
                  <a:lnTo>
                    <a:pt x="236093" y="108584"/>
                  </a:lnTo>
                  <a:lnTo>
                    <a:pt x="239522" y="113410"/>
                  </a:lnTo>
                  <a:lnTo>
                    <a:pt x="240411" y="114553"/>
                  </a:lnTo>
                  <a:lnTo>
                    <a:pt x="240537" y="114807"/>
                  </a:lnTo>
                  <a:lnTo>
                    <a:pt x="245872" y="122808"/>
                  </a:lnTo>
                  <a:lnTo>
                    <a:pt x="266573" y="122808"/>
                  </a:lnTo>
                  <a:lnTo>
                    <a:pt x="260096" y="114172"/>
                  </a:lnTo>
                  <a:lnTo>
                    <a:pt x="257556" y="110616"/>
                  </a:lnTo>
                  <a:lnTo>
                    <a:pt x="254127" y="105536"/>
                  </a:lnTo>
                  <a:lnTo>
                    <a:pt x="249936" y="98551"/>
                  </a:lnTo>
                  <a:lnTo>
                    <a:pt x="245173" y="90977"/>
                  </a:lnTo>
                  <a:lnTo>
                    <a:pt x="240982" y="84629"/>
                  </a:lnTo>
                  <a:lnTo>
                    <a:pt x="237363" y="79496"/>
                  </a:lnTo>
                  <a:lnTo>
                    <a:pt x="234315" y="75564"/>
                  </a:lnTo>
                  <a:lnTo>
                    <a:pt x="230631" y="71246"/>
                  </a:lnTo>
                  <a:lnTo>
                    <a:pt x="229407" y="70103"/>
                  </a:lnTo>
                  <a:close/>
                </a:path>
                <a:path w="564514" h="144145">
                  <a:moveTo>
                    <a:pt x="312674" y="16890"/>
                  </a:moveTo>
                  <a:lnTo>
                    <a:pt x="295148" y="16890"/>
                  </a:lnTo>
                  <a:lnTo>
                    <a:pt x="295148" y="122808"/>
                  </a:lnTo>
                  <a:lnTo>
                    <a:pt x="312674" y="122808"/>
                  </a:lnTo>
                  <a:lnTo>
                    <a:pt x="312674" y="16890"/>
                  </a:lnTo>
                  <a:close/>
                </a:path>
                <a:path w="564514" h="144145">
                  <a:moveTo>
                    <a:pt x="237722" y="16255"/>
                  </a:moveTo>
                  <a:lnTo>
                    <a:pt x="204089" y="16255"/>
                  </a:lnTo>
                  <a:lnTo>
                    <a:pt x="210185" y="16890"/>
                  </a:lnTo>
                  <a:lnTo>
                    <a:pt x="217551" y="19430"/>
                  </a:lnTo>
                  <a:lnTo>
                    <a:pt x="220345" y="21716"/>
                  </a:lnTo>
                  <a:lnTo>
                    <a:pt x="224439" y="27920"/>
                  </a:lnTo>
                  <a:lnTo>
                    <a:pt x="225425" y="31368"/>
                  </a:lnTo>
                  <a:lnTo>
                    <a:pt x="225425" y="38988"/>
                  </a:lnTo>
                  <a:lnTo>
                    <a:pt x="205740" y="54609"/>
                  </a:lnTo>
                  <a:lnTo>
                    <a:pt x="237431" y="54609"/>
                  </a:lnTo>
                  <a:lnTo>
                    <a:pt x="241681" y="48513"/>
                  </a:lnTo>
                  <a:lnTo>
                    <a:pt x="243459" y="42417"/>
                  </a:lnTo>
                  <a:lnTo>
                    <a:pt x="243459" y="35305"/>
                  </a:lnTo>
                  <a:lnTo>
                    <a:pt x="242772" y="27920"/>
                  </a:lnTo>
                  <a:lnTo>
                    <a:pt x="240837" y="21716"/>
                  </a:lnTo>
                  <a:lnTo>
                    <a:pt x="240728" y="21367"/>
                  </a:lnTo>
                  <a:lnTo>
                    <a:pt x="237722" y="16255"/>
                  </a:lnTo>
                  <a:close/>
                </a:path>
                <a:path w="564514" h="144145">
                  <a:moveTo>
                    <a:pt x="354965" y="1396"/>
                  </a:moveTo>
                  <a:lnTo>
                    <a:pt x="253619" y="1396"/>
                  </a:lnTo>
                  <a:lnTo>
                    <a:pt x="253619" y="16890"/>
                  </a:lnTo>
                  <a:lnTo>
                    <a:pt x="354965" y="16890"/>
                  </a:lnTo>
                  <a:lnTo>
                    <a:pt x="354965" y="1396"/>
                  </a:lnTo>
                  <a:close/>
                </a:path>
                <a:path w="564514" h="144145">
                  <a:moveTo>
                    <a:pt x="389381" y="1523"/>
                  </a:moveTo>
                  <a:lnTo>
                    <a:pt x="372110" y="1523"/>
                  </a:lnTo>
                  <a:lnTo>
                    <a:pt x="372110" y="122808"/>
                  </a:lnTo>
                  <a:lnTo>
                    <a:pt x="389381" y="122808"/>
                  </a:lnTo>
                  <a:lnTo>
                    <a:pt x="389381" y="1523"/>
                  </a:lnTo>
                  <a:close/>
                </a:path>
                <a:path w="564514" h="144145">
                  <a:moveTo>
                    <a:pt x="152400" y="1523"/>
                  </a:moveTo>
                  <a:lnTo>
                    <a:pt x="83566" y="1523"/>
                  </a:lnTo>
                  <a:lnTo>
                    <a:pt x="83566" y="122681"/>
                  </a:lnTo>
                  <a:lnTo>
                    <a:pt x="154051" y="122681"/>
                  </a:lnTo>
                  <a:lnTo>
                    <a:pt x="154051" y="107187"/>
                  </a:lnTo>
                  <a:lnTo>
                    <a:pt x="100965" y="107187"/>
                  </a:lnTo>
                  <a:lnTo>
                    <a:pt x="100965" y="69468"/>
                  </a:lnTo>
                  <a:lnTo>
                    <a:pt x="150622" y="69468"/>
                  </a:lnTo>
                  <a:lnTo>
                    <a:pt x="150622" y="53974"/>
                  </a:lnTo>
                  <a:lnTo>
                    <a:pt x="100965" y="53974"/>
                  </a:lnTo>
                  <a:lnTo>
                    <a:pt x="100965" y="17017"/>
                  </a:lnTo>
                  <a:lnTo>
                    <a:pt x="152400" y="17017"/>
                  </a:lnTo>
                  <a:lnTo>
                    <a:pt x="152400" y="1523"/>
                  </a:lnTo>
                  <a:close/>
                </a:path>
                <a:path w="564514" h="144145">
                  <a:moveTo>
                    <a:pt x="64643" y="1523"/>
                  </a:moveTo>
                  <a:lnTo>
                    <a:pt x="0" y="1523"/>
                  </a:lnTo>
                  <a:lnTo>
                    <a:pt x="0" y="122808"/>
                  </a:lnTo>
                  <a:lnTo>
                    <a:pt x="17272" y="122808"/>
                  </a:lnTo>
                  <a:lnTo>
                    <a:pt x="17272" y="66293"/>
                  </a:lnTo>
                  <a:lnTo>
                    <a:pt x="64643" y="66293"/>
                  </a:lnTo>
                  <a:lnTo>
                    <a:pt x="64643" y="50799"/>
                  </a:lnTo>
                  <a:lnTo>
                    <a:pt x="17272" y="50799"/>
                  </a:lnTo>
                  <a:lnTo>
                    <a:pt x="17272" y="17017"/>
                  </a:lnTo>
                  <a:lnTo>
                    <a:pt x="64643" y="17017"/>
                  </a:lnTo>
                  <a:lnTo>
                    <a:pt x="64643" y="1523"/>
                  </a:lnTo>
                  <a:close/>
                </a:path>
                <a:path w="564514" h="144145">
                  <a:moveTo>
                    <a:pt x="484251" y="0"/>
                  </a:moveTo>
                  <a:lnTo>
                    <a:pt x="477520" y="0"/>
                  </a:lnTo>
                  <a:lnTo>
                    <a:pt x="464018" y="1121"/>
                  </a:lnTo>
                  <a:lnTo>
                    <a:pt x="422489" y="27652"/>
                  </a:lnTo>
                  <a:lnTo>
                    <a:pt x="412079" y="62229"/>
                  </a:lnTo>
                  <a:lnTo>
                    <a:pt x="411988" y="63245"/>
                  </a:lnTo>
                  <a:lnTo>
                    <a:pt x="430022" y="106679"/>
                  </a:lnTo>
                  <a:lnTo>
                    <a:pt x="478155" y="124205"/>
                  </a:lnTo>
                  <a:lnTo>
                    <a:pt x="489207" y="123608"/>
                  </a:lnTo>
                  <a:lnTo>
                    <a:pt x="500284" y="121808"/>
                  </a:lnTo>
                  <a:lnTo>
                    <a:pt x="511409" y="118794"/>
                  </a:lnTo>
                  <a:lnTo>
                    <a:pt x="522605" y="114553"/>
                  </a:lnTo>
                  <a:lnTo>
                    <a:pt x="522605" y="109092"/>
                  </a:lnTo>
                  <a:lnTo>
                    <a:pt x="478663" y="109092"/>
                  </a:lnTo>
                  <a:lnTo>
                    <a:pt x="468453" y="108281"/>
                  </a:lnTo>
                  <a:lnTo>
                    <a:pt x="433387" y="80978"/>
                  </a:lnTo>
                  <a:lnTo>
                    <a:pt x="430108" y="63245"/>
                  </a:lnTo>
                  <a:lnTo>
                    <a:pt x="430022" y="62229"/>
                  </a:lnTo>
                  <a:lnTo>
                    <a:pt x="450778" y="23048"/>
                  </a:lnTo>
                  <a:lnTo>
                    <a:pt x="477139" y="15493"/>
                  </a:lnTo>
                  <a:lnTo>
                    <a:pt x="520192" y="15493"/>
                  </a:lnTo>
                  <a:lnTo>
                    <a:pt x="520192" y="10286"/>
                  </a:lnTo>
                  <a:lnTo>
                    <a:pt x="510794" y="6349"/>
                  </a:lnTo>
                  <a:lnTo>
                    <a:pt x="503047" y="3682"/>
                  </a:lnTo>
                  <a:lnTo>
                    <a:pt x="496951" y="2158"/>
                  </a:lnTo>
                  <a:lnTo>
                    <a:pt x="490728" y="761"/>
                  </a:lnTo>
                  <a:lnTo>
                    <a:pt x="484251" y="0"/>
                  </a:lnTo>
                  <a:close/>
                </a:path>
                <a:path w="564514" h="144145">
                  <a:moveTo>
                    <a:pt x="522605" y="63118"/>
                  </a:moveTo>
                  <a:lnTo>
                    <a:pt x="481838" y="63118"/>
                  </a:lnTo>
                  <a:lnTo>
                    <a:pt x="481838" y="78485"/>
                  </a:lnTo>
                  <a:lnTo>
                    <a:pt x="505206" y="78485"/>
                  </a:lnTo>
                  <a:lnTo>
                    <a:pt x="505206" y="103758"/>
                  </a:lnTo>
                  <a:lnTo>
                    <a:pt x="503555" y="104393"/>
                  </a:lnTo>
                  <a:lnTo>
                    <a:pt x="493903" y="107568"/>
                  </a:lnTo>
                  <a:lnTo>
                    <a:pt x="485648" y="109092"/>
                  </a:lnTo>
                  <a:lnTo>
                    <a:pt x="522605" y="109092"/>
                  </a:lnTo>
                  <a:lnTo>
                    <a:pt x="522605" y="63118"/>
                  </a:lnTo>
                  <a:close/>
                </a:path>
                <a:path w="564514" h="144145">
                  <a:moveTo>
                    <a:pt x="520192" y="15493"/>
                  </a:moveTo>
                  <a:lnTo>
                    <a:pt x="477139" y="15493"/>
                  </a:lnTo>
                  <a:lnTo>
                    <a:pt x="488505" y="16329"/>
                  </a:lnTo>
                  <a:lnTo>
                    <a:pt x="488056" y="16329"/>
                  </a:lnTo>
                  <a:lnTo>
                    <a:pt x="498570" y="18637"/>
                  </a:lnTo>
                  <a:lnTo>
                    <a:pt x="509357" y="22566"/>
                  </a:lnTo>
                  <a:lnTo>
                    <a:pt x="520192" y="28066"/>
                  </a:lnTo>
                  <a:lnTo>
                    <a:pt x="520192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31721" y="5363971"/>
              <a:ext cx="564515" cy="144145"/>
            </a:xfrm>
            <a:custGeom>
              <a:avLst/>
              <a:gdLst/>
              <a:ahLst/>
              <a:cxnLst/>
              <a:rect l="l" t="t" r="r" b="b"/>
              <a:pathLst>
                <a:path w="564514" h="144145">
                  <a:moveTo>
                    <a:pt x="552450" y="99948"/>
                  </a:moveTo>
                  <a:lnTo>
                    <a:pt x="556006" y="99948"/>
                  </a:lnTo>
                  <a:lnTo>
                    <a:pt x="558927" y="101472"/>
                  </a:lnTo>
                  <a:lnTo>
                    <a:pt x="561213" y="104647"/>
                  </a:lnTo>
                  <a:lnTo>
                    <a:pt x="563499" y="107695"/>
                  </a:lnTo>
                  <a:lnTo>
                    <a:pt x="564515" y="111759"/>
                  </a:lnTo>
                  <a:lnTo>
                    <a:pt x="564515" y="116585"/>
                  </a:lnTo>
                  <a:lnTo>
                    <a:pt x="564515" y="122935"/>
                  </a:lnTo>
                  <a:lnTo>
                    <a:pt x="543687" y="143890"/>
                  </a:lnTo>
                  <a:lnTo>
                    <a:pt x="543687" y="140588"/>
                  </a:lnTo>
                  <a:lnTo>
                    <a:pt x="546354" y="138175"/>
                  </a:lnTo>
                  <a:lnTo>
                    <a:pt x="548132" y="135635"/>
                  </a:lnTo>
                  <a:lnTo>
                    <a:pt x="549148" y="133095"/>
                  </a:lnTo>
                  <a:lnTo>
                    <a:pt x="550291" y="130555"/>
                  </a:lnTo>
                  <a:lnTo>
                    <a:pt x="550799" y="127126"/>
                  </a:lnTo>
                  <a:lnTo>
                    <a:pt x="551053" y="122808"/>
                  </a:lnTo>
                  <a:lnTo>
                    <a:pt x="544830" y="121030"/>
                  </a:lnTo>
                  <a:lnTo>
                    <a:pt x="541782" y="117220"/>
                  </a:lnTo>
                  <a:lnTo>
                    <a:pt x="541782" y="111505"/>
                  </a:lnTo>
                  <a:lnTo>
                    <a:pt x="541782" y="108330"/>
                  </a:lnTo>
                  <a:lnTo>
                    <a:pt x="542925" y="105663"/>
                  </a:lnTo>
                  <a:lnTo>
                    <a:pt x="544957" y="103377"/>
                  </a:lnTo>
                  <a:lnTo>
                    <a:pt x="547116" y="101091"/>
                  </a:lnTo>
                  <a:lnTo>
                    <a:pt x="549656" y="99948"/>
                  </a:lnTo>
                  <a:lnTo>
                    <a:pt x="552450" y="99948"/>
                  </a:lnTo>
                  <a:close/>
                </a:path>
                <a:path w="564514" h="144145">
                  <a:moveTo>
                    <a:pt x="190373" y="16255"/>
                  </a:moveTo>
                  <a:lnTo>
                    <a:pt x="190373" y="54609"/>
                  </a:lnTo>
                  <a:lnTo>
                    <a:pt x="196977" y="54609"/>
                  </a:lnTo>
                  <a:lnTo>
                    <a:pt x="205740" y="54609"/>
                  </a:lnTo>
                  <a:lnTo>
                    <a:pt x="225425" y="38988"/>
                  </a:lnTo>
                  <a:lnTo>
                    <a:pt x="225425" y="35178"/>
                  </a:lnTo>
                  <a:lnTo>
                    <a:pt x="225425" y="31368"/>
                  </a:lnTo>
                  <a:lnTo>
                    <a:pt x="224409" y="27812"/>
                  </a:lnTo>
                  <a:lnTo>
                    <a:pt x="222377" y="24764"/>
                  </a:lnTo>
                  <a:lnTo>
                    <a:pt x="220345" y="21716"/>
                  </a:lnTo>
                  <a:lnTo>
                    <a:pt x="217551" y="19430"/>
                  </a:lnTo>
                  <a:lnTo>
                    <a:pt x="213868" y="18160"/>
                  </a:lnTo>
                  <a:lnTo>
                    <a:pt x="210185" y="16890"/>
                  </a:lnTo>
                  <a:lnTo>
                    <a:pt x="204089" y="16255"/>
                  </a:lnTo>
                  <a:lnTo>
                    <a:pt x="195580" y="16255"/>
                  </a:lnTo>
                  <a:lnTo>
                    <a:pt x="190373" y="16255"/>
                  </a:lnTo>
                  <a:close/>
                </a:path>
                <a:path w="564514" h="144145">
                  <a:moveTo>
                    <a:pt x="372110" y="1523"/>
                  </a:moveTo>
                  <a:lnTo>
                    <a:pt x="389381" y="1523"/>
                  </a:lnTo>
                  <a:lnTo>
                    <a:pt x="389381" y="122808"/>
                  </a:lnTo>
                  <a:lnTo>
                    <a:pt x="372110" y="122808"/>
                  </a:lnTo>
                  <a:lnTo>
                    <a:pt x="372110" y="1523"/>
                  </a:lnTo>
                  <a:close/>
                </a:path>
                <a:path w="564514" h="144145">
                  <a:moveTo>
                    <a:pt x="172974" y="1523"/>
                  </a:moveTo>
                  <a:lnTo>
                    <a:pt x="203454" y="1523"/>
                  </a:lnTo>
                  <a:lnTo>
                    <a:pt x="212143" y="2095"/>
                  </a:lnTo>
                  <a:lnTo>
                    <a:pt x="242772" y="27920"/>
                  </a:lnTo>
                  <a:lnTo>
                    <a:pt x="243459" y="35305"/>
                  </a:lnTo>
                  <a:lnTo>
                    <a:pt x="243459" y="42417"/>
                  </a:lnTo>
                  <a:lnTo>
                    <a:pt x="241681" y="48513"/>
                  </a:lnTo>
                  <a:lnTo>
                    <a:pt x="238125" y="53593"/>
                  </a:lnTo>
                  <a:lnTo>
                    <a:pt x="234569" y="58800"/>
                  </a:lnTo>
                  <a:lnTo>
                    <a:pt x="229489" y="62610"/>
                  </a:lnTo>
                  <a:lnTo>
                    <a:pt x="222885" y="65150"/>
                  </a:lnTo>
                  <a:lnTo>
                    <a:pt x="226822" y="67690"/>
                  </a:lnTo>
                  <a:lnTo>
                    <a:pt x="249936" y="98551"/>
                  </a:lnTo>
                  <a:lnTo>
                    <a:pt x="254127" y="105536"/>
                  </a:lnTo>
                  <a:lnTo>
                    <a:pt x="257556" y="110616"/>
                  </a:lnTo>
                  <a:lnTo>
                    <a:pt x="260096" y="114172"/>
                  </a:lnTo>
                  <a:lnTo>
                    <a:pt x="266573" y="122808"/>
                  </a:lnTo>
                  <a:lnTo>
                    <a:pt x="245872" y="122808"/>
                  </a:lnTo>
                  <a:lnTo>
                    <a:pt x="240537" y="114807"/>
                  </a:lnTo>
                  <a:lnTo>
                    <a:pt x="240411" y="114553"/>
                  </a:lnTo>
                  <a:lnTo>
                    <a:pt x="240030" y="114045"/>
                  </a:lnTo>
                  <a:lnTo>
                    <a:pt x="239522" y="113410"/>
                  </a:lnTo>
                  <a:lnTo>
                    <a:pt x="236093" y="108584"/>
                  </a:lnTo>
                  <a:lnTo>
                    <a:pt x="230759" y="99694"/>
                  </a:lnTo>
                  <a:lnTo>
                    <a:pt x="224917" y="90296"/>
                  </a:lnTo>
                  <a:lnTo>
                    <a:pt x="207010" y="72008"/>
                  </a:lnTo>
                  <a:lnTo>
                    <a:pt x="204597" y="70738"/>
                  </a:lnTo>
                  <a:lnTo>
                    <a:pt x="200533" y="70103"/>
                  </a:lnTo>
                  <a:lnTo>
                    <a:pt x="194945" y="70103"/>
                  </a:lnTo>
                  <a:lnTo>
                    <a:pt x="190373" y="70103"/>
                  </a:lnTo>
                  <a:lnTo>
                    <a:pt x="190373" y="122808"/>
                  </a:lnTo>
                  <a:lnTo>
                    <a:pt x="172974" y="122808"/>
                  </a:lnTo>
                  <a:lnTo>
                    <a:pt x="172974" y="1523"/>
                  </a:lnTo>
                  <a:close/>
                </a:path>
                <a:path w="564514" h="144145">
                  <a:moveTo>
                    <a:pt x="83566" y="1523"/>
                  </a:moveTo>
                  <a:lnTo>
                    <a:pt x="152400" y="1523"/>
                  </a:lnTo>
                  <a:lnTo>
                    <a:pt x="152400" y="17017"/>
                  </a:lnTo>
                  <a:lnTo>
                    <a:pt x="100965" y="17017"/>
                  </a:lnTo>
                  <a:lnTo>
                    <a:pt x="100965" y="53974"/>
                  </a:lnTo>
                  <a:lnTo>
                    <a:pt x="150622" y="53974"/>
                  </a:lnTo>
                  <a:lnTo>
                    <a:pt x="150622" y="69468"/>
                  </a:lnTo>
                  <a:lnTo>
                    <a:pt x="100965" y="69468"/>
                  </a:lnTo>
                  <a:lnTo>
                    <a:pt x="100965" y="107187"/>
                  </a:lnTo>
                  <a:lnTo>
                    <a:pt x="154051" y="107187"/>
                  </a:lnTo>
                  <a:lnTo>
                    <a:pt x="154051" y="122681"/>
                  </a:lnTo>
                  <a:lnTo>
                    <a:pt x="83566" y="122681"/>
                  </a:lnTo>
                  <a:lnTo>
                    <a:pt x="83566" y="1523"/>
                  </a:lnTo>
                  <a:close/>
                </a:path>
                <a:path w="564514" h="144145">
                  <a:moveTo>
                    <a:pt x="0" y="1523"/>
                  </a:moveTo>
                  <a:lnTo>
                    <a:pt x="64643" y="1523"/>
                  </a:lnTo>
                  <a:lnTo>
                    <a:pt x="64643" y="17017"/>
                  </a:lnTo>
                  <a:lnTo>
                    <a:pt x="17272" y="17017"/>
                  </a:lnTo>
                  <a:lnTo>
                    <a:pt x="17272" y="50799"/>
                  </a:lnTo>
                  <a:lnTo>
                    <a:pt x="64643" y="50799"/>
                  </a:lnTo>
                  <a:lnTo>
                    <a:pt x="64643" y="66293"/>
                  </a:lnTo>
                  <a:lnTo>
                    <a:pt x="17272" y="66293"/>
                  </a:lnTo>
                  <a:lnTo>
                    <a:pt x="17272" y="122808"/>
                  </a:lnTo>
                  <a:lnTo>
                    <a:pt x="0" y="122808"/>
                  </a:lnTo>
                  <a:lnTo>
                    <a:pt x="0" y="1523"/>
                  </a:lnTo>
                  <a:close/>
                </a:path>
                <a:path w="564514" h="144145">
                  <a:moveTo>
                    <a:pt x="253619" y="1396"/>
                  </a:moveTo>
                  <a:lnTo>
                    <a:pt x="354965" y="1396"/>
                  </a:lnTo>
                  <a:lnTo>
                    <a:pt x="354965" y="16763"/>
                  </a:lnTo>
                  <a:lnTo>
                    <a:pt x="312674" y="16763"/>
                  </a:lnTo>
                  <a:lnTo>
                    <a:pt x="312674" y="122808"/>
                  </a:lnTo>
                  <a:lnTo>
                    <a:pt x="295148" y="122808"/>
                  </a:lnTo>
                  <a:lnTo>
                    <a:pt x="295148" y="16763"/>
                  </a:lnTo>
                  <a:lnTo>
                    <a:pt x="253619" y="16763"/>
                  </a:lnTo>
                  <a:lnTo>
                    <a:pt x="253619" y="1396"/>
                  </a:lnTo>
                  <a:close/>
                </a:path>
                <a:path w="564514" h="144145">
                  <a:moveTo>
                    <a:pt x="477520" y="0"/>
                  </a:moveTo>
                  <a:lnTo>
                    <a:pt x="484251" y="0"/>
                  </a:lnTo>
                  <a:lnTo>
                    <a:pt x="490728" y="761"/>
                  </a:lnTo>
                  <a:lnTo>
                    <a:pt x="496951" y="2158"/>
                  </a:lnTo>
                  <a:lnTo>
                    <a:pt x="503047" y="3682"/>
                  </a:lnTo>
                  <a:lnTo>
                    <a:pt x="510794" y="6349"/>
                  </a:lnTo>
                  <a:lnTo>
                    <a:pt x="520192" y="10286"/>
                  </a:lnTo>
                  <a:lnTo>
                    <a:pt x="520192" y="28066"/>
                  </a:lnTo>
                  <a:lnTo>
                    <a:pt x="509357" y="22566"/>
                  </a:lnTo>
                  <a:lnTo>
                    <a:pt x="498570" y="18637"/>
                  </a:lnTo>
                  <a:lnTo>
                    <a:pt x="487830" y="16279"/>
                  </a:lnTo>
                  <a:lnTo>
                    <a:pt x="477139" y="15493"/>
                  </a:lnTo>
                  <a:lnTo>
                    <a:pt x="467542" y="16329"/>
                  </a:lnTo>
                  <a:lnTo>
                    <a:pt x="433387" y="44068"/>
                  </a:lnTo>
                  <a:lnTo>
                    <a:pt x="430022" y="62229"/>
                  </a:lnTo>
                  <a:lnTo>
                    <a:pt x="430859" y="72062"/>
                  </a:lnTo>
                  <a:lnTo>
                    <a:pt x="459184" y="105838"/>
                  </a:lnTo>
                  <a:lnTo>
                    <a:pt x="478663" y="109092"/>
                  </a:lnTo>
                  <a:lnTo>
                    <a:pt x="485648" y="109092"/>
                  </a:lnTo>
                  <a:lnTo>
                    <a:pt x="493903" y="107568"/>
                  </a:lnTo>
                  <a:lnTo>
                    <a:pt x="503555" y="104393"/>
                  </a:lnTo>
                  <a:lnTo>
                    <a:pt x="505206" y="103758"/>
                  </a:lnTo>
                  <a:lnTo>
                    <a:pt x="505206" y="78485"/>
                  </a:lnTo>
                  <a:lnTo>
                    <a:pt x="481838" y="78485"/>
                  </a:lnTo>
                  <a:lnTo>
                    <a:pt x="481838" y="63118"/>
                  </a:lnTo>
                  <a:lnTo>
                    <a:pt x="522605" y="63118"/>
                  </a:lnTo>
                  <a:lnTo>
                    <a:pt x="522605" y="114553"/>
                  </a:lnTo>
                  <a:lnTo>
                    <a:pt x="511409" y="118794"/>
                  </a:lnTo>
                  <a:lnTo>
                    <a:pt x="500284" y="121808"/>
                  </a:lnTo>
                  <a:lnTo>
                    <a:pt x="489207" y="123608"/>
                  </a:lnTo>
                  <a:lnTo>
                    <a:pt x="478155" y="124205"/>
                  </a:lnTo>
                  <a:lnTo>
                    <a:pt x="463847" y="123110"/>
                  </a:lnTo>
                  <a:lnTo>
                    <a:pt x="422114" y="97339"/>
                  </a:lnTo>
                  <a:lnTo>
                    <a:pt x="411988" y="63245"/>
                  </a:lnTo>
                  <a:lnTo>
                    <a:pt x="413154" y="50270"/>
                  </a:lnTo>
                  <a:lnTo>
                    <a:pt x="440586" y="10126"/>
                  </a:lnTo>
                  <a:lnTo>
                    <a:pt x="464018" y="1121"/>
                  </a:lnTo>
                  <a:lnTo>
                    <a:pt x="477520" y="0"/>
                  </a:lnTo>
                  <a:close/>
                </a:path>
              </a:pathLst>
            </a:custGeom>
            <a:ln w="10160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0" name="object 7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69388" y="5358891"/>
            <a:ext cx="1462404" cy="173736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3580" y="5400294"/>
            <a:ext cx="82168" cy="9283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79061" y="5360415"/>
            <a:ext cx="964818" cy="17221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5205729" y="5360289"/>
            <a:ext cx="456183" cy="132969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739510" y="5400294"/>
            <a:ext cx="82168" cy="92837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04951" y="5656973"/>
            <a:ext cx="2399919" cy="174066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7199" y="6084036"/>
            <a:ext cx="1337983" cy="154025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910207" y="6084913"/>
            <a:ext cx="1344803" cy="172847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3318128" y="6083693"/>
            <a:ext cx="1901951" cy="174066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284978" y="6084036"/>
            <a:ext cx="540765" cy="134404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99567" y="6382143"/>
            <a:ext cx="2198928" cy="174066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743326" y="6349072"/>
            <a:ext cx="805306" cy="18743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5800" y="6374129"/>
            <a:ext cx="1130300" cy="288290"/>
          </a:xfrm>
          <a:prstGeom prst="rect">
            <a:avLst/>
          </a:prstGeom>
        </p:spPr>
      </p:pic>
      <p:sp>
        <p:nvSpPr>
          <p:cNvPr id="84" name="object 84"/>
          <p:cNvSpPr txBox="1"/>
          <p:nvPr/>
        </p:nvSpPr>
        <p:spPr>
          <a:xfrm>
            <a:off x="7666355" y="3681729"/>
            <a:ext cx="3470910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u="sng" spc="-80" dirty="0" err="1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ffigaro</a:t>
            </a:r>
            <a:r>
              <a:rPr sz="1800" u="sng" spc="-8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  <a:hlinkClick r:id="rId56"/>
              </a:rPr>
              <a:t>@sp.senai.br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800" spc="-80" dirty="0">
                <a:solidFill>
                  <a:srgbClr val="373D40"/>
                </a:solidFill>
                <a:latin typeface="Trebuchet MS"/>
                <a:cs typeface="Trebuchet MS"/>
              </a:rPr>
              <a:t>Fernando Oliveira Figaro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1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85" name="object 85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7212330" y="3690620"/>
            <a:ext cx="360679" cy="360680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205980" y="4196079"/>
            <a:ext cx="360679" cy="360680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219950" y="4712970"/>
            <a:ext cx="360679" cy="36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879</Words>
  <Application>Microsoft Office PowerPoint</Application>
  <PresentationFormat>Widescreen</PresentationFormat>
  <Paragraphs>136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 MT</vt:lpstr>
      <vt:lpstr>Calibri</vt:lpstr>
      <vt:lpstr>Times New Roman</vt:lpstr>
      <vt:lpstr>Trebuchet MS</vt:lpstr>
      <vt:lpstr>Office Theme</vt:lpstr>
      <vt:lpstr>PROGRAMAÇÃO EM PYTHON</vt:lpstr>
      <vt:lpstr>PROGRAMAÇÃO EM PYTHON</vt:lpstr>
      <vt:lpstr>PROGRAMAÇÃO EM PYTHON</vt:lpstr>
      <vt:lpstr>Apresentação do PowerPoint</vt:lpstr>
      <vt:lpstr>O exemplo de fluxograma a seguir solicita dois valores a e b para o usuário, executa a soma dos valores armazenando o resultado em c e exibe o resultado na tela.</vt:lpstr>
      <vt:lpstr>O Código no Portugol:</vt:lpstr>
      <vt:lpstr>PRÁTICA PEDAGÓGICA</vt:lpstr>
      <vt:lpstr>PROGRAMAÇÃO EM PYTHON</vt:lpstr>
      <vt:lpstr>PROGRAMAÇÃO EM PYTHON</vt:lpstr>
      <vt:lpstr>PROGRAMAÇÃO EM PYTHON</vt:lpstr>
      <vt:lpstr>PROGRAMAÇÃO EM PYTHON</vt:lpstr>
      <vt:lpstr>PRÁTICA PEDAGÓGICA</vt:lpstr>
      <vt:lpstr>Apresentação do PowerPoint</vt:lpstr>
      <vt:lpstr>PROGRAMAÇÃO EM PYTHON</vt:lpstr>
      <vt:lpstr>PROGRAMAÇÃO EM PYTHON</vt:lpstr>
      <vt:lpstr>PROGRAMAÇÃO EM PYTHON</vt:lpstr>
      <vt:lpstr>PROGRAMAÇÃO EM PYTHON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2</cp:revision>
  <dcterms:created xsi:type="dcterms:W3CDTF">2026-01-05T19:32:41Z</dcterms:created>
  <dcterms:modified xsi:type="dcterms:W3CDTF">2026-01-09T23:39:37Z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