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62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57169" y="720293"/>
            <a:ext cx="530034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05433" y="233934"/>
            <a:ext cx="4486910" cy="1143000"/>
          </a:xfrm>
          <a:custGeom>
            <a:avLst/>
            <a:gdLst/>
            <a:ahLst/>
            <a:cxnLst/>
            <a:rect l="l" t="t" r="r" b="b"/>
            <a:pathLst>
              <a:path w="4486910" h="1143000">
                <a:moveTo>
                  <a:pt x="4486656" y="0"/>
                </a:moveTo>
                <a:lnTo>
                  <a:pt x="0" y="0"/>
                </a:lnTo>
                <a:lnTo>
                  <a:pt x="0" y="1142999"/>
                </a:lnTo>
                <a:lnTo>
                  <a:pt x="4486656" y="1142999"/>
                </a:lnTo>
                <a:lnTo>
                  <a:pt x="448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05433" y="233934"/>
            <a:ext cx="4486910" cy="1143000"/>
          </a:xfrm>
          <a:custGeom>
            <a:avLst/>
            <a:gdLst/>
            <a:ahLst/>
            <a:cxnLst/>
            <a:rect l="l" t="t" r="r" b="b"/>
            <a:pathLst>
              <a:path w="4486910" h="1143000">
                <a:moveTo>
                  <a:pt x="0" y="1142999"/>
                </a:moveTo>
                <a:lnTo>
                  <a:pt x="4486656" y="1142999"/>
                </a:lnTo>
                <a:lnTo>
                  <a:pt x="4486656" y="0"/>
                </a:lnTo>
                <a:lnTo>
                  <a:pt x="0" y="0"/>
                </a:lnTo>
                <a:lnTo>
                  <a:pt x="0" y="1142999"/>
                </a:lnTo>
                <a:close/>
              </a:path>
            </a:pathLst>
          </a:custGeom>
          <a:ln w="320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19"/>
                </a:lnTo>
                <a:lnTo>
                  <a:pt x="8991600" y="1645919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19"/>
                </a:moveTo>
                <a:lnTo>
                  <a:pt x="8991600" y="1645919"/>
                </a:lnTo>
                <a:lnTo>
                  <a:pt x="8991600" y="0"/>
                </a:lnTo>
                <a:lnTo>
                  <a:pt x="0" y="0"/>
                </a:lnTo>
                <a:lnTo>
                  <a:pt x="0" y="1645919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232" y="0"/>
                </a:moveTo>
                <a:lnTo>
                  <a:pt x="0" y="0"/>
                </a:lnTo>
                <a:lnTo>
                  <a:pt x="0" y="6858000"/>
                </a:lnTo>
                <a:lnTo>
                  <a:pt x="8333232" y="6858000"/>
                </a:lnTo>
                <a:lnTo>
                  <a:pt x="833323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232" y="6858000"/>
                </a:lnTo>
                <a:lnTo>
                  <a:pt x="83332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864" y="446278"/>
            <a:ext cx="2891790" cy="662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50258" y="1764714"/>
            <a:ext cx="7173595" cy="309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jp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3.jp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gadelha.github.io/Portugol-Webstudio/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.png"/><Relationship Id="rId7" Type="http://schemas.openxmlformats.org/officeDocument/2006/relationships/image" Target="../media/image3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7.png"/><Relationship Id="rId7" Type="http://schemas.openxmlformats.org/officeDocument/2006/relationships/image" Target="../media/image3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7.png"/><Relationship Id="rId7" Type="http://schemas.openxmlformats.org/officeDocument/2006/relationships/image" Target="../media/image3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7.png"/><Relationship Id="rId7" Type="http://schemas.openxmlformats.org/officeDocument/2006/relationships/image" Target="../media/image3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7.png"/><Relationship Id="rId7" Type="http://schemas.openxmlformats.org/officeDocument/2006/relationships/image" Target="../media/image3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7.png"/><Relationship Id="rId7" Type="http://schemas.openxmlformats.org/officeDocument/2006/relationships/image" Target="../media/image3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3.jpg"/><Relationship Id="rId4" Type="http://schemas.openxmlformats.org/officeDocument/2006/relationships/image" Target="../media/image3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7.png"/><Relationship Id="rId7" Type="http://schemas.openxmlformats.org/officeDocument/2006/relationships/image" Target="../media/image4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image" Target="../media/image7.png"/><Relationship Id="rId7" Type="http://schemas.openxmlformats.org/officeDocument/2006/relationships/image" Target="../media/image43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g"/><Relationship Id="rId3" Type="http://schemas.openxmlformats.org/officeDocument/2006/relationships/image" Target="../media/image7.png"/><Relationship Id="rId7" Type="http://schemas.openxmlformats.org/officeDocument/2006/relationships/image" Target="../media/image4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7.png"/><Relationship Id="rId7" Type="http://schemas.openxmlformats.org/officeDocument/2006/relationships/image" Target="../media/image47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jpg"/><Relationship Id="rId5" Type="http://schemas.openxmlformats.org/officeDocument/2006/relationships/image" Target="../media/image13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3.jpg"/><Relationship Id="rId4" Type="http://schemas.openxmlformats.org/officeDocument/2006/relationships/image" Target="../media/image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9" Type="http://schemas.openxmlformats.org/officeDocument/2006/relationships/image" Target="../media/image87.png"/><Relationship Id="rId21" Type="http://schemas.openxmlformats.org/officeDocument/2006/relationships/image" Target="../media/image69.png"/><Relationship Id="rId34" Type="http://schemas.openxmlformats.org/officeDocument/2006/relationships/image" Target="../media/image82.png"/><Relationship Id="rId42" Type="http://schemas.openxmlformats.org/officeDocument/2006/relationships/image" Target="../media/image90.png"/><Relationship Id="rId47" Type="http://schemas.openxmlformats.org/officeDocument/2006/relationships/image" Target="../media/image95.png"/><Relationship Id="rId50" Type="http://schemas.openxmlformats.org/officeDocument/2006/relationships/image" Target="../media/image98.png"/><Relationship Id="rId55" Type="http://schemas.openxmlformats.org/officeDocument/2006/relationships/image" Target="../media/image3.jpg"/><Relationship Id="rId7" Type="http://schemas.openxmlformats.org/officeDocument/2006/relationships/image" Target="../media/image55.png"/><Relationship Id="rId2" Type="http://schemas.openxmlformats.org/officeDocument/2006/relationships/image" Target="../media/image2.png"/><Relationship Id="rId16" Type="http://schemas.openxmlformats.org/officeDocument/2006/relationships/image" Target="../media/image64.png"/><Relationship Id="rId29" Type="http://schemas.openxmlformats.org/officeDocument/2006/relationships/image" Target="../media/image77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80.png"/><Relationship Id="rId37" Type="http://schemas.openxmlformats.org/officeDocument/2006/relationships/image" Target="../media/image85.png"/><Relationship Id="rId40" Type="http://schemas.openxmlformats.org/officeDocument/2006/relationships/image" Target="../media/image88.png"/><Relationship Id="rId45" Type="http://schemas.openxmlformats.org/officeDocument/2006/relationships/image" Target="../media/image93.png"/><Relationship Id="rId53" Type="http://schemas.openxmlformats.org/officeDocument/2006/relationships/image" Target="../media/image101.png"/><Relationship Id="rId58" Type="http://schemas.openxmlformats.org/officeDocument/2006/relationships/image" Target="../media/image104.png"/><Relationship Id="rId5" Type="http://schemas.openxmlformats.org/officeDocument/2006/relationships/image" Target="../media/image53.png"/><Relationship Id="rId19" Type="http://schemas.openxmlformats.org/officeDocument/2006/relationships/image" Target="../media/image6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35" Type="http://schemas.openxmlformats.org/officeDocument/2006/relationships/image" Target="../media/image83.png"/><Relationship Id="rId43" Type="http://schemas.openxmlformats.org/officeDocument/2006/relationships/image" Target="../media/image91.png"/><Relationship Id="rId48" Type="http://schemas.openxmlformats.org/officeDocument/2006/relationships/image" Target="../media/image96.png"/><Relationship Id="rId56" Type="http://schemas.openxmlformats.org/officeDocument/2006/relationships/hyperlink" Target="mailto:daniel.petinice@sp.senai.br" TargetMode="External"/><Relationship Id="rId8" Type="http://schemas.openxmlformats.org/officeDocument/2006/relationships/image" Target="../media/image56.png"/><Relationship Id="rId51" Type="http://schemas.openxmlformats.org/officeDocument/2006/relationships/image" Target="../media/image99.png"/><Relationship Id="rId3" Type="http://schemas.openxmlformats.org/officeDocument/2006/relationships/image" Target="../media/image51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openxmlformats.org/officeDocument/2006/relationships/image" Target="../media/image81.png"/><Relationship Id="rId38" Type="http://schemas.openxmlformats.org/officeDocument/2006/relationships/image" Target="../media/image86.png"/><Relationship Id="rId46" Type="http://schemas.openxmlformats.org/officeDocument/2006/relationships/image" Target="../media/image94.png"/><Relationship Id="rId59" Type="http://schemas.openxmlformats.org/officeDocument/2006/relationships/image" Target="../media/image105.png"/><Relationship Id="rId20" Type="http://schemas.openxmlformats.org/officeDocument/2006/relationships/image" Target="../media/image68.png"/><Relationship Id="rId41" Type="http://schemas.openxmlformats.org/officeDocument/2006/relationships/image" Target="../media/image89.png"/><Relationship Id="rId54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36" Type="http://schemas.openxmlformats.org/officeDocument/2006/relationships/image" Target="../media/image84.png"/><Relationship Id="rId49" Type="http://schemas.openxmlformats.org/officeDocument/2006/relationships/image" Target="../media/image97.png"/><Relationship Id="rId57" Type="http://schemas.openxmlformats.org/officeDocument/2006/relationships/image" Target="../media/image103.png"/><Relationship Id="rId10" Type="http://schemas.openxmlformats.org/officeDocument/2006/relationships/image" Target="../media/image58.png"/><Relationship Id="rId31" Type="http://schemas.openxmlformats.org/officeDocument/2006/relationships/image" Target="../media/image79.png"/><Relationship Id="rId44" Type="http://schemas.openxmlformats.org/officeDocument/2006/relationships/image" Target="../media/image92.png"/><Relationship Id="rId52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210" y="1844167"/>
            <a:ext cx="700341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415" dirty="0"/>
              <a:t>PROGRAMAÇÃO</a:t>
            </a:r>
            <a:r>
              <a:rPr sz="3800" spc="265" dirty="0"/>
              <a:t> </a:t>
            </a:r>
            <a:r>
              <a:rPr sz="3800" spc="165" dirty="0"/>
              <a:t>EM</a:t>
            </a:r>
            <a:r>
              <a:rPr sz="3800" spc="275" dirty="0"/>
              <a:t> </a:t>
            </a:r>
            <a:r>
              <a:rPr sz="3800" spc="385" dirty="0"/>
              <a:t>PYTHON</a:t>
            </a:r>
            <a:endParaRPr sz="3800"/>
          </a:p>
        </p:txBody>
      </p:sp>
      <p:grpSp>
        <p:nvGrpSpPr>
          <p:cNvPr id="3" name="object 3"/>
          <p:cNvGrpSpPr/>
          <p:nvPr/>
        </p:nvGrpSpPr>
        <p:grpSpPr>
          <a:xfrm>
            <a:off x="2116835" y="2580132"/>
            <a:ext cx="9859010" cy="4083050"/>
            <a:chOff x="2116835" y="2580132"/>
            <a:chExt cx="9859010" cy="408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1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6835" y="2747772"/>
              <a:ext cx="2293619" cy="1478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523" y="2631948"/>
              <a:ext cx="2142744" cy="1594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943" y="2580132"/>
              <a:ext cx="1658111" cy="15941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3"/>
              <a:ext cx="787907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995" y="2246376"/>
              <a:ext cx="5404866" cy="796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851" y="2562225"/>
              <a:ext cx="649732" cy="2198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6404" y="2561335"/>
              <a:ext cx="898398" cy="2207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542" y="633171"/>
            <a:ext cx="88709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142" y="1129030"/>
            <a:ext cx="46907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36575" algn="l"/>
                <a:tab pos="2052955" algn="l"/>
                <a:tab pos="2868930" algn="l"/>
                <a:tab pos="4109085" algn="l"/>
              </a:tabLst>
            </a:pPr>
            <a:r>
              <a:rPr sz="2000" spc="30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7317" y="3176382"/>
          <a:ext cx="4684395" cy="90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ts val="22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Linguagens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programação;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Lógica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Programação;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ts val="23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4976" y="2359152"/>
            <a:ext cx="5725667" cy="375513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241" y="217741"/>
            <a:ext cx="5069205" cy="1175385"/>
            <a:chOff x="789241" y="217741"/>
            <a:chExt cx="5069205" cy="1175385"/>
          </a:xfrm>
        </p:grpSpPr>
        <p:sp>
          <p:nvSpPr>
            <p:cNvPr id="16" name="object 16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30" dirty="0"/>
              <a:t>PROGRAMAÇÃO</a:t>
            </a:r>
            <a:r>
              <a:rPr sz="2400" spc="305" dirty="0"/>
              <a:t> </a:t>
            </a:r>
            <a:r>
              <a:rPr sz="2400" spc="135" dirty="0"/>
              <a:t>EM</a:t>
            </a:r>
            <a:r>
              <a:rPr sz="2400" spc="340" dirty="0"/>
              <a:t> </a:t>
            </a:r>
            <a:r>
              <a:rPr sz="2400" spc="300" dirty="0"/>
              <a:t>PYTHON</a:t>
            </a:r>
            <a:endParaRPr sz="2400"/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30" dirty="0"/>
              <a:t>PROGRAMAÇÃO</a:t>
            </a:r>
            <a:r>
              <a:rPr sz="2400" spc="305" dirty="0"/>
              <a:t> </a:t>
            </a:r>
            <a:r>
              <a:rPr sz="2400" spc="135" dirty="0"/>
              <a:t>EM</a:t>
            </a:r>
            <a:r>
              <a:rPr sz="2400" spc="340" dirty="0"/>
              <a:t> </a:t>
            </a:r>
            <a:r>
              <a:rPr sz="2400" spc="300" dirty="0"/>
              <a:t>PYTHON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3040379" y="1164336"/>
            <a:ext cx="8935720" cy="5499100"/>
            <a:chOff x="3040379" y="1164336"/>
            <a:chExt cx="8935720" cy="54991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6308" y="6374891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6391" y="2261603"/>
              <a:ext cx="5406389" cy="7978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0250" y="2575686"/>
              <a:ext cx="1067181" cy="2898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5907" y="3556995"/>
            <a:ext cx="11342370" cy="16063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1344295" algn="l"/>
                <a:tab pos="3008630" algn="l"/>
                <a:tab pos="3694429" algn="l"/>
                <a:tab pos="5319395" algn="l"/>
                <a:tab pos="6713855" algn="l"/>
                <a:tab pos="7247890" algn="l"/>
                <a:tab pos="8608695" algn="l"/>
                <a:tab pos="10257790" algn="l"/>
                <a:tab pos="11027410" algn="l"/>
              </a:tabLst>
            </a:pPr>
            <a:r>
              <a:rPr sz="2400" spc="-10" dirty="0" err="1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lang="pt-BR" sz="24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 err="1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lang="pt-BR"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9DF7DDF-D39B-7406-6269-8E8E4AE11C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" y="-1"/>
            <a:ext cx="12115800" cy="68151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058" y="440944"/>
            <a:ext cx="7655559" cy="29692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400" b="1" spc="-10" dirty="0">
                <a:latin typeface="Trebuchet MS"/>
                <a:cs typeface="Trebuchet MS"/>
              </a:rPr>
              <a:t>Definição</a:t>
            </a:r>
            <a:endParaRPr sz="2400">
              <a:latin typeface="Trebuchet MS"/>
              <a:cs typeface="Trebuchet MS"/>
            </a:endParaRPr>
          </a:p>
          <a:p>
            <a:pPr marL="12700" marR="36830" algn="just">
              <a:lnSpc>
                <a:spcPct val="100000"/>
              </a:lnSpc>
              <a:spcBef>
                <a:spcPts val="1010"/>
              </a:spcBef>
            </a:pPr>
            <a:r>
              <a:rPr sz="2400" spc="55" dirty="0">
                <a:latin typeface="Trebuchet MS"/>
                <a:cs typeface="Trebuchet MS"/>
              </a:rPr>
              <a:t>As</a:t>
            </a:r>
            <a:r>
              <a:rPr sz="2400" spc="35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linguagens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34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programação</a:t>
            </a:r>
            <a:r>
              <a:rPr sz="2400" spc="3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3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"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idiomas</a:t>
            </a:r>
            <a:r>
              <a:rPr sz="2400" dirty="0">
                <a:latin typeface="Trebuchet MS"/>
                <a:cs typeface="Trebuchet MS"/>
              </a:rPr>
              <a:t>"</a:t>
            </a:r>
            <a:r>
              <a:rPr sz="2400" spc="3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3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os </a:t>
            </a:r>
            <a:r>
              <a:rPr sz="2400" dirty="0">
                <a:latin typeface="Trebuchet MS"/>
                <a:cs typeface="Trebuchet MS"/>
              </a:rPr>
              <a:t>programadores</a:t>
            </a:r>
            <a:r>
              <a:rPr sz="2400" spc="5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usam</a:t>
            </a:r>
            <a:r>
              <a:rPr sz="2400" spc="55" dirty="0"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para</a:t>
            </a:r>
            <a:r>
              <a:rPr sz="2400" spc="50" dirty="0">
                <a:solidFill>
                  <a:srgbClr val="006FC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comunicar</a:t>
            </a:r>
            <a:r>
              <a:rPr sz="2400" spc="55" dirty="0">
                <a:solidFill>
                  <a:srgbClr val="006FC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instruções</a:t>
            </a:r>
            <a:r>
              <a:rPr sz="2400" spc="55" dirty="0">
                <a:solidFill>
                  <a:srgbClr val="006FC0"/>
                </a:solidFill>
                <a:latin typeface="Trebuchet MS"/>
                <a:cs typeface="Trebuchet MS"/>
              </a:rPr>
              <a:t>  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aos </a:t>
            </a:r>
            <a:r>
              <a:rPr sz="2400" spc="-55" dirty="0">
                <a:solidFill>
                  <a:srgbClr val="006FC0"/>
                </a:solidFill>
                <a:latin typeface="Trebuchet MS"/>
                <a:cs typeface="Trebuchet MS"/>
              </a:rPr>
              <a:t>computadores</a:t>
            </a:r>
            <a:r>
              <a:rPr sz="2400" spc="-5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latin typeface="Trebuchet MS"/>
                <a:cs typeface="Trebuchet MS"/>
              </a:rPr>
              <a:t>Assim</a:t>
            </a:r>
            <a:r>
              <a:rPr sz="2400" spc="2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2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temos</a:t>
            </a:r>
            <a:r>
              <a:rPr sz="2400" spc="24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diferentes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línguas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faladas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mundo, </a:t>
            </a:r>
            <a:r>
              <a:rPr sz="2400" spc="-85" dirty="0">
                <a:latin typeface="Trebuchet MS"/>
                <a:cs typeface="Trebuchet MS"/>
              </a:rPr>
              <a:t>existem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diversas </a:t>
            </a:r>
            <a:r>
              <a:rPr sz="2400" spc="-135" dirty="0">
                <a:solidFill>
                  <a:srgbClr val="C57C08"/>
                </a:solidFill>
                <a:latin typeface="Trebuchet MS"/>
                <a:cs typeface="Trebuchet MS"/>
              </a:rPr>
              <a:t>linguagens</a:t>
            </a:r>
            <a:r>
              <a:rPr sz="2400" spc="-1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57C08"/>
                </a:solidFill>
                <a:latin typeface="Trebuchet MS"/>
                <a:cs typeface="Trebuchet MS"/>
              </a:rPr>
              <a:t>de</a:t>
            </a:r>
            <a:r>
              <a:rPr sz="2400" spc="-1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C57C08"/>
                </a:solidFill>
                <a:latin typeface="Trebuchet MS"/>
                <a:cs typeface="Trebuchet MS"/>
              </a:rPr>
              <a:t>programação</a:t>
            </a:r>
            <a:r>
              <a:rPr sz="2400" spc="-150" dirty="0">
                <a:latin typeface="Trebuchet MS"/>
                <a:cs typeface="Trebuchet MS"/>
              </a:rPr>
              <a:t>,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u="sng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cada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uma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u="sng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suas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sng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particularidades</a:t>
            </a:r>
            <a:r>
              <a:rPr sz="2400" spc="-10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4058" y="4005198"/>
            <a:ext cx="76555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latin typeface="Trebuchet MS"/>
                <a:cs typeface="Trebuchet MS"/>
              </a:rPr>
              <a:t>As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linguagens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classificadas</a:t>
            </a:r>
            <a:r>
              <a:rPr sz="2400" dirty="0">
                <a:latin typeface="Trebuchet MS"/>
                <a:cs typeface="Trebuchet MS"/>
              </a:rPr>
              <a:t> como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Trebuchet MS"/>
                <a:cs typeface="Trebuchet MS"/>
              </a:rPr>
              <a:t>baixo</a:t>
            </a:r>
            <a:r>
              <a:rPr sz="2400" spc="-1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0AF50"/>
                </a:solidFill>
                <a:latin typeface="Trebuchet MS"/>
                <a:cs typeface="Trebuchet MS"/>
              </a:rPr>
              <a:t>nível</a:t>
            </a:r>
            <a:r>
              <a:rPr sz="2400" spc="-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0AF50"/>
                </a:solidFill>
                <a:latin typeface="Trebuchet MS"/>
                <a:cs typeface="Trebuchet MS"/>
              </a:rPr>
              <a:t>alto</a:t>
            </a:r>
            <a:r>
              <a:rPr sz="2400" spc="-1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0AF50"/>
                </a:solidFill>
                <a:latin typeface="Trebuchet MS"/>
                <a:cs typeface="Trebuchet MS"/>
              </a:rPr>
              <a:t>nível</a:t>
            </a:r>
            <a:r>
              <a:rPr sz="2400" spc="-140" dirty="0">
                <a:latin typeface="Trebuchet MS"/>
                <a:cs typeface="Trebuchet MS"/>
              </a:rPr>
              <a:t>, </a:t>
            </a:r>
            <a:r>
              <a:rPr sz="2400" spc="-150" dirty="0">
                <a:solidFill>
                  <a:srgbClr val="6F2F9F"/>
                </a:solidFill>
                <a:latin typeface="Trebuchet MS"/>
                <a:cs typeface="Trebuchet MS"/>
              </a:rPr>
              <a:t>interpretada</a:t>
            </a:r>
            <a:r>
              <a:rPr sz="2400" spc="-5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6F2F9F"/>
                </a:solidFill>
                <a:latin typeface="Trebuchet MS"/>
                <a:cs typeface="Trebuchet MS"/>
              </a:rPr>
              <a:t>compilada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363" y="1895983"/>
            <a:ext cx="25965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00"/>
              </a:spcBef>
            </a:pPr>
            <a:r>
              <a:rPr sz="3600" spc="-220" dirty="0">
                <a:solidFill>
                  <a:srgbClr val="FFFFFF"/>
                </a:solidFill>
                <a:latin typeface="Trebuchet MS"/>
                <a:cs typeface="Trebuchet MS"/>
              </a:rPr>
              <a:t>Linguagens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9079" y="1089660"/>
            <a:ext cx="11717020" cy="5573395"/>
            <a:chOff x="259079" y="1089660"/>
            <a:chExt cx="11717020" cy="55733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79" y="3209544"/>
              <a:ext cx="3236975" cy="32369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058" y="440944"/>
            <a:ext cx="7625715" cy="211137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10"/>
              </a:spcBef>
            </a:pPr>
            <a:r>
              <a:rPr sz="2400" b="1" dirty="0">
                <a:latin typeface="Trebuchet MS"/>
                <a:cs typeface="Trebuchet MS"/>
              </a:rPr>
              <a:t>Baixo</a:t>
            </a:r>
            <a:r>
              <a:rPr sz="2400" b="1" spc="15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nível: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spc="-55" dirty="0">
                <a:latin typeface="Trebuchet MS"/>
                <a:cs typeface="Trebuchet MS"/>
              </a:rPr>
              <a:t>Linguagens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baixo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nível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estão</a:t>
            </a:r>
            <a:r>
              <a:rPr sz="2400" spc="1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próximas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19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código</a:t>
            </a:r>
            <a:r>
              <a:rPr sz="2400" spc="19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6F2F9F"/>
                </a:solidFill>
                <a:latin typeface="Trebuchet MS"/>
                <a:cs typeface="Trebuchet MS"/>
              </a:rPr>
              <a:t>de máquina,</a:t>
            </a:r>
            <a:r>
              <a:rPr sz="2400" spc="38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5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seja,</a:t>
            </a:r>
            <a:r>
              <a:rPr sz="2400" spc="37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das</a:t>
            </a:r>
            <a:r>
              <a:rPr sz="2400" spc="5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instruções</a:t>
            </a:r>
            <a:r>
              <a:rPr sz="2400" spc="5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que</a:t>
            </a:r>
            <a:r>
              <a:rPr sz="2400" spc="54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o</a:t>
            </a:r>
            <a:r>
              <a:rPr sz="2400" spc="53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hardware</a:t>
            </a:r>
            <a:r>
              <a:rPr sz="2400" spc="55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Trebuchet MS"/>
                <a:cs typeface="Trebuchet MS"/>
              </a:rPr>
              <a:t>do </a:t>
            </a:r>
            <a:r>
              <a:rPr sz="2400" spc="-65" dirty="0">
                <a:solidFill>
                  <a:srgbClr val="6F2F9F"/>
                </a:solidFill>
                <a:latin typeface="Trebuchet MS"/>
                <a:cs typeface="Trebuchet MS"/>
              </a:rPr>
              <a:t>computador</a:t>
            </a:r>
            <a:r>
              <a:rPr sz="2400" spc="-12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6F2F9F"/>
                </a:solidFill>
                <a:latin typeface="Trebuchet MS"/>
                <a:cs typeface="Trebuchet MS"/>
              </a:rPr>
              <a:t>entende</a:t>
            </a:r>
            <a:r>
              <a:rPr sz="2400" spc="3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6F2F9F"/>
                </a:solidFill>
                <a:latin typeface="Trebuchet MS"/>
                <a:cs typeface="Trebuchet MS"/>
              </a:rPr>
              <a:t>diretamente</a:t>
            </a:r>
            <a:r>
              <a:rPr sz="2400" spc="-175" dirty="0">
                <a:latin typeface="Trebuchet MS"/>
                <a:cs typeface="Trebuchet MS"/>
              </a:rPr>
              <a:t>.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exemplo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clássico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</a:t>
            </a:r>
            <a:r>
              <a:rPr sz="2400" spc="-180" dirty="0">
                <a:latin typeface="Trebuchet MS"/>
                <a:cs typeface="Trebuchet MS"/>
              </a:rPr>
              <a:t>linguagem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06FC0"/>
                </a:solidFill>
                <a:latin typeface="Trebuchet MS"/>
                <a:cs typeface="Trebuchet MS"/>
              </a:rPr>
              <a:t>Assembly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-</a:t>
            </a:r>
            <a:r>
              <a:rPr sz="2400" spc="-28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“Olá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Mundo”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9079" y="1089660"/>
            <a:ext cx="11791315" cy="5573395"/>
            <a:chOff x="259079" y="1089660"/>
            <a:chExt cx="11791315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79" y="3209544"/>
              <a:ext cx="3236975" cy="32369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90159" y="2657856"/>
              <a:ext cx="6960107" cy="343814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99363" y="1895983"/>
            <a:ext cx="25965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00"/>
              </a:spcBef>
            </a:pPr>
            <a:r>
              <a:rPr sz="3600" spc="-220" dirty="0">
                <a:solidFill>
                  <a:srgbClr val="FFFFFF"/>
                </a:solidFill>
                <a:latin typeface="Trebuchet MS"/>
                <a:cs typeface="Trebuchet MS"/>
              </a:rPr>
              <a:t>Linguagens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7508" y="3677539"/>
            <a:ext cx="1059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EXEMPLO: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058" y="440944"/>
            <a:ext cx="7625715" cy="284289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10"/>
              </a:spcBef>
            </a:pPr>
            <a:r>
              <a:rPr sz="2400" b="1" spc="85" dirty="0">
                <a:latin typeface="Trebuchet MS"/>
                <a:cs typeface="Trebuchet MS"/>
              </a:rPr>
              <a:t>Alto</a:t>
            </a:r>
            <a:r>
              <a:rPr sz="2400" b="1" spc="-4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nível: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spc="-140" dirty="0">
                <a:latin typeface="Trebuchet MS"/>
                <a:cs typeface="Trebuchet MS"/>
              </a:rPr>
              <a:t>Linguagens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43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alto</a:t>
            </a:r>
            <a:r>
              <a:rPr sz="2400" spc="409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nível</a:t>
            </a:r>
            <a:r>
              <a:rPr sz="2400" spc="430" dirty="0"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0AF50"/>
                </a:solidFill>
                <a:latin typeface="Trebuchet MS"/>
                <a:cs typeface="Trebuchet MS"/>
              </a:rPr>
              <a:t>são</a:t>
            </a:r>
            <a:r>
              <a:rPr sz="2400" spc="4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AF50"/>
                </a:solidFill>
                <a:latin typeface="Trebuchet MS"/>
                <a:cs typeface="Trebuchet MS"/>
              </a:rPr>
              <a:t>mais</a:t>
            </a:r>
            <a:r>
              <a:rPr sz="2400" spc="42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0AF50"/>
                </a:solidFill>
                <a:latin typeface="Trebuchet MS"/>
                <a:cs typeface="Trebuchet MS"/>
              </a:rPr>
              <a:t>abstratas</a:t>
            </a:r>
            <a:r>
              <a:rPr sz="2400" spc="4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0AF50"/>
                </a:solidFill>
                <a:latin typeface="Trebuchet MS"/>
                <a:cs typeface="Trebuchet MS"/>
              </a:rPr>
              <a:t>próximas</a:t>
            </a:r>
            <a:r>
              <a:rPr sz="2400" spc="4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0AF50"/>
                </a:solidFill>
                <a:latin typeface="Trebuchet MS"/>
                <a:cs typeface="Trebuchet MS"/>
              </a:rPr>
              <a:t>da</a:t>
            </a:r>
            <a:r>
              <a:rPr sz="2400" spc="-1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0AF50"/>
                </a:solidFill>
                <a:latin typeface="Trebuchet MS"/>
                <a:cs typeface="Trebuchet MS"/>
              </a:rPr>
              <a:t>linguagem</a:t>
            </a:r>
            <a:r>
              <a:rPr sz="2400" spc="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00" dirty="0">
                <a:solidFill>
                  <a:srgbClr val="00AF50"/>
                </a:solidFill>
                <a:latin typeface="Trebuchet MS"/>
                <a:cs typeface="Trebuchet MS"/>
              </a:rPr>
              <a:t>humana</a:t>
            </a:r>
            <a:r>
              <a:rPr sz="2400" spc="-200" dirty="0">
                <a:latin typeface="Trebuchet MS"/>
                <a:cs typeface="Trebuchet MS"/>
              </a:rPr>
              <a:t>.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C57C08"/>
                </a:solidFill>
                <a:latin typeface="Trebuchet MS"/>
                <a:cs typeface="Trebuchet MS"/>
              </a:rPr>
              <a:t>Isso</a:t>
            </a:r>
            <a:r>
              <a:rPr sz="2400" spc="-1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204" dirty="0">
                <a:solidFill>
                  <a:srgbClr val="C57C08"/>
                </a:solidFill>
                <a:latin typeface="Trebuchet MS"/>
                <a:cs typeface="Trebuchet MS"/>
              </a:rPr>
              <a:t>facilita</a:t>
            </a:r>
            <a:r>
              <a:rPr sz="240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C57C08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C57C08"/>
                </a:solidFill>
                <a:latin typeface="Trebuchet MS"/>
                <a:cs typeface="Trebuchet MS"/>
              </a:rPr>
              <a:t>escrita</a:t>
            </a:r>
            <a:r>
              <a:rPr sz="2400" spc="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C57C08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C57C08"/>
                </a:solidFill>
                <a:latin typeface="Trebuchet MS"/>
                <a:cs typeface="Trebuchet MS"/>
              </a:rPr>
              <a:t>a</a:t>
            </a:r>
            <a:r>
              <a:rPr sz="2400" spc="-2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C57C08"/>
                </a:solidFill>
                <a:latin typeface="Trebuchet MS"/>
                <a:cs typeface="Trebuchet MS"/>
              </a:rPr>
              <a:t>compreensão</a:t>
            </a:r>
            <a:r>
              <a:rPr sz="2400" spc="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C57C08"/>
                </a:solidFill>
                <a:latin typeface="Trebuchet MS"/>
                <a:cs typeface="Trebuchet MS"/>
              </a:rPr>
              <a:t>dos</a:t>
            </a:r>
            <a:r>
              <a:rPr sz="2400" spc="-3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C57C08"/>
                </a:solidFill>
                <a:latin typeface="Trebuchet MS"/>
                <a:cs typeface="Trebuchet MS"/>
              </a:rPr>
              <a:t>programas,</a:t>
            </a:r>
            <a:r>
              <a:rPr sz="2400" spc="31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C57C08"/>
                </a:solidFill>
                <a:latin typeface="Trebuchet MS"/>
                <a:cs typeface="Trebuchet MS"/>
              </a:rPr>
              <a:t>pois</a:t>
            </a:r>
            <a:r>
              <a:rPr sz="2400" spc="54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25" dirty="0">
                <a:solidFill>
                  <a:srgbClr val="C57C08"/>
                </a:solidFill>
                <a:latin typeface="Trebuchet MS"/>
                <a:cs typeface="Trebuchet MS"/>
              </a:rPr>
              <a:t>o</a:t>
            </a:r>
            <a:r>
              <a:rPr sz="2400" spc="54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C57C08"/>
                </a:solidFill>
                <a:latin typeface="Trebuchet MS"/>
                <a:cs typeface="Trebuchet MS"/>
              </a:rPr>
              <a:t>programador</a:t>
            </a:r>
            <a:r>
              <a:rPr sz="2400" spc="54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C57C08"/>
                </a:solidFill>
                <a:latin typeface="Trebuchet MS"/>
                <a:cs typeface="Trebuchet MS"/>
              </a:rPr>
              <a:t>não</a:t>
            </a:r>
            <a:r>
              <a:rPr sz="2400" spc="54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C57C08"/>
                </a:solidFill>
                <a:latin typeface="Trebuchet MS"/>
                <a:cs typeface="Trebuchet MS"/>
              </a:rPr>
              <a:t>precisa</a:t>
            </a:r>
            <a:r>
              <a:rPr sz="2400" spc="53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C57C08"/>
                </a:solidFill>
                <a:latin typeface="Trebuchet MS"/>
                <a:cs typeface="Trebuchet MS"/>
              </a:rPr>
              <a:t>se</a:t>
            </a:r>
            <a:r>
              <a:rPr sz="2400" spc="55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C57C08"/>
                </a:solidFill>
                <a:latin typeface="Trebuchet MS"/>
                <a:cs typeface="Trebuchet MS"/>
              </a:rPr>
              <a:t>preocupar</a:t>
            </a:r>
            <a:r>
              <a:rPr sz="2400" spc="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C57C08"/>
                </a:solidFill>
                <a:latin typeface="Trebuchet MS"/>
                <a:cs typeface="Trebuchet MS"/>
              </a:rPr>
              <a:t>tanto</a:t>
            </a:r>
            <a:r>
              <a:rPr sz="2400" spc="27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C57C08"/>
                </a:solidFill>
                <a:latin typeface="Trebuchet MS"/>
                <a:cs typeface="Trebuchet MS"/>
              </a:rPr>
              <a:t>com</a:t>
            </a:r>
            <a:r>
              <a:rPr sz="2400" spc="27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C57C08"/>
                </a:solidFill>
                <a:latin typeface="Trebuchet MS"/>
                <a:cs typeface="Trebuchet MS"/>
              </a:rPr>
              <a:t>os</a:t>
            </a:r>
            <a:r>
              <a:rPr sz="2400" spc="295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C57C08"/>
                </a:solidFill>
                <a:latin typeface="Trebuchet MS"/>
                <a:cs typeface="Trebuchet MS"/>
              </a:rPr>
              <a:t>detalhes</a:t>
            </a:r>
            <a:r>
              <a:rPr sz="2400" spc="26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C57C08"/>
                </a:solidFill>
                <a:latin typeface="Trebuchet MS"/>
                <a:cs typeface="Trebuchet MS"/>
              </a:rPr>
              <a:t>do</a:t>
            </a:r>
            <a:r>
              <a:rPr sz="2400" spc="290" dirty="0">
                <a:solidFill>
                  <a:srgbClr val="C57C08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C57C08"/>
                </a:solidFill>
                <a:latin typeface="Trebuchet MS"/>
                <a:cs typeface="Trebuchet MS"/>
              </a:rPr>
              <a:t>hardware</a:t>
            </a:r>
            <a:r>
              <a:rPr sz="2400" spc="-155" dirty="0">
                <a:latin typeface="Trebuchet MS"/>
                <a:cs typeface="Trebuchet MS"/>
              </a:rPr>
              <a:t>.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Exemplos</a:t>
            </a:r>
            <a:r>
              <a:rPr sz="2400" spc="2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comuns</a:t>
            </a:r>
            <a:r>
              <a:rPr sz="2400" spc="29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são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b="1" spc="-30" dirty="0">
                <a:latin typeface="Trebuchet MS"/>
                <a:cs typeface="Trebuchet MS"/>
              </a:rPr>
              <a:t>Python</a:t>
            </a:r>
            <a:r>
              <a:rPr sz="2400" spc="-30" dirty="0">
                <a:latin typeface="Trebuchet MS"/>
                <a:cs typeface="Trebuchet MS"/>
              </a:rPr>
              <a:t>,</a:t>
            </a:r>
            <a:r>
              <a:rPr sz="2400" spc="165" dirty="0">
                <a:latin typeface="Trebuchet MS"/>
                <a:cs typeface="Trebuchet MS"/>
              </a:rPr>
              <a:t> </a:t>
            </a:r>
            <a:r>
              <a:rPr sz="2400" spc="-320" dirty="0">
                <a:latin typeface="Trebuchet MS"/>
                <a:cs typeface="Trebuchet MS"/>
              </a:rPr>
              <a:t>Java</a:t>
            </a:r>
            <a:r>
              <a:rPr sz="2400" spc="409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409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C#.</a:t>
            </a:r>
            <a:r>
              <a:rPr sz="2400" spc="16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São</a:t>
            </a:r>
            <a:r>
              <a:rPr sz="2400" spc="409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ideais</a:t>
            </a:r>
            <a:r>
              <a:rPr sz="2400" spc="40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para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desenvolver</a:t>
            </a:r>
            <a:r>
              <a:rPr sz="2400" spc="42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aplicações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complexas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maneira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mais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intuitiva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produtiva.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9079" y="1089660"/>
            <a:ext cx="11717020" cy="5573395"/>
            <a:chOff x="259079" y="1089660"/>
            <a:chExt cx="11717020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79" y="3209544"/>
              <a:ext cx="3236975" cy="32369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5083" y="3887724"/>
              <a:ext cx="3457956" cy="8016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99363" y="1895983"/>
            <a:ext cx="25965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00"/>
              </a:spcBef>
            </a:pPr>
            <a:r>
              <a:rPr sz="3600" spc="-220" dirty="0">
                <a:solidFill>
                  <a:srgbClr val="FFFFFF"/>
                </a:solidFill>
                <a:latin typeface="Trebuchet MS"/>
                <a:cs typeface="Trebuchet MS"/>
              </a:rPr>
              <a:t>Linguagens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91076" y="4128338"/>
            <a:ext cx="1060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EXEMPLO: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058" y="569214"/>
            <a:ext cx="1918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rebuchet MS"/>
                <a:cs typeface="Trebuchet MS"/>
              </a:rPr>
              <a:t>Interpretada: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4058" y="1063244"/>
            <a:ext cx="3538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3885" algn="l"/>
                <a:tab pos="1763395" algn="l"/>
                <a:tab pos="2249805" algn="l"/>
              </a:tabLst>
            </a:pPr>
            <a:r>
              <a:rPr sz="2400" spc="300" dirty="0">
                <a:latin typeface="Trebuchet MS"/>
                <a:cs typeface="Trebuchet MS"/>
              </a:rPr>
              <a:t>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C57C08"/>
                </a:solidFill>
                <a:latin typeface="Trebuchet MS"/>
                <a:cs typeface="Trebuchet MS"/>
              </a:rPr>
              <a:t>código</a:t>
            </a:r>
            <a:r>
              <a:rPr sz="2400" dirty="0">
                <a:solidFill>
                  <a:srgbClr val="C57C08"/>
                </a:solidFill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C57C08"/>
                </a:solidFill>
                <a:latin typeface="Trebuchet MS"/>
                <a:cs typeface="Trebuchet MS"/>
              </a:rPr>
              <a:t>é</a:t>
            </a:r>
            <a:r>
              <a:rPr sz="2400" dirty="0">
                <a:solidFill>
                  <a:srgbClr val="C57C08"/>
                </a:solidFill>
                <a:latin typeface="Trebuchet MS"/>
                <a:cs typeface="Trebuchet MS"/>
              </a:rPr>
              <a:t>	</a:t>
            </a:r>
            <a:r>
              <a:rPr sz="2400" spc="-125" dirty="0">
                <a:solidFill>
                  <a:srgbClr val="C57C08"/>
                </a:solidFill>
                <a:latin typeface="Trebuchet MS"/>
                <a:cs typeface="Trebuchet MS"/>
              </a:rPr>
              <a:t>executado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4058" y="1429003"/>
            <a:ext cx="17386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65" dirty="0">
                <a:solidFill>
                  <a:srgbClr val="C57C08"/>
                </a:solidFill>
                <a:latin typeface="Trebuchet MS"/>
                <a:cs typeface="Trebuchet MS"/>
              </a:rPr>
              <a:t>diretamente </a:t>
            </a:r>
            <a:r>
              <a:rPr sz="2400" spc="-150" dirty="0">
                <a:solidFill>
                  <a:srgbClr val="C57C08"/>
                </a:solidFill>
                <a:latin typeface="Trebuchet MS"/>
                <a:cs typeface="Trebuchet MS"/>
              </a:rPr>
              <a:t>interpretador</a:t>
            </a:r>
            <a:r>
              <a:rPr sz="2400" spc="-150" dirty="0">
                <a:latin typeface="Trebuchet MS"/>
                <a:cs typeface="Trebuchet MS"/>
              </a:rPr>
              <a:t>,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8184" y="1429003"/>
            <a:ext cx="1516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  <a:tabLst>
                <a:tab pos="1115695" algn="l"/>
              </a:tabLst>
            </a:pPr>
            <a:r>
              <a:rPr sz="2400" spc="-25" dirty="0">
                <a:solidFill>
                  <a:srgbClr val="C57C08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C57C08"/>
                </a:solidFill>
                <a:latin typeface="Trebuchet MS"/>
                <a:cs typeface="Trebuchet MS"/>
              </a:rPr>
              <a:t>	</a:t>
            </a:r>
            <a:r>
              <a:rPr sz="2400" spc="-105" dirty="0">
                <a:solidFill>
                  <a:srgbClr val="C57C08"/>
                </a:solidFill>
                <a:latin typeface="Trebuchet MS"/>
                <a:cs typeface="Trebuchet MS"/>
              </a:rPr>
              <a:t>um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803275" algn="l"/>
                <a:tab pos="1356360" algn="l"/>
              </a:tabLst>
            </a:pP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que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lê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11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4058" y="2160219"/>
            <a:ext cx="354012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executa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 as</a:t>
            </a:r>
            <a:r>
              <a:rPr sz="2400" spc="-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instruções</a:t>
            </a:r>
            <a:r>
              <a:rPr sz="2400" spc="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Trebuchet MS"/>
                <a:cs typeface="Trebuchet MS"/>
              </a:rPr>
              <a:t>linha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por</a:t>
            </a:r>
            <a:r>
              <a:rPr sz="2400" spc="39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Trebuchet MS"/>
                <a:cs typeface="Trebuchet MS"/>
              </a:rPr>
              <a:t>linha</a:t>
            </a:r>
            <a:r>
              <a:rPr sz="2400" spc="-95" dirty="0">
                <a:latin typeface="Trebuchet MS"/>
                <a:cs typeface="Trebuchet MS"/>
              </a:rPr>
              <a:t>.</a:t>
            </a:r>
            <a:r>
              <a:rPr sz="2400" spc="22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Essa</a:t>
            </a:r>
            <a:r>
              <a:rPr sz="2400" spc="39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6F2F9F"/>
                </a:solidFill>
                <a:latin typeface="Trebuchet MS"/>
                <a:cs typeface="Trebuchet MS"/>
              </a:rPr>
              <a:t>abordagem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permite</a:t>
            </a:r>
            <a:r>
              <a:rPr sz="2400" spc="9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que</a:t>
            </a:r>
            <a:r>
              <a:rPr sz="2400" spc="8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você</a:t>
            </a:r>
            <a:r>
              <a:rPr sz="2400" spc="8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veja</a:t>
            </a:r>
            <a:r>
              <a:rPr sz="2400" spc="9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Trebuchet MS"/>
                <a:cs typeface="Trebuchet MS"/>
              </a:rPr>
              <a:t>os </a:t>
            </a:r>
            <a:r>
              <a:rPr sz="2400" spc="-65" dirty="0">
                <a:solidFill>
                  <a:srgbClr val="6F2F9F"/>
                </a:solidFill>
                <a:latin typeface="Trebuchet MS"/>
                <a:cs typeface="Trebuchet MS"/>
              </a:rPr>
              <a:t>resultados</a:t>
            </a:r>
            <a:r>
              <a:rPr sz="2400" spc="-1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6F2F9F"/>
                </a:solidFill>
                <a:latin typeface="Trebuchet MS"/>
                <a:cs typeface="Trebuchet MS"/>
              </a:rPr>
              <a:t>imediatamente</a:t>
            </a:r>
            <a:r>
              <a:rPr sz="2400" spc="-1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Trebuchet MS"/>
                <a:cs typeface="Trebuchet MS"/>
              </a:rPr>
              <a:t>e </a:t>
            </a:r>
            <a:r>
              <a:rPr sz="2400" spc="-190" dirty="0">
                <a:solidFill>
                  <a:srgbClr val="6F2F9F"/>
                </a:solidFill>
                <a:latin typeface="Trebuchet MS"/>
                <a:cs typeface="Trebuchet MS"/>
              </a:rPr>
              <a:t>facilita</a:t>
            </a:r>
            <a:r>
              <a:rPr sz="2400" spc="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o</a:t>
            </a:r>
            <a:r>
              <a:rPr sz="2400" spc="-7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6F2F9F"/>
                </a:solidFill>
                <a:latin typeface="Trebuchet MS"/>
                <a:cs typeface="Trebuchet MS"/>
              </a:rPr>
              <a:t>processo</a:t>
            </a:r>
            <a:r>
              <a:rPr sz="2400" spc="-20" dirty="0">
                <a:solidFill>
                  <a:srgbClr val="6F2F9F"/>
                </a:solidFill>
                <a:latin typeface="Trebuchet MS"/>
                <a:cs typeface="Trebuchet MS"/>
              </a:rPr>
              <a:t> de</a:t>
            </a:r>
            <a:r>
              <a:rPr sz="2400" spc="-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6F2F9F"/>
                </a:solidFill>
                <a:latin typeface="Trebuchet MS"/>
                <a:cs typeface="Trebuchet MS"/>
              </a:rPr>
              <a:t>testes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e</a:t>
            </a:r>
            <a:r>
              <a:rPr sz="2400" spc="15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6F2F9F"/>
                </a:solidFill>
                <a:latin typeface="Trebuchet MS"/>
                <a:cs typeface="Trebuchet MS"/>
              </a:rPr>
              <a:t>depuração</a:t>
            </a:r>
            <a:r>
              <a:rPr sz="2400" spc="-155" dirty="0">
                <a:latin typeface="Trebuchet MS"/>
                <a:cs typeface="Trebuchet MS"/>
              </a:rPr>
              <a:t>,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embora</a:t>
            </a:r>
            <a:r>
              <a:rPr sz="2400" spc="15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possa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4058" y="4355719"/>
            <a:ext cx="35407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rebuchet MS"/>
                <a:cs typeface="Trebuchet MS"/>
              </a:rPr>
              <a:t>resultar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uma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execução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pouco</a:t>
            </a:r>
            <a:r>
              <a:rPr sz="2400" spc="3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mais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lenta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em </a:t>
            </a:r>
            <a:r>
              <a:rPr sz="2400" dirty="0">
                <a:latin typeface="Trebuchet MS"/>
                <a:cs typeface="Trebuchet MS"/>
              </a:rPr>
              <a:t>comparação</a:t>
            </a:r>
            <a:r>
              <a:rPr sz="2400" spc="295" dirty="0">
                <a:latin typeface="Trebuchet MS"/>
                <a:cs typeface="Trebuchet MS"/>
              </a:rPr>
              <a:t>    </a:t>
            </a:r>
            <a:r>
              <a:rPr sz="2400" dirty="0">
                <a:latin typeface="Trebuchet MS"/>
                <a:cs typeface="Trebuchet MS"/>
              </a:rPr>
              <a:t>com</a:t>
            </a:r>
            <a:r>
              <a:rPr sz="2400" spc="295" dirty="0">
                <a:latin typeface="Trebuchet MS"/>
                <a:cs typeface="Trebuchet MS"/>
              </a:rPr>
              <a:t>    </a:t>
            </a:r>
            <a:r>
              <a:rPr sz="2400" spc="-120" dirty="0">
                <a:latin typeface="Trebuchet MS"/>
                <a:cs typeface="Trebuchet MS"/>
              </a:rPr>
              <a:t>as </a:t>
            </a:r>
            <a:r>
              <a:rPr sz="2400" spc="-160" dirty="0">
                <a:latin typeface="Trebuchet MS"/>
                <a:cs typeface="Trebuchet MS"/>
              </a:rPr>
              <a:t>linguagens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compiladas.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9079" y="1089660"/>
            <a:ext cx="11717020" cy="5573395"/>
            <a:chOff x="259079" y="1089660"/>
            <a:chExt cx="11717020" cy="557339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79" y="3209544"/>
              <a:ext cx="3236975" cy="32369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52232" y="1380744"/>
              <a:ext cx="3832860" cy="451713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99363" y="1895983"/>
            <a:ext cx="25965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00"/>
              </a:spcBef>
            </a:pPr>
            <a:r>
              <a:rPr sz="3600" spc="-220" dirty="0">
                <a:solidFill>
                  <a:srgbClr val="FFFFFF"/>
                </a:solidFill>
                <a:latin typeface="Trebuchet MS"/>
                <a:cs typeface="Trebuchet MS"/>
              </a:rPr>
              <a:t>Linguagens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058" y="569214"/>
            <a:ext cx="1661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rebuchet MS"/>
                <a:cs typeface="Trebuchet MS"/>
              </a:rPr>
              <a:t>Compilada: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4058" y="1063244"/>
            <a:ext cx="3850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11505" algn="l"/>
                <a:tab pos="2066925" algn="l"/>
                <a:tab pos="3668395" algn="l"/>
              </a:tabLst>
            </a:pPr>
            <a:r>
              <a:rPr sz="2400" spc="-25" dirty="0">
                <a:latin typeface="Trebuchet MS"/>
                <a:cs typeface="Trebuchet MS"/>
              </a:rPr>
              <a:t>Em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linguagens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40" dirty="0">
                <a:latin typeface="Trebuchet MS"/>
                <a:cs typeface="Trebuchet MS"/>
              </a:rPr>
              <a:t>compiladas,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Trebuchet MS"/>
                <a:cs typeface="Trebuchet MS"/>
              </a:rPr>
              <a:t>o </a:t>
            </a:r>
            <a:r>
              <a:rPr sz="2400" spc="-105" dirty="0">
                <a:solidFill>
                  <a:srgbClr val="6F2F9F"/>
                </a:solidFill>
                <a:latin typeface="Trebuchet MS"/>
                <a:cs typeface="Trebuchet MS"/>
              </a:rPr>
              <a:t>código-</a:t>
            </a:r>
            <a:r>
              <a:rPr sz="2400" spc="-120" dirty="0">
                <a:solidFill>
                  <a:srgbClr val="6F2F9F"/>
                </a:solidFill>
                <a:latin typeface="Trebuchet MS"/>
                <a:cs typeface="Trebuchet MS"/>
              </a:rPr>
              <a:t>fonte</a:t>
            </a:r>
            <a:r>
              <a:rPr sz="2400" spc="-6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6F2F9F"/>
                </a:solidFill>
                <a:latin typeface="Trebuchet MS"/>
                <a:cs typeface="Trebuchet MS"/>
              </a:rPr>
              <a:t>que</a:t>
            </a:r>
            <a:r>
              <a:rPr sz="2400" spc="-7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6F2F9F"/>
                </a:solidFill>
                <a:latin typeface="Trebuchet MS"/>
                <a:cs typeface="Trebuchet MS"/>
              </a:rPr>
              <a:t>você</a:t>
            </a:r>
            <a:r>
              <a:rPr sz="2400" spc="-7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6F2F9F"/>
                </a:solidFill>
                <a:latin typeface="Trebuchet MS"/>
                <a:cs typeface="Trebuchet MS"/>
              </a:rPr>
              <a:t>escreve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4058" y="1794764"/>
            <a:ext cx="38500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9975" algn="l"/>
                <a:tab pos="1923414" algn="l"/>
                <a:tab pos="2722245" algn="l"/>
              </a:tabLst>
            </a:pPr>
            <a:r>
              <a:rPr sz="2400" spc="-10" dirty="0">
                <a:solidFill>
                  <a:srgbClr val="6F2F9F"/>
                </a:solidFill>
                <a:latin typeface="Trebuchet MS"/>
                <a:cs typeface="Trebuchet MS"/>
              </a:rPr>
              <a:t>passa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6F2F9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6F2F9F"/>
                </a:solidFill>
                <a:latin typeface="Trebuchet MS"/>
                <a:cs typeface="Trebuchet MS"/>
              </a:rPr>
              <a:t>um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	</a:t>
            </a:r>
            <a:r>
              <a:rPr sz="2400" spc="-65" dirty="0">
                <a:solidFill>
                  <a:srgbClr val="6F2F9F"/>
                </a:solidFill>
                <a:latin typeface="Trebuchet MS"/>
                <a:cs typeface="Trebuchet MS"/>
              </a:rPr>
              <a:t>processo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4058" y="2160219"/>
            <a:ext cx="3851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7305" algn="l"/>
                <a:tab pos="2889885" algn="l"/>
                <a:tab pos="3691254" algn="l"/>
              </a:tabLst>
            </a:pPr>
            <a:r>
              <a:rPr sz="2400" spc="-10" dirty="0">
                <a:solidFill>
                  <a:srgbClr val="6F2F9F"/>
                </a:solidFill>
                <a:latin typeface="Trebuchet MS"/>
                <a:cs typeface="Trebuchet MS"/>
              </a:rPr>
              <a:t>chamado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	</a:t>
            </a:r>
            <a:r>
              <a:rPr sz="2400" spc="-60" dirty="0">
                <a:solidFill>
                  <a:srgbClr val="6F2F9F"/>
                </a:solidFill>
                <a:latin typeface="Trebuchet MS"/>
                <a:cs typeface="Trebuchet MS"/>
              </a:rPr>
              <a:t>compilação</a:t>
            </a:r>
            <a:r>
              <a:rPr sz="2400" spc="-60" dirty="0">
                <a:latin typeface="Trebuchet MS"/>
                <a:cs typeface="Trebuchet MS"/>
              </a:rPr>
              <a:t>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onde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10" dirty="0">
                <a:latin typeface="Trebuchet MS"/>
                <a:cs typeface="Trebuchet MS"/>
              </a:rPr>
              <a:t>é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4058" y="2526538"/>
            <a:ext cx="38392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4610" algn="l"/>
                <a:tab pos="1520825" algn="l"/>
                <a:tab pos="2385695" algn="l"/>
                <a:tab pos="2924810" algn="l"/>
                <a:tab pos="3536315" algn="l"/>
                <a:tab pos="3670300" algn="l"/>
              </a:tabLst>
            </a:pP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traduzido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	</a:t>
            </a:r>
            <a:r>
              <a:rPr sz="2400" spc="-20" dirty="0">
                <a:solidFill>
                  <a:srgbClr val="006FC0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código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165" dirty="0">
                <a:solidFill>
                  <a:srgbClr val="006FC0"/>
                </a:solidFill>
                <a:latin typeface="Trebuchet MS"/>
                <a:cs typeface="Trebuchet MS"/>
              </a:rPr>
              <a:t>de 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máquina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(linguagem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que</a:t>
            </a:r>
            <a:r>
              <a:rPr sz="2400" dirty="0">
                <a:latin typeface="Trebuchet MS"/>
                <a:cs typeface="Trebuchet MS"/>
              </a:rPr>
              <a:t>		</a:t>
            </a:r>
            <a:r>
              <a:rPr sz="2400" spc="-50" dirty="0">
                <a:latin typeface="Trebuchet MS"/>
                <a:cs typeface="Trebuchet MS"/>
              </a:rPr>
              <a:t>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4058" y="3131185"/>
            <a:ext cx="3851275" cy="101091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400" spc="-100" dirty="0">
                <a:latin typeface="Trebuchet MS"/>
                <a:cs typeface="Trebuchet MS"/>
              </a:rPr>
              <a:t>computador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entende).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992505" algn="l"/>
                <a:tab pos="2553335" algn="l"/>
                <a:tab pos="3450590" algn="l"/>
              </a:tabLst>
            </a:pP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Esse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processo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cria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	</a:t>
            </a:r>
            <a:r>
              <a:rPr sz="2400" u="sng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um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74058" y="4116451"/>
            <a:ext cx="388112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programa</a:t>
            </a:r>
            <a:r>
              <a:rPr sz="2400" u="sng" spc="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executável,</a:t>
            </a:r>
            <a:r>
              <a:rPr sz="2400" spc="-35" dirty="0">
                <a:latin typeface="Trebuchet MS"/>
                <a:cs typeface="Trebuchet MS"/>
              </a:rPr>
              <a:t>  </a:t>
            </a:r>
            <a:r>
              <a:rPr sz="2400" spc="-85" dirty="0">
                <a:latin typeface="Trebuchet MS"/>
                <a:cs typeface="Trebuchet MS"/>
              </a:rPr>
              <a:t>mais </a:t>
            </a:r>
            <a:r>
              <a:rPr sz="2400" spc="-160" dirty="0">
                <a:latin typeface="Trebuchet MS"/>
                <a:cs typeface="Trebuchet MS"/>
              </a:rPr>
              <a:t>rápido,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pois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tradução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feita </a:t>
            </a:r>
            <a:r>
              <a:rPr sz="2400" spc="-65" dirty="0">
                <a:latin typeface="Trebuchet MS"/>
                <a:cs typeface="Trebuchet MS"/>
              </a:rPr>
              <a:t>de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uma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vez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antes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da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execução, </a:t>
            </a:r>
            <a:r>
              <a:rPr sz="2400" spc="-125" dirty="0">
                <a:latin typeface="Trebuchet MS"/>
                <a:cs typeface="Trebuchet MS"/>
              </a:rPr>
              <a:t>permitindo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otimizações.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9079" y="1089660"/>
            <a:ext cx="11829415" cy="5573395"/>
            <a:chOff x="259079" y="1089660"/>
            <a:chExt cx="11829415" cy="557339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79" y="3209544"/>
              <a:ext cx="3236975" cy="32369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05799" y="1950720"/>
              <a:ext cx="3782567" cy="359664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99363" y="1895983"/>
            <a:ext cx="25965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00"/>
              </a:spcBef>
            </a:pPr>
            <a:r>
              <a:rPr sz="3600" spc="-220" dirty="0">
                <a:solidFill>
                  <a:srgbClr val="FFFFFF"/>
                </a:solidFill>
                <a:latin typeface="Trebuchet MS"/>
                <a:cs typeface="Trebuchet MS"/>
              </a:rPr>
              <a:t>Linguagens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7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4486656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4486656" y="1142999"/>
                  </a:lnTo>
                  <a:lnTo>
                    <a:pt x="448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0" y="1142999"/>
                  </a:moveTo>
                  <a:lnTo>
                    <a:pt x="4486656" y="1142999"/>
                  </a:lnTo>
                  <a:lnTo>
                    <a:pt x="4486656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pc="310" dirty="0"/>
              <a:t>PROGRAMAÇÃO</a:t>
            </a:r>
            <a:r>
              <a:rPr spc="365" dirty="0"/>
              <a:t> </a:t>
            </a:r>
            <a:r>
              <a:rPr spc="105" dirty="0"/>
              <a:t>EM </a:t>
            </a:r>
            <a:r>
              <a:rPr spc="285" dirty="0"/>
              <a:t>PYTHON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3581" y="608787"/>
            <a:ext cx="5116195" cy="21570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31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Quais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são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 </a:t>
            </a:r>
            <a:r>
              <a:rPr sz="1800" spc="-65" dirty="0">
                <a:latin typeface="Trebuchet MS"/>
                <a:cs typeface="Trebuchet MS"/>
              </a:rPr>
              <a:t>principais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diferenças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entre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linguagens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baixo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nível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alto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nível,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essas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diferenças </a:t>
            </a:r>
            <a:r>
              <a:rPr sz="1800" spc="-125" dirty="0">
                <a:latin typeface="Trebuchet MS"/>
                <a:cs typeface="Trebuchet MS"/>
              </a:rPr>
              <a:t>influenciam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forma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desenvolver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compreender </a:t>
            </a:r>
            <a:r>
              <a:rPr sz="1800" spc="-120" dirty="0">
                <a:latin typeface="Trebuchet MS"/>
                <a:cs typeface="Trebuchet MS"/>
              </a:rPr>
              <a:t>um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programa?</a:t>
            </a:r>
            <a:endParaRPr sz="1800">
              <a:latin typeface="Trebuchet MS"/>
              <a:cs typeface="Trebuchet MS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3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3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processo</a:t>
            </a:r>
            <a:r>
              <a:rPr sz="1800" spc="3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31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compilação</a:t>
            </a:r>
            <a:r>
              <a:rPr sz="1800" spc="3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em</a:t>
            </a:r>
            <a:r>
              <a:rPr sz="1800" spc="31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linguagens </a:t>
            </a:r>
            <a:r>
              <a:rPr sz="1800" spc="-10" dirty="0">
                <a:latin typeface="Trebuchet MS"/>
                <a:cs typeface="Trebuchet MS"/>
              </a:rPr>
              <a:t>compiladas</a:t>
            </a:r>
            <a:r>
              <a:rPr sz="1800" spc="3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pode</a:t>
            </a:r>
            <a:r>
              <a:rPr sz="1800" spc="3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impactar</a:t>
            </a:r>
            <a:r>
              <a:rPr sz="1800" spc="3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3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desempenho</a:t>
            </a:r>
            <a:r>
              <a:rPr sz="1800" spc="31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dos </a:t>
            </a:r>
            <a:r>
              <a:rPr sz="1800" spc="-45" dirty="0">
                <a:latin typeface="Trebuchet MS"/>
                <a:cs typeface="Trebuchet MS"/>
              </a:rPr>
              <a:t>programas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quais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são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os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benefícios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gerar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um </a:t>
            </a:r>
            <a:r>
              <a:rPr sz="1800" spc="-95" dirty="0">
                <a:latin typeface="Trebuchet MS"/>
                <a:cs typeface="Trebuchet MS"/>
              </a:rPr>
              <a:t>programa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executável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partir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código-</a:t>
            </a:r>
            <a:r>
              <a:rPr sz="1800" spc="-10" dirty="0">
                <a:latin typeface="Trebuchet MS"/>
                <a:cs typeface="Trebuchet MS"/>
              </a:rPr>
              <a:t>fonte?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3581" y="2839339"/>
            <a:ext cx="5117465" cy="29038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31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3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</a:t>
            </a:r>
            <a:r>
              <a:rPr sz="1800" spc="32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linguagens</a:t>
            </a:r>
            <a:r>
              <a:rPr sz="1800" spc="3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32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programação</a:t>
            </a:r>
            <a:r>
              <a:rPr sz="1800" spc="32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funcionam </a:t>
            </a: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10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uma</a:t>
            </a:r>
            <a:r>
              <a:rPr sz="1800" spc="9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forma</a:t>
            </a:r>
            <a:r>
              <a:rPr sz="1800" spc="10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0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comunicação</a:t>
            </a:r>
            <a:r>
              <a:rPr sz="1800" spc="10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entre</a:t>
            </a:r>
            <a:r>
              <a:rPr sz="1800" spc="105" dirty="0">
                <a:latin typeface="Trebuchet MS"/>
                <a:cs typeface="Trebuchet MS"/>
              </a:rPr>
              <a:t>  </a:t>
            </a:r>
            <a:r>
              <a:rPr sz="1800" spc="-50" dirty="0">
                <a:latin typeface="Trebuchet MS"/>
                <a:cs typeface="Trebuchet MS"/>
              </a:rPr>
              <a:t>o </a:t>
            </a:r>
            <a:r>
              <a:rPr sz="1800" dirty="0">
                <a:latin typeface="Trebuchet MS"/>
                <a:cs typeface="Trebuchet MS"/>
              </a:rPr>
              <a:t>programador</a:t>
            </a:r>
            <a:r>
              <a:rPr sz="1800" spc="27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28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28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computador,</a:t>
            </a:r>
            <a:r>
              <a:rPr sz="1800" spc="21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280" dirty="0">
                <a:latin typeface="Trebuchet MS"/>
                <a:cs typeface="Trebuchet MS"/>
              </a:rPr>
              <a:t>  </a:t>
            </a:r>
            <a:r>
              <a:rPr sz="1800" spc="-35" dirty="0">
                <a:latin typeface="Trebuchet MS"/>
                <a:cs typeface="Trebuchet MS"/>
              </a:rPr>
              <a:t>essa </a:t>
            </a:r>
            <a:r>
              <a:rPr sz="1800" spc="-85" dirty="0">
                <a:latin typeface="Trebuchet MS"/>
                <a:cs typeface="Trebuchet MS"/>
              </a:rPr>
              <a:t>comparação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ajuda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entender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por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que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existem </a:t>
            </a:r>
            <a:r>
              <a:rPr sz="1800" spc="-100" dirty="0">
                <a:latin typeface="Trebuchet MS"/>
                <a:cs typeface="Trebuchet MS"/>
              </a:rPr>
              <a:t>diversas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linguagens?</a:t>
            </a:r>
            <a:endParaRPr sz="1800">
              <a:latin typeface="Trebuchet MS"/>
              <a:cs typeface="Trebuchet MS"/>
            </a:endParaRPr>
          </a:p>
          <a:p>
            <a:pPr marL="241300" marR="6350" indent="-228600" algn="just">
              <a:lnSpc>
                <a:spcPts val="1939"/>
              </a:lnSpc>
              <a:spcBef>
                <a:spcPts val="102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Trebuchet MS"/>
                <a:cs typeface="Trebuchet MS"/>
              </a:rPr>
              <a:t>Observação:</a:t>
            </a:r>
            <a:r>
              <a:rPr sz="1800" b="1" spc="47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Pode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ser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utilizado</a:t>
            </a:r>
            <a:r>
              <a:rPr sz="1800" spc="190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spc="-35" dirty="0">
                <a:latin typeface="Trebuchet MS"/>
                <a:cs typeface="Trebuchet MS"/>
              </a:rPr>
              <a:t>site </a:t>
            </a:r>
            <a:r>
              <a:rPr sz="1800"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https://sorteio.com/sorteio-</a:t>
            </a:r>
            <a:r>
              <a:rPr sz="1800" u="sng" spc="-114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de-</a:t>
            </a:r>
            <a:r>
              <a:rPr sz="18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nomes</a:t>
            </a:r>
            <a:r>
              <a:rPr sz="1800" spc="34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</a:t>
            </a:r>
            <a:r>
              <a:rPr sz="1800" spc="3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sortear </a:t>
            </a:r>
            <a:r>
              <a:rPr sz="1800" spc="-95" dirty="0">
                <a:latin typeface="Trebuchet MS"/>
                <a:cs typeface="Trebuchet MS"/>
              </a:rPr>
              <a:t>alunos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responderem,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achar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necessário.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800">
              <a:latin typeface="Trebuchet MS"/>
              <a:cs typeface="Trebuchet MS"/>
            </a:endParaRPr>
          </a:p>
          <a:p>
            <a:pPr marR="220979" algn="ctr">
              <a:lnSpc>
                <a:spcPct val="100000"/>
              </a:lnSpc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2278456"/>
            <a:ext cx="2738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Mediadoras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44068" y="1164336"/>
            <a:ext cx="4994275" cy="4712335"/>
            <a:chOff x="544068" y="1164336"/>
            <a:chExt cx="4994275" cy="471233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068" y="3067812"/>
              <a:ext cx="4994148" cy="28087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058" y="440944"/>
            <a:ext cx="7625080" cy="260350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400" b="1" spc="-10" dirty="0">
                <a:latin typeface="Trebuchet MS"/>
                <a:cs typeface="Trebuchet MS"/>
              </a:rPr>
              <a:t>Definição: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3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lógica</a:t>
            </a:r>
            <a:r>
              <a:rPr sz="2400" spc="3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31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programação</a:t>
            </a:r>
            <a:r>
              <a:rPr sz="2400" spc="31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é</a:t>
            </a:r>
            <a:r>
              <a:rPr sz="2400" spc="3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o</a:t>
            </a:r>
            <a:r>
              <a:rPr sz="2400" spc="3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conjunto</a:t>
            </a:r>
            <a:r>
              <a:rPr sz="2400" spc="3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3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conceitos</a:t>
            </a:r>
            <a:r>
              <a:rPr sz="2400" spc="3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e </a:t>
            </a:r>
            <a:r>
              <a:rPr sz="2400" spc="-45" dirty="0">
                <a:solidFill>
                  <a:srgbClr val="006FC0"/>
                </a:solidFill>
                <a:latin typeface="Trebuchet MS"/>
                <a:cs typeface="Trebuchet MS"/>
              </a:rPr>
              <a:t>técnicas</a:t>
            </a:r>
            <a:r>
              <a:rPr sz="2400" spc="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que</a:t>
            </a:r>
            <a:r>
              <a:rPr sz="2400" spc="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permitem</a:t>
            </a:r>
            <a:r>
              <a:rPr sz="2400" spc="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estruturar</a:t>
            </a:r>
            <a:r>
              <a:rPr sz="2400" spc="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2400" spc="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organizar</a:t>
            </a:r>
            <a:r>
              <a:rPr sz="2400" spc="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Trebuchet MS"/>
                <a:cs typeface="Trebuchet MS"/>
              </a:rPr>
              <a:t>algoritmos </a:t>
            </a:r>
            <a:r>
              <a:rPr sz="2400" spc="-165" dirty="0">
                <a:solidFill>
                  <a:srgbClr val="006FC0"/>
                </a:solidFill>
                <a:latin typeface="Trebuchet MS"/>
                <a:cs typeface="Trebuchet MS"/>
              </a:rPr>
              <a:t>para</a:t>
            </a:r>
            <a:r>
              <a:rPr sz="24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400" spc="-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06FC0"/>
                </a:solidFill>
                <a:latin typeface="Trebuchet MS"/>
                <a:cs typeface="Trebuchet MS"/>
              </a:rPr>
              <a:t>solução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06FC0"/>
                </a:solidFill>
                <a:latin typeface="Trebuchet MS"/>
                <a:cs typeface="Trebuchet MS"/>
              </a:rPr>
              <a:t>problemas</a:t>
            </a:r>
            <a:r>
              <a:rPr sz="2400" spc="-4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2400" spc="-175" dirty="0">
                <a:latin typeface="Trebuchet MS"/>
                <a:cs typeface="Trebuchet MS"/>
              </a:rPr>
              <a:t>Ela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envolve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F6A11D"/>
                </a:solidFill>
                <a:latin typeface="Trebuchet MS"/>
                <a:cs typeface="Trebuchet MS"/>
              </a:rPr>
              <a:t>definição</a:t>
            </a:r>
            <a:r>
              <a:rPr sz="2400" spc="-1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6A11D"/>
                </a:solidFill>
                <a:latin typeface="Trebuchet MS"/>
                <a:cs typeface="Trebuchet MS"/>
              </a:rPr>
              <a:t>de</a:t>
            </a:r>
            <a:r>
              <a:rPr sz="2400" spc="-1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6A11D"/>
                </a:solidFill>
                <a:latin typeface="Trebuchet MS"/>
                <a:cs typeface="Trebuchet MS"/>
              </a:rPr>
              <a:t>regras</a:t>
            </a:r>
            <a:r>
              <a:rPr sz="2400" spc="-1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6A11D"/>
                </a:solidFill>
                <a:latin typeface="Trebuchet MS"/>
                <a:cs typeface="Trebuchet MS"/>
              </a:rPr>
              <a:t>e</a:t>
            </a:r>
            <a:r>
              <a:rPr sz="2400" spc="-2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F6A11D"/>
                </a:solidFill>
                <a:latin typeface="Trebuchet MS"/>
                <a:cs typeface="Trebuchet MS"/>
              </a:rPr>
              <a:t>a</a:t>
            </a:r>
            <a:r>
              <a:rPr sz="2400" spc="-3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F6A11D"/>
                </a:solidFill>
                <a:latin typeface="Trebuchet MS"/>
                <a:cs typeface="Trebuchet MS"/>
              </a:rPr>
              <a:t>criação</a:t>
            </a:r>
            <a:r>
              <a:rPr sz="2400" spc="-2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6A11D"/>
                </a:solidFill>
                <a:latin typeface="Trebuchet MS"/>
                <a:cs typeface="Trebuchet MS"/>
              </a:rPr>
              <a:t>de</a:t>
            </a:r>
            <a:r>
              <a:rPr sz="2400" spc="-2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F6A11D"/>
                </a:solidFill>
                <a:latin typeface="Trebuchet MS"/>
                <a:cs typeface="Trebuchet MS"/>
              </a:rPr>
              <a:t>sequências</a:t>
            </a:r>
            <a:r>
              <a:rPr sz="2400" spc="-25" dirty="0">
                <a:solidFill>
                  <a:srgbClr val="F6A11D"/>
                </a:solidFill>
                <a:latin typeface="Trebuchet MS"/>
                <a:cs typeface="Trebuchet MS"/>
              </a:rPr>
              <a:t> de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2400" spc="-50" dirty="0">
                <a:solidFill>
                  <a:srgbClr val="F6A11D"/>
                </a:solidFill>
                <a:latin typeface="Trebuchet MS"/>
                <a:cs typeface="Trebuchet MS"/>
              </a:rPr>
              <a:t>instruções</a:t>
            </a:r>
            <a:r>
              <a:rPr sz="2400" spc="254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6A11D"/>
                </a:solidFill>
                <a:latin typeface="Trebuchet MS"/>
                <a:cs typeface="Trebuchet MS"/>
              </a:rPr>
              <a:t>que</a:t>
            </a:r>
            <a:r>
              <a:rPr sz="2400" spc="-90" dirty="0">
                <a:latin typeface="Trebuchet MS"/>
                <a:cs typeface="Trebuchet MS"/>
              </a:rPr>
              <a:t>,</a:t>
            </a:r>
            <a:r>
              <a:rPr sz="2400" spc="105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quando</a:t>
            </a:r>
            <a:r>
              <a:rPr sz="2400" spc="26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executadas,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6A11D"/>
                </a:solidFill>
                <a:latin typeface="Trebuchet MS"/>
                <a:cs typeface="Trebuchet MS"/>
              </a:rPr>
              <a:t>realizam</a:t>
            </a:r>
            <a:r>
              <a:rPr sz="2400" spc="26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6A11D"/>
                </a:solidFill>
                <a:latin typeface="Trebuchet MS"/>
                <a:cs typeface="Trebuchet MS"/>
              </a:rPr>
              <a:t>operações</a:t>
            </a:r>
            <a:r>
              <a:rPr sz="2400" spc="254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6A11D"/>
                </a:solidFill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4058" y="3018790"/>
            <a:ext cx="4726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0" dirty="0">
                <a:solidFill>
                  <a:srgbClr val="F6A11D"/>
                </a:solidFill>
                <a:latin typeface="Trebuchet MS"/>
                <a:cs typeface="Trebuchet MS"/>
              </a:rPr>
              <a:t>tomam</a:t>
            </a:r>
            <a:r>
              <a:rPr sz="2400" spc="-3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F6A11D"/>
                </a:solidFill>
                <a:latin typeface="Trebuchet MS"/>
                <a:cs typeface="Trebuchet MS"/>
              </a:rPr>
              <a:t>decisões</a:t>
            </a:r>
            <a:r>
              <a:rPr sz="2400" spc="-3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6A11D"/>
                </a:solidFill>
                <a:latin typeface="Trebuchet MS"/>
                <a:cs typeface="Trebuchet MS"/>
              </a:rPr>
              <a:t>de</a:t>
            </a:r>
            <a:r>
              <a:rPr sz="2400" spc="-4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F6A11D"/>
                </a:solidFill>
                <a:latin typeface="Trebuchet MS"/>
                <a:cs typeface="Trebuchet MS"/>
              </a:rPr>
              <a:t>forma</a:t>
            </a:r>
            <a:r>
              <a:rPr sz="2400" spc="-3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F6A11D"/>
                </a:solidFill>
                <a:latin typeface="Trebuchet MS"/>
                <a:cs typeface="Trebuchet MS"/>
              </a:rPr>
              <a:t>sistemática</a:t>
            </a:r>
            <a:r>
              <a:rPr sz="2400" spc="-16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4058" y="3270884"/>
            <a:ext cx="7623175" cy="172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1125" algn="ctr">
              <a:lnSpc>
                <a:spcPts val="2025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  <a:p>
            <a:pPr marL="12700" algn="just">
              <a:lnSpc>
                <a:spcPts val="2745"/>
              </a:lnSpc>
            </a:pP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Portugol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uma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representação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que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assemelha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bastante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com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37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linguagem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3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programação,</a:t>
            </a:r>
            <a:r>
              <a:rPr sz="2400" spc="2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porém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3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escrito</a:t>
            </a:r>
            <a:r>
              <a:rPr sz="2400" spc="3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em </a:t>
            </a:r>
            <a:r>
              <a:rPr sz="2400" b="1" dirty="0">
                <a:latin typeface="Trebuchet MS"/>
                <a:cs typeface="Trebuchet MS"/>
              </a:rPr>
              <a:t>português</a:t>
            </a:r>
            <a:r>
              <a:rPr sz="2400" dirty="0">
                <a:latin typeface="Trebuchet MS"/>
                <a:cs typeface="Trebuchet MS"/>
              </a:rPr>
              <a:t>.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180" dirty="0">
                <a:solidFill>
                  <a:srgbClr val="014FA9"/>
                </a:solidFill>
                <a:latin typeface="Trebuchet MS"/>
                <a:cs typeface="Trebuchet MS"/>
              </a:rPr>
              <a:t>A</a:t>
            </a:r>
            <a:r>
              <a:rPr sz="2400" spc="4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14FA9"/>
                </a:solidFill>
                <a:latin typeface="Trebuchet MS"/>
                <a:cs typeface="Trebuchet MS"/>
              </a:rPr>
              <a:t>ideia</a:t>
            </a:r>
            <a:r>
              <a:rPr sz="2400" spc="4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14FA9"/>
                </a:solidFill>
                <a:latin typeface="Trebuchet MS"/>
                <a:cs typeface="Trebuchet MS"/>
              </a:rPr>
              <a:t>é</a:t>
            </a:r>
            <a:r>
              <a:rPr sz="2400" spc="4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14FA9"/>
                </a:solidFill>
                <a:latin typeface="Trebuchet MS"/>
                <a:cs typeface="Trebuchet MS"/>
              </a:rPr>
              <a:t>facilitar</a:t>
            </a:r>
            <a:r>
              <a:rPr sz="2400" spc="5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14FA9"/>
                </a:solidFill>
                <a:latin typeface="Trebuchet MS"/>
                <a:cs typeface="Trebuchet MS"/>
              </a:rPr>
              <a:t>a</a:t>
            </a:r>
            <a:r>
              <a:rPr sz="2400" spc="40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14FA9"/>
                </a:solidFill>
                <a:latin typeface="Trebuchet MS"/>
                <a:cs typeface="Trebuchet MS"/>
              </a:rPr>
              <a:t>construção</a:t>
            </a:r>
            <a:r>
              <a:rPr sz="2400" spc="4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14FA9"/>
                </a:solidFill>
                <a:latin typeface="Trebuchet MS"/>
                <a:cs typeface="Trebuchet MS"/>
              </a:rPr>
              <a:t>e</a:t>
            </a:r>
            <a:r>
              <a:rPr sz="2400" spc="4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14FA9"/>
                </a:solidFill>
                <a:latin typeface="Trebuchet MS"/>
                <a:cs typeface="Trebuchet MS"/>
              </a:rPr>
              <a:t>a</a:t>
            </a:r>
            <a:r>
              <a:rPr sz="2400" spc="4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14FA9"/>
                </a:solidFill>
                <a:latin typeface="Trebuchet MS"/>
                <a:cs typeface="Trebuchet MS"/>
              </a:rPr>
              <a:t>leitura</a:t>
            </a:r>
            <a:r>
              <a:rPr sz="2400" spc="5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14FA9"/>
                </a:solidFill>
                <a:latin typeface="Trebuchet MS"/>
                <a:cs typeface="Trebuchet MS"/>
              </a:rPr>
              <a:t>dos </a:t>
            </a:r>
            <a:r>
              <a:rPr sz="2400" spc="-120" dirty="0">
                <a:solidFill>
                  <a:srgbClr val="014FA9"/>
                </a:solidFill>
                <a:latin typeface="Trebuchet MS"/>
                <a:cs typeface="Trebuchet MS"/>
              </a:rPr>
              <a:t>algoritmos</a:t>
            </a:r>
            <a:r>
              <a:rPr sz="2400" spc="-3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14FA9"/>
                </a:solidFill>
                <a:latin typeface="Trebuchet MS"/>
                <a:cs typeface="Trebuchet MS"/>
              </a:rPr>
              <a:t>usando</a:t>
            </a:r>
            <a:r>
              <a:rPr sz="2400" spc="-2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14FA9"/>
                </a:solidFill>
                <a:latin typeface="Trebuchet MS"/>
                <a:cs typeface="Trebuchet MS"/>
              </a:rPr>
              <a:t>uma</a:t>
            </a:r>
            <a:r>
              <a:rPr sz="2400" spc="-3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14FA9"/>
                </a:solidFill>
                <a:latin typeface="Trebuchet MS"/>
                <a:cs typeface="Trebuchet MS"/>
              </a:rPr>
              <a:t>linguagem</a:t>
            </a:r>
            <a:r>
              <a:rPr sz="2400" spc="-50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14FA9"/>
                </a:solidFill>
                <a:latin typeface="Trebuchet MS"/>
                <a:cs typeface="Trebuchet MS"/>
              </a:rPr>
              <a:t>mais</a:t>
            </a:r>
            <a:r>
              <a:rPr sz="2400" spc="-30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220" dirty="0">
                <a:solidFill>
                  <a:srgbClr val="014FA9"/>
                </a:solidFill>
                <a:latin typeface="Trebuchet MS"/>
                <a:cs typeface="Trebuchet MS"/>
              </a:rPr>
              <a:t>fácil</a:t>
            </a:r>
            <a:r>
              <a:rPr sz="2400" spc="-35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14FA9"/>
                </a:solidFill>
                <a:latin typeface="Trebuchet MS"/>
                <a:cs typeface="Trebuchet MS"/>
              </a:rPr>
              <a:t>aos</a:t>
            </a:r>
            <a:r>
              <a:rPr sz="2400" spc="-30" dirty="0">
                <a:solidFill>
                  <a:srgbClr val="014FA9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14FA9"/>
                </a:solidFill>
                <a:latin typeface="Trebuchet MS"/>
                <a:cs typeface="Trebuchet MS"/>
              </a:rPr>
              <a:t>alunos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8159" y="1089660"/>
            <a:ext cx="11457940" cy="5573395"/>
            <a:chOff x="518159" y="1089660"/>
            <a:chExt cx="11457940" cy="55733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159" y="3284220"/>
              <a:ext cx="2775204" cy="287731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35304" y="1895983"/>
            <a:ext cx="2449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5590">
              <a:lnSpc>
                <a:spcPct val="100000"/>
              </a:lnSpc>
              <a:spcBef>
                <a:spcPts val="100"/>
              </a:spcBef>
            </a:pP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Lógica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75981" y="3299769"/>
            <a:ext cx="100330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8159" y="1089660"/>
            <a:ext cx="11457940" cy="5573395"/>
            <a:chOff x="518159" y="1089660"/>
            <a:chExt cx="11457940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159" y="3284220"/>
              <a:ext cx="2775204" cy="28773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22648" y="2343912"/>
              <a:ext cx="6644640" cy="309676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35304" y="1895983"/>
            <a:ext cx="2449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5590">
              <a:lnSpc>
                <a:spcPct val="100000"/>
              </a:lnSpc>
              <a:spcBef>
                <a:spcPts val="100"/>
              </a:spcBef>
            </a:pP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Lógica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426458" y="721309"/>
            <a:ext cx="38119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50" dirty="0">
                <a:solidFill>
                  <a:srgbClr val="000000"/>
                </a:solidFill>
                <a:latin typeface="Trebuchet MS"/>
                <a:cs typeface="Trebuchet MS"/>
              </a:rPr>
              <a:t>Não</a:t>
            </a:r>
            <a:r>
              <a:rPr sz="2400" b="1" spc="-9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é</a:t>
            </a:r>
            <a:r>
              <a:rPr sz="2400" b="1" spc="-9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preciso</a:t>
            </a:r>
            <a:r>
              <a:rPr sz="2400" b="1" spc="-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2400" b="1" spc="-1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000000"/>
                </a:solidFill>
                <a:latin typeface="Trebuchet MS"/>
                <a:cs typeface="Trebuchet MS"/>
              </a:rPr>
              <a:t>instalação: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26458" y="1215644"/>
            <a:ext cx="5756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9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8"/>
              </a:rPr>
              <a:t>https://dgadelha.github.io/Portugol-</a:t>
            </a:r>
            <a:r>
              <a:rPr sz="2400" u="sng" spc="-10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8"/>
              </a:rPr>
              <a:t>Webstudio/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3281" y="327088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8159" y="1089660"/>
            <a:ext cx="11457940" cy="5573395"/>
            <a:chOff x="518159" y="1089660"/>
            <a:chExt cx="11457940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159" y="3284220"/>
              <a:ext cx="2775204" cy="287731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35304" y="1895983"/>
            <a:ext cx="2449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5590">
              <a:lnSpc>
                <a:spcPct val="100000"/>
              </a:lnSpc>
              <a:spcBef>
                <a:spcPts val="100"/>
              </a:spcBef>
            </a:pP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Lógica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426458" y="721309"/>
            <a:ext cx="28149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Início</a:t>
            </a:r>
            <a:r>
              <a:rPr sz="2400" b="1" spc="-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do</a:t>
            </a:r>
            <a:r>
              <a:rPr sz="2400" b="1" spc="-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programa: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89832" y="1629155"/>
            <a:ext cx="7962900" cy="35996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8159" y="1089660"/>
            <a:ext cx="11457940" cy="5573395"/>
            <a:chOff x="518159" y="1089660"/>
            <a:chExt cx="11457940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159" y="3284220"/>
              <a:ext cx="2775204" cy="287731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35304" y="1895983"/>
            <a:ext cx="2449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5590">
              <a:lnSpc>
                <a:spcPct val="100000"/>
              </a:lnSpc>
              <a:spcBef>
                <a:spcPts val="100"/>
              </a:spcBef>
            </a:pP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Lógica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27595" y="721309"/>
            <a:ext cx="4546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5360" algn="l"/>
                <a:tab pos="2310765" algn="l"/>
                <a:tab pos="2842895" algn="l"/>
                <a:tab pos="4081779" algn="l"/>
              </a:tabLst>
            </a:pPr>
            <a:r>
              <a:rPr sz="2400" b="1" i="1" spc="-25" dirty="0">
                <a:latin typeface="Trebuchet MS"/>
                <a:cs typeface="Trebuchet MS"/>
              </a:rPr>
              <a:t>uma</a:t>
            </a:r>
            <a:r>
              <a:rPr sz="2400" b="1" i="1" dirty="0">
                <a:latin typeface="Trebuchet MS"/>
                <a:cs typeface="Trebuchet MS"/>
              </a:rPr>
              <a:t>	</a:t>
            </a:r>
            <a:r>
              <a:rPr sz="2400" b="1" i="1" spc="-10" dirty="0">
                <a:solidFill>
                  <a:srgbClr val="001F5F"/>
                </a:solidFill>
                <a:latin typeface="Trebuchet MS"/>
                <a:cs typeface="Trebuchet MS"/>
              </a:rPr>
              <a:t>prática</a:t>
            </a:r>
            <a:r>
              <a:rPr sz="2400" b="1" i="1" dirty="0">
                <a:solidFill>
                  <a:srgbClr val="001F5F"/>
                </a:solidFill>
                <a:latin typeface="Trebuchet MS"/>
                <a:cs typeface="Trebuchet MS"/>
              </a:rPr>
              <a:t>	</a:t>
            </a:r>
            <a:r>
              <a:rPr sz="2400" b="1" i="1" spc="-50" dirty="0">
                <a:latin typeface="Trebuchet MS"/>
                <a:cs typeface="Trebuchet MS"/>
              </a:rPr>
              <a:t>e</a:t>
            </a:r>
            <a:r>
              <a:rPr sz="2400" b="1" i="1" dirty="0">
                <a:latin typeface="Trebuchet MS"/>
                <a:cs typeface="Trebuchet MS"/>
              </a:rPr>
              <a:t>	</a:t>
            </a:r>
            <a:r>
              <a:rPr sz="2400" b="1" i="1" spc="-10" dirty="0">
                <a:latin typeface="Trebuchet MS"/>
                <a:cs typeface="Trebuchet MS"/>
              </a:rPr>
              <a:t>depois</a:t>
            </a:r>
            <a:r>
              <a:rPr sz="2400" b="1" i="1" dirty="0">
                <a:latin typeface="Trebuchet MS"/>
                <a:cs typeface="Trebuchet MS"/>
              </a:rPr>
              <a:t>	</a:t>
            </a:r>
            <a:r>
              <a:rPr sz="2400" b="1" i="1" spc="-90" dirty="0">
                <a:latin typeface="Trebuchet MS"/>
                <a:cs typeface="Trebuchet MS"/>
              </a:rPr>
              <a:t>sua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426458" y="721309"/>
            <a:ext cx="24066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2980" algn="l"/>
              </a:tabLst>
            </a:pPr>
            <a:r>
              <a:rPr sz="2400" b="1" i="1" spc="-20" dirty="0">
                <a:solidFill>
                  <a:srgbClr val="000000"/>
                </a:solidFill>
                <a:latin typeface="Trebuchet MS"/>
                <a:cs typeface="Trebuchet MS"/>
              </a:rPr>
              <a:t>Será</a:t>
            </a:r>
            <a:r>
              <a:rPr sz="2400" b="1" i="1" dirty="0">
                <a:solidFill>
                  <a:srgbClr val="000000"/>
                </a:solidFill>
                <a:latin typeface="Trebuchet MS"/>
                <a:cs typeface="Trebuchet MS"/>
              </a:rPr>
              <a:t>	</a:t>
            </a:r>
            <a:r>
              <a:rPr sz="2400" b="1" i="1" spc="-10" dirty="0">
                <a:solidFill>
                  <a:srgbClr val="000000"/>
                </a:solidFill>
                <a:latin typeface="Trebuchet MS"/>
                <a:cs typeface="Trebuchet MS"/>
              </a:rPr>
              <a:t>aplicado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i="1" spc="-114" dirty="0">
                <a:solidFill>
                  <a:srgbClr val="00AF50"/>
                </a:solidFill>
                <a:latin typeface="Trebuchet MS"/>
                <a:cs typeface="Trebuchet MS"/>
              </a:rPr>
              <a:t>contextualização</a:t>
            </a:r>
            <a:r>
              <a:rPr sz="2400" b="1" i="1" spc="-114" dirty="0">
                <a:solidFill>
                  <a:srgbClr val="000000"/>
                </a:solidFill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90"/>
              </a:spcBef>
            </a:pPr>
            <a:r>
              <a:rPr spc="-10" dirty="0"/>
              <a:t>Contexto:</a:t>
            </a:r>
          </a:p>
          <a:p>
            <a:pPr marL="88900">
              <a:lnSpc>
                <a:spcPct val="100000"/>
              </a:lnSpc>
              <a:spcBef>
                <a:spcPts val="994"/>
              </a:spcBef>
              <a:tabLst>
                <a:tab pos="1051560" algn="l"/>
                <a:tab pos="1771014" algn="l"/>
                <a:tab pos="2306320" algn="l"/>
                <a:tab pos="3630295" algn="l"/>
                <a:tab pos="4229735" algn="l"/>
                <a:tab pos="5478145" algn="l"/>
                <a:tab pos="5922645" algn="l"/>
                <a:tab pos="6978015" algn="l"/>
              </a:tabLst>
            </a:pPr>
            <a:r>
              <a:rPr b="0" spc="-10" dirty="0">
                <a:latin typeface="Trebuchet MS"/>
                <a:cs typeface="Trebuchet MS"/>
              </a:rPr>
              <a:t>Vamos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10" dirty="0">
                <a:latin typeface="Trebuchet MS"/>
                <a:cs typeface="Trebuchet MS"/>
              </a:rPr>
              <a:t>criar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25" dirty="0">
                <a:latin typeface="Trebuchet MS"/>
                <a:cs typeface="Trebuchet MS"/>
              </a:rPr>
              <a:t>um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10" dirty="0">
                <a:latin typeface="Trebuchet MS"/>
                <a:cs typeface="Trebuchet MS"/>
              </a:rPr>
              <a:t>programa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25" dirty="0">
                <a:latin typeface="Trebuchet MS"/>
                <a:cs typeface="Trebuchet MS"/>
              </a:rPr>
              <a:t>que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25" dirty="0">
                <a:latin typeface="Trebuchet MS"/>
                <a:cs typeface="Trebuchet MS"/>
              </a:rPr>
              <a:t>solicitará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25" dirty="0">
                <a:latin typeface="Trebuchet MS"/>
                <a:cs typeface="Trebuchet MS"/>
              </a:rPr>
              <a:t>ao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10" dirty="0">
                <a:latin typeface="Trebuchet MS"/>
                <a:cs typeface="Trebuchet MS"/>
              </a:rPr>
              <a:t>usuário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50" dirty="0">
                <a:latin typeface="Trebuchet MS"/>
                <a:cs typeface="Trebuchet MS"/>
              </a:rPr>
              <a:t>a</a:t>
            </a: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b="0" spc="-110" dirty="0">
                <a:latin typeface="Trebuchet MS"/>
                <a:cs typeface="Trebuchet MS"/>
              </a:rPr>
              <a:t>inserção</a:t>
            </a:r>
            <a:r>
              <a:rPr b="0" spc="-70" dirty="0">
                <a:latin typeface="Trebuchet MS"/>
                <a:cs typeface="Trebuchet MS"/>
              </a:rPr>
              <a:t> </a:t>
            </a:r>
            <a:r>
              <a:rPr b="0" spc="-155" dirty="0">
                <a:latin typeface="Trebuchet MS"/>
                <a:cs typeface="Trebuchet MS"/>
              </a:rPr>
              <a:t>de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dois</a:t>
            </a:r>
            <a:r>
              <a:rPr b="0" u="sng" spc="-5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 </a:t>
            </a:r>
            <a:r>
              <a:rPr b="0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números</a:t>
            </a:r>
            <a:r>
              <a:rPr b="0" spc="-10" dirty="0">
                <a:latin typeface="Trebuchet MS"/>
                <a:cs typeface="Trebuchet MS"/>
              </a:rPr>
              <a:t>.</a:t>
            </a:r>
          </a:p>
          <a:p>
            <a:pPr marL="88900" marR="55880">
              <a:lnSpc>
                <a:spcPct val="100000"/>
              </a:lnSpc>
              <a:spcBef>
                <a:spcPts val="1005"/>
              </a:spcBef>
              <a:tabLst>
                <a:tab pos="1017905" algn="l"/>
                <a:tab pos="2379345" algn="l"/>
                <a:tab pos="3340735" algn="l"/>
                <a:tab pos="5231130" algn="l"/>
                <a:tab pos="5890895" algn="l"/>
              </a:tabLst>
            </a:pPr>
            <a:r>
              <a:rPr b="0" spc="-10" dirty="0">
                <a:latin typeface="Trebuchet MS"/>
                <a:cs typeface="Trebuchet MS"/>
              </a:rPr>
              <a:t>Esses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10" dirty="0">
                <a:latin typeface="Trebuchet MS"/>
                <a:cs typeface="Trebuchet MS"/>
              </a:rPr>
              <a:t>números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10" dirty="0">
                <a:latin typeface="Trebuchet MS"/>
                <a:cs typeface="Trebuchet MS"/>
              </a:rPr>
              <a:t>serão</a:t>
            </a:r>
            <a:r>
              <a:rPr b="0" dirty="0">
                <a:latin typeface="Trebuchet MS"/>
                <a:cs typeface="Trebuchet MS"/>
              </a:rPr>
              <a:t>	</a:t>
            </a:r>
            <a:r>
              <a:rPr b="0" spc="-10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b="0" spc="-114" dirty="0">
                <a:solidFill>
                  <a:srgbClr val="00AF50"/>
                </a:solidFill>
                <a:latin typeface="Trebuchet MS"/>
                <a:cs typeface="Trebuchet MS"/>
              </a:rPr>
              <a:t>r</a:t>
            </a:r>
            <a:r>
              <a:rPr b="0" spc="-1800" dirty="0">
                <a:solidFill>
                  <a:srgbClr val="00AF50"/>
                </a:solidFill>
                <a:latin typeface="Trebuchet MS"/>
                <a:cs typeface="Trebuchet MS"/>
              </a:rPr>
              <a:t>m</a:t>
            </a:r>
            <a:r>
              <a:rPr sz="2700" b="0" spc="-150" baseline="1234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2700" b="0" spc="419" baseline="123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0" spc="-10" dirty="0">
                <a:solidFill>
                  <a:srgbClr val="00AF50"/>
                </a:solidFill>
                <a:latin typeface="Trebuchet MS"/>
                <a:cs typeface="Trebuchet MS"/>
              </a:rPr>
              <a:t>azenados</a:t>
            </a:r>
            <a:r>
              <a:rPr sz="2400" b="0" dirty="0">
                <a:solidFill>
                  <a:srgbClr val="00AF50"/>
                </a:solidFill>
                <a:latin typeface="Trebuchet MS"/>
                <a:cs typeface="Trebuchet MS"/>
              </a:rPr>
              <a:t>	</a:t>
            </a:r>
            <a:r>
              <a:rPr sz="2400" b="0" spc="-25" dirty="0">
                <a:latin typeface="Trebuchet MS"/>
                <a:cs typeface="Trebuchet MS"/>
              </a:rPr>
              <a:t>em</a:t>
            </a:r>
            <a:r>
              <a:rPr sz="2400" b="0" dirty="0">
                <a:latin typeface="Trebuchet MS"/>
                <a:cs typeface="Trebuchet MS"/>
              </a:rPr>
              <a:t>	</a:t>
            </a:r>
            <a:r>
              <a:rPr sz="2400" b="0" u="sng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diferentes</a:t>
            </a:r>
            <a:r>
              <a:rPr sz="2400" b="0" spc="-155" dirty="0">
                <a:latin typeface="Trebuchet MS"/>
                <a:cs typeface="Trebuchet MS"/>
              </a:rPr>
              <a:t> </a:t>
            </a:r>
            <a:r>
              <a:rPr sz="2400" b="0" u="sng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variáveis</a:t>
            </a:r>
            <a:r>
              <a:rPr sz="2400" b="0" spc="-15" dirty="0">
                <a:latin typeface="Trebuchet MS"/>
                <a:cs typeface="Trebuchet MS"/>
              </a:rPr>
              <a:t> </a:t>
            </a:r>
            <a:r>
              <a:rPr sz="2400" b="0" spc="-110" dirty="0">
                <a:latin typeface="Trebuchet MS"/>
                <a:cs typeface="Trebuchet MS"/>
              </a:rPr>
              <a:t>pré-</a:t>
            </a:r>
            <a:r>
              <a:rPr sz="2400" b="0" spc="-170" dirty="0">
                <a:latin typeface="Trebuchet MS"/>
                <a:cs typeface="Trebuchet MS"/>
              </a:rPr>
              <a:t>definidas</a:t>
            </a:r>
            <a:r>
              <a:rPr sz="2400" b="0" spc="-35" dirty="0">
                <a:latin typeface="Trebuchet MS"/>
                <a:cs typeface="Trebuchet MS"/>
              </a:rPr>
              <a:t> </a:t>
            </a:r>
            <a:r>
              <a:rPr sz="2400" b="0" spc="-114" dirty="0">
                <a:latin typeface="Trebuchet MS"/>
                <a:cs typeface="Trebuchet MS"/>
              </a:rPr>
              <a:t>pelo</a:t>
            </a:r>
            <a:r>
              <a:rPr sz="2400" b="0" dirty="0">
                <a:latin typeface="Trebuchet MS"/>
                <a:cs typeface="Trebuchet MS"/>
              </a:rPr>
              <a:t> </a:t>
            </a:r>
            <a:r>
              <a:rPr sz="2400" b="0" spc="-55" dirty="0">
                <a:latin typeface="Trebuchet MS"/>
                <a:cs typeface="Trebuchet MS"/>
              </a:rPr>
              <a:t>programador.</a:t>
            </a:r>
            <a:endParaRPr sz="2400">
              <a:latin typeface="Trebuchet MS"/>
              <a:cs typeface="Trebuchet MS"/>
            </a:endParaRPr>
          </a:p>
          <a:p>
            <a:pPr marL="88900" marR="55880">
              <a:lnSpc>
                <a:spcPct val="100000"/>
              </a:lnSpc>
              <a:spcBef>
                <a:spcPts val="1000"/>
              </a:spcBef>
            </a:pPr>
            <a:r>
              <a:rPr b="0" dirty="0">
                <a:latin typeface="Trebuchet MS"/>
                <a:cs typeface="Trebuchet MS"/>
              </a:rPr>
              <a:t>Após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</a:t>
            </a:r>
            <a:r>
              <a:rPr b="0" spc="-50" dirty="0">
                <a:latin typeface="Trebuchet MS"/>
                <a:cs typeface="Trebuchet MS"/>
              </a:rPr>
              <a:t> </a:t>
            </a:r>
            <a:r>
              <a:rPr b="0" spc="-90" dirty="0">
                <a:latin typeface="Trebuchet MS"/>
                <a:cs typeface="Trebuchet MS"/>
              </a:rPr>
              <a:t>inserção</a:t>
            </a:r>
            <a:r>
              <a:rPr b="0" spc="-50" dirty="0">
                <a:latin typeface="Trebuchet MS"/>
                <a:cs typeface="Trebuchet MS"/>
              </a:rPr>
              <a:t> </a:t>
            </a:r>
            <a:r>
              <a:rPr b="0" spc="-65" dirty="0">
                <a:latin typeface="Trebuchet MS"/>
                <a:cs typeface="Trebuchet MS"/>
              </a:rPr>
              <a:t>será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140" dirty="0">
                <a:latin typeface="Trebuchet MS"/>
                <a:cs typeface="Trebuchet MS"/>
              </a:rPr>
              <a:t>calculado</a:t>
            </a:r>
            <a:r>
              <a:rPr b="0" spc="-4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a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spc="-95" dirty="0">
                <a:latin typeface="Trebuchet MS"/>
                <a:cs typeface="Trebuchet MS"/>
              </a:rPr>
              <a:t>operação</a:t>
            </a:r>
            <a:r>
              <a:rPr b="0" spc="-60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e</a:t>
            </a:r>
            <a:r>
              <a:rPr b="0" spc="-55" dirty="0">
                <a:latin typeface="Trebuchet MS"/>
                <a:cs typeface="Trebuchet MS"/>
              </a:rPr>
              <a:t> </a:t>
            </a:r>
            <a:r>
              <a:rPr b="0" spc="-80" dirty="0">
                <a:latin typeface="Trebuchet MS"/>
                <a:cs typeface="Trebuchet MS"/>
              </a:rPr>
              <a:t>exibido</a:t>
            </a:r>
            <a:r>
              <a:rPr b="0" spc="-55" dirty="0">
                <a:latin typeface="Trebuchet MS"/>
                <a:cs typeface="Trebuchet MS"/>
              </a:rPr>
              <a:t> </a:t>
            </a:r>
            <a:r>
              <a:rPr b="0" spc="-45" dirty="0">
                <a:latin typeface="Trebuchet MS"/>
                <a:cs typeface="Trebuchet MS"/>
              </a:rPr>
              <a:t>ao </a:t>
            </a:r>
            <a:r>
              <a:rPr b="0" spc="-95" dirty="0">
                <a:latin typeface="Trebuchet MS"/>
                <a:cs typeface="Trebuchet MS"/>
              </a:rPr>
              <a:t>usuário</a:t>
            </a:r>
            <a:r>
              <a:rPr b="0" spc="-45" dirty="0">
                <a:latin typeface="Trebuchet MS"/>
                <a:cs typeface="Trebuchet MS"/>
              </a:rPr>
              <a:t> </a:t>
            </a:r>
            <a:r>
              <a:rPr b="0" dirty="0">
                <a:latin typeface="Trebuchet MS"/>
                <a:cs typeface="Trebuchet MS"/>
              </a:rPr>
              <a:t>o</a:t>
            </a:r>
            <a:r>
              <a:rPr b="0" spc="-50" dirty="0">
                <a:latin typeface="Trebuchet MS"/>
                <a:cs typeface="Trebuchet MS"/>
              </a:rPr>
              <a:t> </a:t>
            </a:r>
            <a:r>
              <a:rPr b="0" spc="-55" dirty="0">
                <a:latin typeface="Trebuchet MS"/>
                <a:cs typeface="Trebuchet MS"/>
              </a:rPr>
              <a:t>resultado.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26458" y="5456326"/>
            <a:ext cx="7047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OBS: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Caso</a:t>
            </a:r>
            <a:r>
              <a:rPr sz="1800" spc="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professor</a:t>
            </a:r>
            <a:r>
              <a:rPr sz="1800" spc="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65" dirty="0">
                <a:solidFill>
                  <a:srgbClr val="7E7E7E"/>
                </a:solidFill>
                <a:latin typeface="Trebuchet MS"/>
                <a:cs typeface="Trebuchet MS"/>
              </a:rPr>
              <a:t>desejar,</a:t>
            </a:r>
            <a:r>
              <a:rPr sz="1800" spc="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pode</a:t>
            </a:r>
            <a:r>
              <a:rPr sz="1800" spc="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ser</a:t>
            </a:r>
            <a:r>
              <a:rPr sz="1800" spc="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7E7E7E"/>
                </a:solidFill>
                <a:latin typeface="Trebuchet MS"/>
                <a:cs typeface="Trebuchet MS"/>
              </a:rPr>
              <a:t>utilizado</a:t>
            </a:r>
            <a:r>
              <a:rPr sz="1800" spc="6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a</a:t>
            </a:r>
            <a:r>
              <a:rPr sz="1800" spc="6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7E7E7E"/>
                </a:solidFill>
                <a:latin typeface="Trebuchet MS"/>
                <a:cs typeface="Trebuchet MS"/>
              </a:rPr>
              <a:t>linguagem</a:t>
            </a:r>
            <a:r>
              <a:rPr sz="1800" spc="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7E7E7E"/>
                </a:solidFill>
                <a:latin typeface="Trebuchet MS"/>
                <a:cs typeface="Trebuchet MS"/>
              </a:rPr>
              <a:t>Python</a:t>
            </a:r>
            <a:r>
              <a:rPr sz="1800" spc="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para </a:t>
            </a:r>
            <a:r>
              <a:rPr sz="1800" spc="-85" dirty="0">
                <a:solidFill>
                  <a:srgbClr val="7E7E7E"/>
                </a:solidFill>
                <a:latin typeface="Trebuchet MS"/>
                <a:cs typeface="Trebuchet MS"/>
              </a:rPr>
              <a:t>demonstração 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dos</a:t>
            </a:r>
            <a:r>
              <a:rPr sz="1800" spc="-8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7E7E7E"/>
                </a:solidFill>
                <a:latin typeface="Trebuchet MS"/>
                <a:cs typeface="Trebuchet MS"/>
              </a:rPr>
              <a:t>exemplos</a:t>
            </a:r>
            <a:r>
              <a:rPr sz="1800" spc="-7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7E7E7E"/>
                </a:solidFill>
                <a:latin typeface="Trebuchet MS"/>
                <a:cs typeface="Trebuchet MS"/>
              </a:rPr>
              <a:t>e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7E7E7E"/>
                </a:solidFill>
                <a:latin typeface="Trebuchet MS"/>
                <a:cs typeface="Trebuchet MS"/>
              </a:rPr>
              <a:t>conhecimentos.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3281" y="327088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49553" y="702640"/>
            <a:ext cx="17951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0" dirty="0"/>
              <a:t>EM</a:t>
            </a:r>
            <a:r>
              <a:rPr spc="325" dirty="0"/>
              <a:t> </a:t>
            </a:r>
            <a:r>
              <a:rPr spc="285" dirty="0"/>
              <a:t>PYTHON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18159" y="1089660"/>
            <a:ext cx="11457940" cy="5573395"/>
            <a:chOff x="518159" y="1089660"/>
            <a:chExt cx="11457940" cy="557339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159" y="3284220"/>
              <a:ext cx="2775204" cy="287731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35304" y="1895983"/>
            <a:ext cx="2449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5590">
              <a:lnSpc>
                <a:spcPct val="100000"/>
              </a:lnSpc>
              <a:spcBef>
                <a:spcPts val="100"/>
              </a:spcBef>
            </a:pP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Lógica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62400" y="208788"/>
            <a:ext cx="7825740" cy="61005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75981" y="3299769"/>
            <a:ext cx="100330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8159" y="1089660"/>
            <a:ext cx="11457940" cy="5573395"/>
            <a:chOff x="518159" y="1089660"/>
            <a:chExt cx="11457940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159" y="3284220"/>
              <a:ext cx="2775204" cy="28773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15483" y="1246632"/>
              <a:ext cx="5524500" cy="43799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16245" y="1189482"/>
              <a:ext cx="5417820" cy="4302760"/>
            </a:xfrm>
            <a:custGeom>
              <a:avLst/>
              <a:gdLst/>
              <a:ahLst/>
              <a:cxnLst/>
              <a:rect l="l" t="t" r="r" b="b"/>
              <a:pathLst>
                <a:path w="5417820" h="4302760">
                  <a:moveTo>
                    <a:pt x="0" y="342138"/>
                  </a:moveTo>
                  <a:lnTo>
                    <a:pt x="5232" y="297744"/>
                  </a:lnTo>
                  <a:lnTo>
                    <a:pt x="20240" y="256401"/>
                  </a:lnTo>
                  <a:lnTo>
                    <a:pt x="43987" y="218993"/>
                  </a:lnTo>
                  <a:lnTo>
                    <a:pt x="75437" y="186404"/>
                  </a:lnTo>
                  <a:lnTo>
                    <a:pt x="113555" y="159518"/>
                  </a:lnTo>
                  <a:lnTo>
                    <a:pt x="157305" y="139219"/>
                  </a:lnTo>
                  <a:lnTo>
                    <a:pt x="205650" y="126392"/>
                  </a:lnTo>
                  <a:lnTo>
                    <a:pt x="257555" y="121919"/>
                  </a:lnTo>
                  <a:lnTo>
                    <a:pt x="309461" y="126392"/>
                  </a:lnTo>
                  <a:lnTo>
                    <a:pt x="357806" y="139219"/>
                  </a:lnTo>
                  <a:lnTo>
                    <a:pt x="401556" y="159518"/>
                  </a:lnTo>
                  <a:lnTo>
                    <a:pt x="439674" y="186404"/>
                  </a:lnTo>
                  <a:lnTo>
                    <a:pt x="471124" y="218993"/>
                  </a:lnTo>
                  <a:lnTo>
                    <a:pt x="494871" y="256401"/>
                  </a:lnTo>
                  <a:lnTo>
                    <a:pt x="509879" y="297744"/>
                  </a:lnTo>
                  <a:lnTo>
                    <a:pt x="515112" y="342138"/>
                  </a:lnTo>
                  <a:lnTo>
                    <a:pt x="509879" y="386531"/>
                  </a:lnTo>
                  <a:lnTo>
                    <a:pt x="494871" y="427874"/>
                  </a:lnTo>
                  <a:lnTo>
                    <a:pt x="471124" y="465282"/>
                  </a:lnTo>
                  <a:lnTo>
                    <a:pt x="439673" y="497871"/>
                  </a:lnTo>
                  <a:lnTo>
                    <a:pt x="401556" y="524757"/>
                  </a:lnTo>
                  <a:lnTo>
                    <a:pt x="357806" y="545056"/>
                  </a:lnTo>
                  <a:lnTo>
                    <a:pt x="309461" y="557883"/>
                  </a:lnTo>
                  <a:lnTo>
                    <a:pt x="257555" y="562355"/>
                  </a:lnTo>
                  <a:lnTo>
                    <a:pt x="205650" y="557883"/>
                  </a:lnTo>
                  <a:lnTo>
                    <a:pt x="157305" y="545056"/>
                  </a:lnTo>
                  <a:lnTo>
                    <a:pt x="113555" y="524757"/>
                  </a:lnTo>
                  <a:lnTo>
                    <a:pt x="75437" y="497871"/>
                  </a:lnTo>
                  <a:lnTo>
                    <a:pt x="43987" y="465282"/>
                  </a:lnTo>
                  <a:lnTo>
                    <a:pt x="20240" y="427874"/>
                  </a:lnTo>
                  <a:lnTo>
                    <a:pt x="5232" y="386531"/>
                  </a:lnTo>
                  <a:lnTo>
                    <a:pt x="0" y="342138"/>
                  </a:lnTo>
                  <a:close/>
                </a:path>
                <a:path w="5417820" h="4302760">
                  <a:moveTo>
                    <a:pt x="743712" y="116077"/>
                  </a:moveTo>
                  <a:lnTo>
                    <a:pt x="752830" y="70883"/>
                  </a:lnTo>
                  <a:lnTo>
                    <a:pt x="777700" y="33988"/>
                  </a:lnTo>
                  <a:lnTo>
                    <a:pt x="814595" y="9118"/>
                  </a:lnTo>
                  <a:lnTo>
                    <a:pt x="859789" y="0"/>
                  </a:lnTo>
                  <a:lnTo>
                    <a:pt x="5028946" y="0"/>
                  </a:lnTo>
                  <a:lnTo>
                    <a:pt x="5074140" y="9118"/>
                  </a:lnTo>
                  <a:lnTo>
                    <a:pt x="5111035" y="33988"/>
                  </a:lnTo>
                  <a:lnTo>
                    <a:pt x="5135905" y="70883"/>
                  </a:lnTo>
                  <a:lnTo>
                    <a:pt x="5145024" y="116077"/>
                  </a:lnTo>
                  <a:lnTo>
                    <a:pt x="5145024" y="3277869"/>
                  </a:lnTo>
                  <a:lnTo>
                    <a:pt x="5135905" y="3323064"/>
                  </a:lnTo>
                  <a:lnTo>
                    <a:pt x="5111035" y="3359959"/>
                  </a:lnTo>
                  <a:lnTo>
                    <a:pt x="5074140" y="3384829"/>
                  </a:lnTo>
                  <a:lnTo>
                    <a:pt x="5028946" y="3393948"/>
                  </a:lnTo>
                  <a:lnTo>
                    <a:pt x="859789" y="3393948"/>
                  </a:lnTo>
                  <a:lnTo>
                    <a:pt x="814595" y="3384829"/>
                  </a:lnTo>
                  <a:lnTo>
                    <a:pt x="777700" y="3359959"/>
                  </a:lnTo>
                  <a:lnTo>
                    <a:pt x="752830" y="3323064"/>
                  </a:lnTo>
                  <a:lnTo>
                    <a:pt x="743712" y="3277869"/>
                  </a:lnTo>
                  <a:lnTo>
                    <a:pt x="743712" y="116077"/>
                  </a:lnTo>
                  <a:close/>
                </a:path>
                <a:path w="5417820" h="4302760">
                  <a:moveTo>
                    <a:pt x="765048" y="3504437"/>
                  </a:moveTo>
                  <a:lnTo>
                    <a:pt x="767274" y="3493496"/>
                  </a:lnTo>
                  <a:lnTo>
                    <a:pt x="773334" y="3484530"/>
                  </a:lnTo>
                  <a:lnTo>
                    <a:pt x="782300" y="3478470"/>
                  </a:lnTo>
                  <a:lnTo>
                    <a:pt x="793241" y="3476243"/>
                  </a:lnTo>
                  <a:lnTo>
                    <a:pt x="5389626" y="3476243"/>
                  </a:lnTo>
                  <a:lnTo>
                    <a:pt x="5400567" y="3478470"/>
                  </a:lnTo>
                  <a:lnTo>
                    <a:pt x="5409533" y="3484530"/>
                  </a:lnTo>
                  <a:lnTo>
                    <a:pt x="5415593" y="3493496"/>
                  </a:lnTo>
                  <a:lnTo>
                    <a:pt x="5417820" y="3504437"/>
                  </a:lnTo>
                  <a:lnTo>
                    <a:pt x="5417820" y="4274058"/>
                  </a:lnTo>
                  <a:lnTo>
                    <a:pt x="5415593" y="4284999"/>
                  </a:lnTo>
                  <a:lnTo>
                    <a:pt x="5409533" y="4293965"/>
                  </a:lnTo>
                  <a:lnTo>
                    <a:pt x="5400567" y="4300025"/>
                  </a:lnTo>
                  <a:lnTo>
                    <a:pt x="5389626" y="4302252"/>
                  </a:lnTo>
                  <a:lnTo>
                    <a:pt x="793241" y="4302252"/>
                  </a:lnTo>
                  <a:lnTo>
                    <a:pt x="782300" y="4300025"/>
                  </a:lnTo>
                  <a:lnTo>
                    <a:pt x="773334" y="4293965"/>
                  </a:lnTo>
                  <a:lnTo>
                    <a:pt x="767274" y="4284999"/>
                  </a:lnTo>
                  <a:lnTo>
                    <a:pt x="765048" y="4274058"/>
                  </a:lnTo>
                  <a:lnTo>
                    <a:pt x="765048" y="3504437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10144" y="4735067"/>
              <a:ext cx="421005" cy="274320"/>
            </a:xfrm>
            <a:custGeom>
              <a:avLst/>
              <a:gdLst/>
              <a:ahLst/>
              <a:cxnLst/>
              <a:rect l="l" t="t" r="r" b="b"/>
              <a:pathLst>
                <a:path w="421004" h="274320">
                  <a:moveTo>
                    <a:pt x="420624" y="229870"/>
                  </a:moveTo>
                  <a:lnTo>
                    <a:pt x="76200" y="229870"/>
                  </a:lnTo>
                  <a:lnTo>
                    <a:pt x="76200" y="198120"/>
                  </a:lnTo>
                  <a:lnTo>
                    <a:pt x="0" y="236220"/>
                  </a:lnTo>
                  <a:lnTo>
                    <a:pt x="76200" y="274320"/>
                  </a:lnTo>
                  <a:lnTo>
                    <a:pt x="76200" y="242570"/>
                  </a:lnTo>
                  <a:lnTo>
                    <a:pt x="420624" y="242570"/>
                  </a:lnTo>
                  <a:lnTo>
                    <a:pt x="420624" y="229870"/>
                  </a:lnTo>
                  <a:close/>
                </a:path>
                <a:path w="421004" h="274320">
                  <a:moveTo>
                    <a:pt x="420624" y="31750"/>
                  </a:moveTo>
                  <a:lnTo>
                    <a:pt x="76200" y="3175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420624" y="44450"/>
                  </a:lnTo>
                  <a:lnTo>
                    <a:pt x="420624" y="31750"/>
                  </a:lnTo>
                  <a:close/>
                </a:path>
              </a:pathLst>
            </a:custGeom>
            <a:solidFill>
              <a:srgbClr val="F6A1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52159" y="5257800"/>
              <a:ext cx="1819910" cy="0"/>
            </a:xfrm>
            <a:custGeom>
              <a:avLst/>
              <a:gdLst/>
              <a:ahLst/>
              <a:cxnLst/>
              <a:rect l="l" t="t" r="r" b="b"/>
              <a:pathLst>
                <a:path w="1819909">
                  <a:moveTo>
                    <a:pt x="0" y="0"/>
                  </a:moveTo>
                  <a:lnTo>
                    <a:pt x="1819656" y="0"/>
                  </a:lnTo>
                </a:path>
              </a:pathLst>
            </a:custGeom>
            <a:ln w="6096">
              <a:solidFill>
                <a:srgbClr val="F6A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5304" y="1895983"/>
            <a:ext cx="2449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5590">
              <a:lnSpc>
                <a:spcPct val="100000"/>
              </a:lnSpc>
              <a:spcBef>
                <a:spcPts val="100"/>
              </a:spcBef>
            </a:pP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Lógica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22797" y="179070"/>
            <a:ext cx="4699000" cy="370840"/>
          </a:xfrm>
          <a:prstGeom prst="rect">
            <a:avLst/>
          </a:prstGeom>
          <a:solidFill>
            <a:srgbClr val="F1F1F1"/>
          </a:solidFill>
          <a:ln w="28955">
            <a:solidFill>
              <a:srgbClr val="FF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800" b="1" dirty="0">
                <a:latin typeface="Arial"/>
                <a:cs typeface="Arial"/>
              </a:rPr>
              <a:t>1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Primeiro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digite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apresentado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66209" y="685037"/>
            <a:ext cx="3352800" cy="368935"/>
          </a:xfrm>
          <a:prstGeom prst="rect">
            <a:avLst/>
          </a:prstGeom>
          <a:solidFill>
            <a:srgbClr val="F1F1F1"/>
          </a:solidFill>
          <a:ln w="28955">
            <a:solidFill>
              <a:srgbClr val="FF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1800" b="1" dirty="0">
                <a:latin typeface="Arial"/>
                <a:cs typeface="Arial"/>
              </a:rPr>
              <a:t>2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Inicie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aplicação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0" dirty="0">
                <a:latin typeface="Arial MT"/>
                <a:cs typeface="Arial MT"/>
              </a:rPr>
              <a:t> ícone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76878" y="549401"/>
            <a:ext cx="6088380" cy="982344"/>
          </a:xfrm>
          <a:custGeom>
            <a:avLst/>
            <a:gdLst/>
            <a:ahLst/>
            <a:cxnLst/>
            <a:rect l="l" t="t" r="r" b="b"/>
            <a:pathLst>
              <a:path w="6088380" h="982344">
                <a:moveTo>
                  <a:pt x="1038098" y="982218"/>
                </a:moveTo>
                <a:lnTo>
                  <a:pt x="0" y="504444"/>
                </a:lnTo>
              </a:path>
              <a:path w="6088380" h="982344">
                <a:moveTo>
                  <a:pt x="6088380" y="633730"/>
                </a:moveTo>
                <a:lnTo>
                  <a:pt x="6088380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79214" y="5727953"/>
            <a:ext cx="6050280" cy="646430"/>
          </a:xfrm>
          <a:prstGeom prst="rect">
            <a:avLst/>
          </a:prstGeom>
          <a:solidFill>
            <a:srgbClr val="F1F1F1"/>
          </a:solidFill>
          <a:ln w="28955">
            <a:solidFill>
              <a:srgbClr val="FF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R="146685" algn="r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latin typeface="Arial"/>
                <a:cs typeface="Arial"/>
              </a:rPr>
              <a:t>3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execução,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insira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número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8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pressione</a:t>
            </a:r>
            <a:r>
              <a:rPr sz="1800" spc="-10" dirty="0">
                <a:latin typeface="Arial MT"/>
                <a:cs typeface="Arial MT"/>
              </a:rPr>
              <a:t> ENTER.</a:t>
            </a:r>
            <a:endParaRPr sz="1800">
              <a:latin typeface="Arial MT"/>
              <a:cs typeface="Arial MT"/>
            </a:endParaRPr>
          </a:p>
          <a:p>
            <a:pPr marR="197485" algn="r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Em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seguida,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digite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finalize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pressionando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ENTER.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81294" y="5439917"/>
            <a:ext cx="0" cy="295910"/>
          </a:xfrm>
          <a:custGeom>
            <a:avLst/>
            <a:gdLst/>
            <a:ahLst/>
            <a:cxnLst/>
            <a:rect l="l" t="t" r="r" b="b"/>
            <a:pathLst>
              <a:path h="295910">
                <a:moveTo>
                  <a:pt x="0" y="0"/>
                </a:moveTo>
                <a:lnTo>
                  <a:pt x="0" y="295846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75981" y="3299769"/>
            <a:ext cx="100330" cy="265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</a:pPr>
            <a:r>
              <a:rPr sz="1800" spc="-15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83152" y="1263396"/>
              <a:ext cx="4064507" cy="44302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7024" y="1263396"/>
              <a:ext cx="571500" cy="177850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944612" y="1263395"/>
              <a:ext cx="1842770" cy="1702435"/>
            </a:xfrm>
            <a:custGeom>
              <a:avLst/>
              <a:gdLst/>
              <a:ahLst/>
              <a:cxnLst/>
              <a:rect l="l" t="t" r="r" b="b"/>
              <a:pathLst>
                <a:path w="1842770" h="1702435">
                  <a:moveTo>
                    <a:pt x="1839468" y="1572768"/>
                  </a:moveTo>
                  <a:lnTo>
                    <a:pt x="0" y="1572768"/>
                  </a:lnTo>
                  <a:lnTo>
                    <a:pt x="0" y="1702308"/>
                  </a:lnTo>
                  <a:lnTo>
                    <a:pt x="1839468" y="1702308"/>
                  </a:lnTo>
                  <a:lnTo>
                    <a:pt x="1839468" y="1572768"/>
                  </a:lnTo>
                  <a:close/>
                </a:path>
                <a:path w="1842770" h="1702435">
                  <a:moveTo>
                    <a:pt x="1842516" y="0"/>
                  </a:moveTo>
                  <a:lnTo>
                    <a:pt x="3048" y="0"/>
                  </a:lnTo>
                  <a:lnTo>
                    <a:pt x="3048" y="129540"/>
                  </a:lnTo>
                  <a:lnTo>
                    <a:pt x="1842516" y="129540"/>
                  </a:lnTo>
                  <a:lnTo>
                    <a:pt x="18425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26458" y="721309"/>
            <a:ext cx="415480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latin typeface="Trebuchet MS"/>
                <a:cs typeface="Trebuchet MS"/>
              </a:rPr>
              <a:t>Professor,</a:t>
            </a:r>
            <a:r>
              <a:rPr sz="2400" b="1" spc="-22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por</a:t>
            </a:r>
            <a:r>
              <a:rPr sz="2400" b="1" spc="40" dirty="0">
                <a:latin typeface="Trebuchet MS"/>
                <a:cs typeface="Trebuchet MS"/>
              </a:rPr>
              <a:t> </a:t>
            </a:r>
            <a:r>
              <a:rPr sz="2400" b="1" spc="-130" dirty="0">
                <a:latin typeface="Trebuchet MS"/>
                <a:cs typeface="Trebuchet MS"/>
              </a:rPr>
              <a:t>favor,</a:t>
            </a:r>
            <a:r>
              <a:rPr sz="2400" b="1" spc="-225" dirty="0">
                <a:latin typeface="Trebuchet MS"/>
                <a:cs typeface="Trebuchet MS"/>
              </a:rPr>
              <a:t> </a:t>
            </a:r>
            <a:r>
              <a:rPr sz="2400" b="1" spc="-45" dirty="0">
                <a:latin typeface="Trebuchet MS"/>
                <a:cs typeface="Trebuchet MS"/>
              </a:rPr>
              <a:t>explique: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01256" y="1392936"/>
            <a:ext cx="2715895" cy="1443355"/>
          </a:xfrm>
          <a:prstGeom prst="rect">
            <a:avLst/>
          </a:prstGeom>
          <a:solidFill>
            <a:srgbClr val="F7E264"/>
          </a:solidFill>
        </p:spPr>
        <p:txBody>
          <a:bodyPr vert="horz" wrap="square" lIns="0" tIns="10668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840"/>
              </a:spcBef>
            </a:pPr>
            <a:r>
              <a:rPr sz="2800" spc="-114" dirty="0">
                <a:latin typeface="Trebuchet MS"/>
                <a:cs typeface="Trebuchet MS"/>
              </a:rPr>
              <a:t>Minha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nossa....</a:t>
            </a:r>
            <a:endParaRPr sz="2800">
              <a:latin typeface="Trebuchet MS"/>
              <a:cs typeface="Trebuchet MS"/>
            </a:endParaRPr>
          </a:p>
          <a:p>
            <a:pPr marL="107950" marR="123189">
              <a:lnSpc>
                <a:spcPct val="100000"/>
              </a:lnSpc>
            </a:pPr>
            <a:r>
              <a:rPr sz="2800" spc="395" dirty="0">
                <a:latin typeface="Trebuchet MS"/>
                <a:cs typeface="Trebuchet MS"/>
              </a:rPr>
              <a:t>O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que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acabou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de </a:t>
            </a:r>
            <a:r>
              <a:rPr sz="2800" spc="-155" dirty="0">
                <a:latin typeface="Trebuchet MS"/>
                <a:cs typeface="Trebuchet MS"/>
              </a:rPr>
              <a:t>acontecer</a:t>
            </a:r>
            <a:r>
              <a:rPr sz="2800" spc="-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aqui?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49311" y="3034283"/>
            <a:ext cx="4152900" cy="323697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35304" y="1895983"/>
            <a:ext cx="2449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5590">
              <a:lnSpc>
                <a:spcPct val="100000"/>
              </a:lnSpc>
              <a:spcBef>
                <a:spcPts val="100"/>
              </a:spcBef>
            </a:pP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Lógica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Programação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058" y="440944"/>
            <a:ext cx="7624445" cy="284289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10"/>
              </a:spcBef>
            </a:pPr>
            <a:r>
              <a:rPr sz="2400" b="1" spc="405" dirty="0">
                <a:latin typeface="Trebuchet MS"/>
                <a:cs typeface="Trebuchet MS"/>
              </a:rPr>
              <a:t>O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que</a:t>
            </a:r>
            <a:r>
              <a:rPr sz="2400" b="1" spc="-8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são</a:t>
            </a:r>
            <a:r>
              <a:rPr sz="2400" b="1" spc="-7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variáveis?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1F5F"/>
                </a:solidFill>
                <a:latin typeface="Trebuchet MS"/>
                <a:cs typeface="Trebuchet MS"/>
              </a:rPr>
              <a:t>espaços </a:t>
            </a:r>
            <a:r>
              <a:rPr sz="2400" spc="-60" dirty="0">
                <a:solidFill>
                  <a:srgbClr val="001F5F"/>
                </a:solidFill>
                <a:latin typeface="Trebuchet MS"/>
                <a:cs typeface="Trebuchet MS"/>
              </a:rPr>
              <a:t>nomeados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na</a:t>
            </a:r>
            <a:r>
              <a:rPr sz="2400" spc="-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01F5F"/>
                </a:solidFill>
                <a:latin typeface="Trebuchet MS"/>
                <a:cs typeface="Trebuchet MS"/>
              </a:rPr>
              <a:t>memória</a:t>
            </a:r>
            <a:r>
              <a:rPr sz="2400" spc="-5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do</a:t>
            </a:r>
            <a:r>
              <a:rPr sz="2400" spc="-65" dirty="0">
                <a:solidFill>
                  <a:srgbClr val="001F5F"/>
                </a:solidFill>
                <a:latin typeface="Trebuchet MS"/>
                <a:cs typeface="Trebuchet MS"/>
              </a:rPr>
              <a:t> computador</a:t>
            </a:r>
            <a:r>
              <a:rPr sz="2400" spc="-55" dirty="0">
                <a:solidFill>
                  <a:srgbClr val="001F5F"/>
                </a:solidFill>
                <a:latin typeface="Trebuchet MS"/>
                <a:cs typeface="Trebuchet MS"/>
              </a:rPr>
              <a:t> usados </a:t>
            </a:r>
            <a:r>
              <a:rPr sz="2400" spc="-25" dirty="0">
                <a:solidFill>
                  <a:srgbClr val="001F5F"/>
                </a:solidFill>
                <a:latin typeface="Trebuchet MS"/>
                <a:cs typeface="Trebuchet MS"/>
              </a:rPr>
              <a:t>para</a:t>
            </a:r>
            <a:r>
              <a:rPr sz="2400" spc="-7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01F5F"/>
                </a:solidFill>
                <a:latin typeface="Trebuchet MS"/>
                <a:cs typeface="Trebuchet MS"/>
              </a:rPr>
              <a:t>armazenar</a:t>
            </a:r>
            <a:r>
              <a:rPr sz="2400" spc="-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dados</a:t>
            </a:r>
            <a:r>
              <a:rPr sz="2400" spc="-6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que</a:t>
            </a:r>
            <a:r>
              <a:rPr sz="2400" spc="-6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Trebuchet MS"/>
                <a:cs typeface="Trebuchet MS"/>
              </a:rPr>
              <a:t>podem</a:t>
            </a:r>
            <a:r>
              <a:rPr sz="2400" spc="-6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ser</a:t>
            </a:r>
            <a:r>
              <a:rPr sz="2400" spc="-65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1F5F"/>
                </a:solidFill>
                <a:latin typeface="Trebuchet MS"/>
                <a:cs typeface="Trebuchet MS"/>
              </a:rPr>
              <a:t>alterados </a:t>
            </a:r>
            <a:r>
              <a:rPr sz="2400" spc="-65" dirty="0">
                <a:solidFill>
                  <a:srgbClr val="001F5F"/>
                </a:solidFill>
                <a:latin typeface="Trebuchet MS"/>
                <a:cs typeface="Trebuchet MS"/>
              </a:rPr>
              <a:t>durante</a:t>
            </a:r>
            <a:r>
              <a:rPr sz="2400" spc="-6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1F5F"/>
                </a:solidFill>
                <a:latin typeface="Trebuchet MS"/>
                <a:cs typeface="Trebuchet MS"/>
              </a:rPr>
              <a:t>a </a:t>
            </a:r>
            <a:r>
              <a:rPr sz="2400" spc="-45" dirty="0">
                <a:solidFill>
                  <a:srgbClr val="001F5F"/>
                </a:solidFill>
                <a:latin typeface="Trebuchet MS"/>
                <a:cs typeface="Trebuchet MS"/>
              </a:rPr>
              <a:t>execução</a:t>
            </a:r>
            <a:r>
              <a:rPr sz="2400" spc="114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de</a:t>
            </a:r>
            <a:r>
              <a:rPr sz="2400" spc="12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1F5F"/>
                </a:solidFill>
                <a:latin typeface="Trebuchet MS"/>
                <a:cs typeface="Trebuchet MS"/>
              </a:rPr>
              <a:t>um</a:t>
            </a:r>
            <a:r>
              <a:rPr sz="2400" spc="11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01F5F"/>
                </a:solidFill>
                <a:latin typeface="Trebuchet MS"/>
                <a:cs typeface="Trebuchet MS"/>
              </a:rPr>
              <a:t>programa</a:t>
            </a:r>
            <a:r>
              <a:rPr sz="2400" spc="-120" dirty="0">
                <a:latin typeface="Trebuchet MS"/>
                <a:cs typeface="Trebuchet MS"/>
              </a:rPr>
              <a:t>.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Elas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permitem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11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valores </a:t>
            </a:r>
            <a:r>
              <a:rPr sz="2400" spc="-75" dirty="0">
                <a:latin typeface="Trebuchet MS"/>
                <a:cs typeface="Trebuchet MS"/>
              </a:rPr>
              <a:t>sejam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manipulados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reutilizados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conforme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necessário.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60" dirty="0">
                <a:latin typeface="Trebuchet MS"/>
                <a:cs typeface="Trebuchet MS"/>
              </a:rPr>
              <a:t>Ao </a:t>
            </a:r>
            <a:r>
              <a:rPr sz="2400" spc="-65" dirty="0">
                <a:latin typeface="Trebuchet MS"/>
                <a:cs typeface="Trebuchet MS"/>
              </a:rPr>
              <a:t>declarar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uma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variável,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você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está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criando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"</a:t>
            </a:r>
            <a:r>
              <a:rPr sz="2400" b="1" spc="-10" dirty="0">
                <a:latin typeface="Trebuchet MS"/>
                <a:cs typeface="Trebuchet MS"/>
              </a:rPr>
              <a:t>recipiente</a:t>
            </a:r>
            <a:r>
              <a:rPr sz="2400" spc="-10" dirty="0">
                <a:latin typeface="Trebuchet MS"/>
                <a:cs typeface="Trebuchet MS"/>
              </a:rPr>
              <a:t>" </a:t>
            </a:r>
            <a:r>
              <a:rPr sz="2400" spc="-30" dirty="0">
                <a:latin typeface="Trebuchet MS"/>
                <a:cs typeface="Trebuchet MS"/>
              </a:rPr>
              <a:t>onde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120" dirty="0">
                <a:latin typeface="Trebuchet MS"/>
                <a:cs typeface="Trebuchet MS"/>
              </a:rPr>
              <a:t> determinado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200" dirty="0">
                <a:latin typeface="Trebuchet MS"/>
                <a:cs typeface="Trebuchet MS"/>
              </a:rPr>
              <a:t>valor,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números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textos,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pode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37881" y="3194684"/>
            <a:ext cx="2400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865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3600" spc="-179" baseline="-11574" dirty="0">
                <a:latin typeface="Trebuchet MS"/>
                <a:cs typeface="Trebuchet MS"/>
              </a:rPr>
              <a:t>e</a:t>
            </a:r>
            <a:endParaRPr sz="3600" baseline="-11574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4058" y="3258058"/>
            <a:ext cx="76225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67385" algn="l"/>
                <a:tab pos="2103755" algn="l"/>
                <a:tab pos="4136390" algn="l"/>
                <a:tab pos="5764530" algn="l"/>
                <a:tab pos="6332855" algn="l"/>
                <a:tab pos="7285990" algn="l"/>
              </a:tabLst>
            </a:pPr>
            <a:r>
              <a:rPr sz="2400" spc="-25" dirty="0">
                <a:latin typeface="Trebuchet MS"/>
                <a:cs typeface="Trebuchet MS"/>
              </a:rPr>
              <a:t>ser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guardado,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consultado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modificado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ao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longo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65" dirty="0">
                <a:latin typeface="Trebuchet MS"/>
                <a:cs typeface="Trebuchet MS"/>
              </a:rPr>
              <a:t>do </a:t>
            </a:r>
            <a:r>
              <a:rPr sz="2400" spc="-55" dirty="0">
                <a:latin typeface="Trebuchet MS"/>
                <a:cs typeface="Trebuchet MS"/>
              </a:rPr>
              <a:t>algoritmo.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18576" y="4658868"/>
              <a:ext cx="1997964" cy="19979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36591" y="4171188"/>
              <a:ext cx="2447543" cy="242316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75503" y="5131308"/>
            <a:ext cx="1591310" cy="351155"/>
          </a:xfrm>
          <a:prstGeom prst="rect">
            <a:avLst/>
          </a:prstGeom>
          <a:solidFill>
            <a:srgbClr val="FFF8DF"/>
          </a:solidFill>
        </p:spPr>
        <p:txBody>
          <a:bodyPr vert="horz" wrap="square" lIns="0" tIns="0" rIns="0" bIns="0" rtlCol="0">
            <a:spAutoFit/>
          </a:bodyPr>
          <a:lstStyle/>
          <a:p>
            <a:pPr marL="102235">
              <a:lnSpc>
                <a:spcPts val="2725"/>
              </a:lnSpc>
            </a:pP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Informação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45152" y="4250435"/>
            <a:ext cx="4095115" cy="2283460"/>
            <a:chOff x="4645152" y="4250435"/>
            <a:chExt cx="4095115" cy="2283460"/>
          </a:xfrm>
        </p:grpSpPr>
        <p:sp>
          <p:nvSpPr>
            <p:cNvPr id="20" name="object 20"/>
            <p:cNvSpPr/>
            <p:nvPr/>
          </p:nvSpPr>
          <p:spPr>
            <a:xfrm>
              <a:off x="4659630" y="4264913"/>
              <a:ext cx="3984625" cy="2254250"/>
            </a:xfrm>
            <a:custGeom>
              <a:avLst/>
              <a:gdLst/>
              <a:ahLst/>
              <a:cxnLst/>
              <a:rect l="l" t="t" r="r" b="b"/>
              <a:pathLst>
                <a:path w="3984625" h="2254250">
                  <a:moveTo>
                    <a:pt x="0" y="115824"/>
                  </a:moveTo>
                  <a:lnTo>
                    <a:pt x="9096" y="70723"/>
                  </a:lnTo>
                  <a:lnTo>
                    <a:pt x="33909" y="33908"/>
                  </a:lnTo>
                  <a:lnTo>
                    <a:pt x="70723" y="9096"/>
                  </a:lnTo>
                  <a:lnTo>
                    <a:pt x="115824" y="0"/>
                  </a:lnTo>
                  <a:lnTo>
                    <a:pt x="2511552" y="0"/>
                  </a:lnTo>
                  <a:lnTo>
                    <a:pt x="2556652" y="9096"/>
                  </a:lnTo>
                  <a:lnTo>
                    <a:pt x="2593466" y="33909"/>
                  </a:lnTo>
                  <a:lnTo>
                    <a:pt x="2618279" y="70723"/>
                  </a:lnTo>
                  <a:lnTo>
                    <a:pt x="2627376" y="115824"/>
                  </a:lnTo>
                  <a:lnTo>
                    <a:pt x="2627376" y="2138184"/>
                  </a:lnTo>
                  <a:lnTo>
                    <a:pt x="2618279" y="2183262"/>
                  </a:lnTo>
                  <a:lnTo>
                    <a:pt x="2593467" y="2220074"/>
                  </a:lnTo>
                  <a:lnTo>
                    <a:pt x="2556652" y="2244894"/>
                  </a:lnTo>
                  <a:lnTo>
                    <a:pt x="2511552" y="2253996"/>
                  </a:lnTo>
                  <a:lnTo>
                    <a:pt x="115824" y="2253996"/>
                  </a:lnTo>
                  <a:lnTo>
                    <a:pt x="70723" y="2244894"/>
                  </a:lnTo>
                  <a:lnTo>
                    <a:pt x="33909" y="2220074"/>
                  </a:lnTo>
                  <a:lnTo>
                    <a:pt x="9096" y="2183262"/>
                  </a:lnTo>
                  <a:lnTo>
                    <a:pt x="0" y="2138184"/>
                  </a:lnTo>
                  <a:lnTo>
                    <a:pt x="0" y="115824"/>
                  </a:lnTo>
                  <a:close/>
                </a:path>
                <a:path w="3984625" h="2254250">
                  <a:moveTo>
                    <a:pt x="2510028" y="0"/>
                  </a:moveTo>
                  <a:lnTo>
                    <a:pt x="2565273" y="573"/>
                  </a:lnTo>
                  <a:lnTo>
                    <a:pt x="2620260" y="2285"/>
                  </a:lnTo>
                  <a:lnTo>
                    <a:pt x="2674955" y="5123"/>
                  </a:lnTo>
                  <a:lnTo>
                    <a:pt x="2729325" y="9077"/>
                  </a:lnTo>
                  <a:lnTo>
                    <a:pt x="2783335" y="14133"/>
                  </a:lnTo>
                  <a:lnTo>
                    <a:pt x="2836954" y="20280"/>
                  </a:lnTo>
                  <a:lnTo>
                    <a:pt x="2890147" y="27507"/>
                  </a:lnTo>
                  <a:lnTo>
                    <a:pt x="2942881" y="35802"/>
                  </a:lnTo>
                  <a:lnTo>
                    <a:pt x="2995124" y="45151"/>
                  </a:lnTo>
                  <a:lnTo>
                    <a:pt x="3046840" y="55545"/>
                  </a:lnTo>
                  <a:lnTo>
                    <a:pt x="3097999" y="66970"/>
                  </a:lnTo>
                  <a:lnTo>
                    <a:pt x="3148565" y="79416"/>
                  </a:lnTo>
                  <a:lnTo>
                    <a:pt x="3198506" y="92869"/>
                  </a:lnTo>
                  <a:lnTo>
                    <a:pt x="3247788" y="107319"/>
                  </a:lnTo>
                  <a:lnTo>
                    <a:pt x="3296378" y="122753"/>
                  </a:lnTo>
                  <a:lnTo>
                    <a:pt x="3344243" y="139160"/>
                  </a:lnTo>
                  <a:lnTo>
                    <a:pt x="3391349" y="156527"/>
                  </a:lnTo>
                  <a:lnTo>
                    <a:pt x="3437663" y="174843"/>
                  </a:lnTo>
                  <a:lnTo>
                    <a:pt x="3483152" y="194097"/>
                  </a:lnTo>
                  <a:lnTo>
                    <a:pt x="3527782" y="214275"/>
                  </a:lnTo>
                  <a:lnTo>
                    <a:pt x="3571521" y="235366"/>
                  </a:lnTo>
                  <a:lnTo>
                    <a:pt x="3614334" y="257359"/>
                  </a:lnTo>
                  <a:lnTo>
                    <a:pt x="3656188" y="280242"/>
                  </a:lnTo>
                  <a:lnTo>
                    <a:pt x="3697051" y="304002"/>
                  </a:lnTo>
                  <a:lnTo>
                    <a:pt x="3736888" y="328628"/>
                  </a:lnTo>
                  <a:lnTo>
                    <a:pt x="3775667" y="354108"/>
                  </a:lnTo>
                  <a:lnTo>
                    <a:pt x="3813354" y="380430"/>
                  </a:lnTo>
                  <a:lnTo>
                    <a:pt x="3849915" y="407582"/>
                  </a:lnTo>
                  <a:lnTo>
                    <a:pt x="3885319" y="435552"/>
                  </a:lnTo>
                  <a:lnTo>
                    <a:pt x="3919530" y="464329"/>
                  </a:lnTo>
                  <a:lnTo>
                    <a:pt x="3952516" y="493901"/>
                  </a:lnTo>
                  <a:lnTo>
                    <a:pt x="3984244" y="524256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30133" y="4567173"/>
              <a:ext cx="310515" cy="259079"/>
            </a:xfrm>
            <a:custGeom>
              <a:avLst/>
              <a:gdLst/>
              <a:ahLst/>
              <a:cxnLst/>
              <a:rect l="l" t="t" r="r" b="b"/>
              <a:pathLst>
                <a:path w="310515" h="259079">
                  <a:moveTo>
                    <a:pt x="138684" y="0"/>
                  </a:moveTo>
                  <a:lnTo>
                    <a:pt x="0" y="240283"/>
                  </a:lnTo>
                  <a:lnTo>
                    <a:pt x="310134" y="259080"/>
                  </a:lnTo>
                  <a:lnTo>
                    <a:pt x="1386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175503" y="5482173"/>
            <a:ext cx="1591310" cy="342900"/>
          </a:xfrm>
          <a:prstGeom prst="rect">
            <a:avLst/>
          </a:prstGeom>
          <a:solidFill>
            <a:srgbClr val="FFF8DF"/>
          </a:solidFill>
        </p:spPr>
        <p:txBody>
          <a:bodyPr vert="horz" wrap="square" lIns="0" tIns="0" rIns="0" bIns="0" rtlCol="0">
            <a:spAutoFit/>
          </a:bodyPr>
          <a:lstStyle/>
          <a:p>
            <a:pPr marL="277495">
              <a:lnSpc>
                <a:spcPts val="2675"/>
              </a:lnSpc>
            </a:pPr>
            <a:r>
              <a:rPr sz="2400" spc="190" dirty="0">
                <a:solidFill>
                  <a:srgbClr val="FF0000"/>
                </a:solidFill>
                <a:latin typeface="Trebuchet MS"/>
                <a:cs typeface="Trebuchet MS"/>
              </a:rPr>
              <a:t>DADOS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36681" y="4196333"/>
            <a:ext cx="13112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6364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rebuchet MS"/>
                <a:cs typeface="Trebuchet MS"/>
              </a:rPr>
              <a:t>Recipiente </a:t>
            </a:r>
            <a:r>
              <a:rPr sz="1800" spc="-90" dirty="0">
                <a:latin typeface="Trebuchet MS"/>
                <a:cs typeface="Trebuchet MS"/>
              </a:rPr>
              <a:t>Representado </a:t>
            </a:r>
            <a:r>
              <a:rPr sz="1800" spc="-10" dirty="0">
                <a:latin typeface="Trebuchet MS"/>
                <a:cs typeface="Trebuchet MS"/>
              </a:rPr>
              <a:t>por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qualquer </a:t>
            </a:r>
            <a:r>
              <a:rPr sz="1800" spc="120" dirty="0">
                <a:latin typeface="Trebuchet MS"/>
                <a:cs typeface="Trebuchet MS"/>
              </a:rPr>
              <a:t>NOME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3281" y="327088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76263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60" dirty="0">
                <a:solidFill>
                  <a:srgbClr val="000000"/>
                </a:solidFill>
                <a:latin typeface="Trebuchet MS"/>
                <a:cs typeface="Trebuchet MS"/>
              </a:rPr>
              <a:t>Quais</a:t>
            </a:r>
            <a:r>
              <a:rPr sz="2400" b="1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são</a:t>
            </a:r>
            <a:r>
              <a:rPr sz="2400" b="1" spc="1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os</a:t>
            </a:r>
            <a:r>
              <a:rPr sz="2400" b="1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tipos</a:t>
            </a:r>
            <a:r>
              <a:rPr sz="2400" b="1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de</a:t>
            </a:r>
            <a:r>
              <a:rPr sz="2400" b="1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dados</a:t>
            </a:r>
            <a:r>
              <a:rPr sz="2400" b="1" spc="1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que</a:t>
            </a:r>
            <a:r>
              <a:rPr sz="2400" b="1" spc="1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50" dirty="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sz="2400" b="1" spc="1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computador</a:t>
            </a:r>
            <a:r>
              <a:rPr sz="2400" b="1" spc="1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000000"/>
                </a:solidFill>
                <a:latin typeface="Trebuchet MS"/>
                <a:cs typeface="Trebuchet MS"/>
              </a:rPr>
              <a:t>pode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armazenar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nas </a:t>
            </a:r>
            <a:r>
              <a:rPr sz="2400" b="1" spc="-10" dirty="0">
                <a:solidFill>
                  <a:srgbClr val="000000"/>
                </a:solidFill>
                <a:latin typeface="Trebuchet MS"/>
                <a:cs typeface="Trebuchet MS"/>
              </a:rPr>
              <a:t>variáveis?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4058" y="1794510"/>
            <a:ext cx="1754505" cy="24892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400" b="1" spc="190" dirty="0">
                <a:latin typeface="Trebuchet MS"/>
                <a:cs typeface="Trebuchet MS"/>
              </a:rPr>
              <a:t>EXEMPLO: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45" dirty="0">
                <a:latin typeface="Trebuchet MS"/>
                <a:cs typeface="Trebuchet MS"/>
              </a:rPr>
              <a:t>Tipo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Cadeia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45" dirty="0">
                <a:latin typeface="Trebuchet MS"/>
                <a:cs typeface="Trebuchet MS"/>
              </a:rPr>
              <a:t>Tipo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Inteiro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995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50" dirty="0">
                <a:latin typeface="Trebuchet MS"/>
                <a:cs typeface="Trebuchet MS"/>
              </a:rPr>
              <a:t>Tipo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Real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029" algn="l"/>
              </a:tabLst>
            </a:pPr>
            <a:r>
              <a:rPr sz="2400" spc="-45" dirty="0">
                <a:latin typeface="Trebuchet MS"/>
                <a:cs typeface="Trebuchet MS"/>
              </a:rPr>
              <a:t>Tipo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Lógico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36835" y="1565148"/>
              <a:ext cx="1917192" cy="19171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11540" y="3707892"/>
              <a:ext cx="1917192" cy="191719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74407" y="1636776"/>
            <a:ext cx="1888236" cy="18882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63568" y="3968495"/>
              <a:ext cx="1839467" cy="18394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8964" y="4131564"/>
              <a:ext cx="5724144" cy="150723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4058" y="569214"/>
            <a:ext cx="1757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5" dirty="0">
                <a:latin typeface="Trebuchet MS"/>
                <a:cs typeface="Trebuchet MS"/>
              </a:rPr>
              <a:t>Tipo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5CBE"/>
                </a:solidFill>
                <a:latin typeface="Trebuchet MS"/>
                <a:cs typeface="Trebuchet MS"/>
              </a:rPr>
              <a:t>Cadeia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4058" y="1429003"/>
            <a:ext cx="76542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algumas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situações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precisa-</a:t>
            </a: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armazenar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em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uma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variável,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4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texto</a:t>
            </a:r>
            <a:r>
              <a:rPr sz="2400" spc="4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b="1" spc="65" dirty="0">
                <a:latin typeface="Trebuchet MS"/>
                <a:cs typeface="Trebuchet MS"/>
              </a:rPr>
              <a:t>uma</a:t>
            </a:r>
            <a:r>
              <a:rPr sz="2400" b="1" spc="4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quantidade</a:t>
            </a:r>
            <a:r>
              <a:rPr sz="2400" b="1" spc="43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grande</a:t>
            </a:r>
            <a:r>
              <a:rPr sz="2400" b="1" spc="42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415" dirty="0">
                <a:latin typeface="Trebuchet MS"/>
                <a:cs typeface="Trebuchet MS"/>
              </a:rPr>
              <a:t> </a:t>
            </a:r>
            <a:r>
              <a:rPr sz="2400" b="1" spc="-25" dirty="0">
                <a:latin typeface="Trebuchet MS"/>
                <a:cs typeface="Trebuchet MS"/>
              </a:rPr>
              <a:t>caracteres</a:t>
            </a:r>
            <a:r>
              <a:rPr sz="2400" spc="-25" dirty="0">
                <a:latin typeface="Trebuchet MS"/>
                <a:cs typeface="Trebuchet MS"/>
              </a:rPr>
              <a:t>. </a:t>
            </a:r>
            <a:r>
              <a:rPr sz="2400" spc="-145" dirty="0">
                <a:latin typeface="Trebuchet MS"/>
                <a:cs typeface="Trebuchet MS"/>
              </a:rPr>
              <a:t>Para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armazenar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este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tipo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de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conteúdo,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utiliza-</a:t>
            </a:r>
            <a:r>
              <a:rPr sz="2400" spc="-50" dirty="0">
                <a:latin typeface="Trebuchet MS"/>
                <a:cs typeface="Trebuchet MS"/>
              </a:rPr>
              <a:t>se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uma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variável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tipo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06FC0"/>
                </a:solidFill>
                <a:latin typeface="Trebuchet MS"/>
                <a:cs typeface="Trebuchet MS"/>
              </a:rPr>
              <a:t>cadeia</a:t>
            </a:r>
            <a:r>
              <a:rPr sz="2400" spc="-7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5958" y="3018790"/>
            <a:ext cx="76752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Trebuchet MS"/>
                <a:cs typeface="Trebuchet MS"/>
              </a:rPr>
              <a:t>Cadeia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uma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sequência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ordenada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caracteres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(símbolos) </a:t>
            </a:r>
            <a:r>
              <a:rPr sz="2400" spc="-105" dirty="0">
                <a:latin typeface="Trebuchet MS"/>
                <a:cs typeface="Trebuchet MS"/>
              </a:rPr>
              <a:t>escolhidos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partir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um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con</a:t>
            </a:r>
            <a:r>
              <a:rPr sz="2400" spc="-910" dirty="0">
                <a:latin typeface="Trebuchet MS"/>
                <a:cs typeface="Trebuchet MS"/>
              </a:rPr>
              <a:t>j</a:t>
            </a:r>
            <a:r>
              <a:rPr sz="2700" spc="-637" baseline="46296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2400" spc="-85" dirty="0">
                <a:latin typeface="Trebuchet MS"/>
                <a:cs typeface="Trebuchet MS"/>
              </a:rPr>
              <a:t>unto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pré-</a:t>
            </a:r>
            <a:r>
              <a:rPr sz="2400" spc="-55" dirty="0">
                <a:latin typeface="Trebuchet MS"/>
                <a:cs typeface="Trebuchet MS"/>
              </a:rPr>
              <a:t>determinado.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3281" y="327088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06468" y="4392168"/>
              <a:ext cx="1918715" cy="191719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4058" y="569214"/>
            <a:ext cx="1734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5" dirty="0">
                <a:latin typeface="Trebuchet MS"/>
                <a:cs typeface="Trebuchet MS"/>
              </a:rPr>
              <a:t>Tipo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5CBE"/>
                </a:solidFill>
                <a:latin typeface="Trebuchet MS"/>
                <a:cs typeface="Trebuchet MS"/>
              </a:rPr>
              <a:t>Inteiro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4058" y="1429003"/>
            <a:ext cx="76257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180" dirty="0">
                <a:latin typeface="Trebuchet MS"/>
                <a:cs typeface="Trebuchet MS"/>
              </a:rPr>
              <a:t>A</a:t>
            </a:r>
            <a:r>
              <a:rPr sz="2400" spc="27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variável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2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tipo</a:t>
            </a:r>
            <a:r>
              <a:rPr sz="2400" spc="2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inteiro</a:t>
            </a:r>
            <a:r>
              <a:rPr sz="2400" spc="27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armazena</a:t>
            </a:r>
            <a:r>
              <a:rPr sz="2400" spc="27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somente</a:t>
            </a:r>
            <a:r>
              <a:rPr sz="2400" b="1" spc="26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números </a:t>
            </a:r>
            <a:r>
              <a:rPr sz="2400" b="1" dirty="0">
                <a:latin typeface="Trebuchet MS"/>
                <a:cs typeface="Trebuchet MS"/>
              </a:rPr>
              <a:t>inteiros</a:t>
            </a:r>
            <a:r>
              <a:rPr sz="2400" b="1" spc="48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sem</a:t>
            </a:r>
            <a:r>
              <a:rPr sz="2400" spc="4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48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necessidade</a:t>
            </a:r>
            <a:r>
              <a:rPr sz="2400" spc="4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4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colocar</a:t>
            </a:r>
            <a:r>
              <a:rPr sz="2400" spc="4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entre</a:t>
            </a:r>
            <a:r>
              <a:rPr sz="2400" spc="4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aspas</a:t>
            </a:r>
            <a:r>
              <a:rPr sz="2400" spc="4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</a:t>
            </a:r>
            <a:r>
              <a:rPr sz="2400" spc="-75" dirty="0">
                <a:latin typeface="Trebuchet MS"/>
                <a:cs typeface="Trebuchet MS"/>
              </a:rPr>
              <a:t>informação.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36791" y="3105911"/>
            <a:ext cx="4509516" cy="20238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09644" y="3517392"/>
              <a:ext cx="1917192" cy="191719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50526" y="1429003"/>
            <a:ext cx="18472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2150" algn="l"/>
              </a:tabLst>
            </a:pPr>
            <a:r>
              <a:rPr sz="2400" spc="-25" dirty="0">
                <a:latin typeface="Trebuchet MS"/>
                <a:cs typeface="Trebuchet MS"/>
              </a:rPr>
              <a:t>que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75" dirty="0">
                <a:latin typeface="Trebuchet MS"/>
                <a:cs typeface="Trebuchet MS"/>
              </a:rPr>
              <a:t>podemos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4058" y="569214"/>
            <a:ext cx="5587365" cy="1616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5" dirty="0">
                <a:latin typeface="Trebuchet MS"/>
                <a:cs typeface="Trebuchet MS"/>
              </a:rPr>
              <a:t>Tipo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005CBE"/>
                </a:solidFill>
                <a:latin typeface="Trebuchet MS"/>
                <a:cs typeface="Trebuchet MS"/>
              </a:rPr>
              <a:t>Real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tabLst>
                <a:tab pos="443865" algn="l"/>
                <a:tab pos="1592580" algn="l"/>
                <a:tab pos="2310765" algn="l"/>
                <a:tab pos="2995295" algn="l"/>
                <a:tab pos="4325620" algn="l"/>
                <a:tab pos="4683760" algn="l"/>
              </a:tabLst>
            </a:pPr>
            <a:r>
              <a:rPr sz="2400" spc="130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variável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tipo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real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55" dirty="0">
                <a:latin typeface="Trebuchet MS"/>
                <a:cs typeface="Trebuchet MS"/>
              </a:rPr>
              <a:t>refere-</a:t>
            </a:r>
            <a:r>
              <a:rPr sz="2400" spc="-25" dirty="0">
                <a:latin typeface="Trebuchet MS"/>
                <a:cs typeface="Trebuchet MS"/>
              </a:rPr>
              <a:t>se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5" dirty="0">
                <a:latin typeface="Trebuchet MS"/>
                <a:cs typeface="Trebuchet MS"/>
              </a:rPr>
              <a:t>valores </a:t>
            </a:r>
            <a:r>
              <a:rPr sz="2400" spc="-150" dirty="0">
                <a:latin typeface="Trebuchet MS"/>
                <a:cs typeface="Trebuchet MS"/>
              </a:rPr>
              <a:t>armazenar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números</a:t>
            </a:r>
            <a:r>
              <a:rPr sz="2400" b="1" spc="-30" dirty="0">
                <a:latin typeface="Trebuchet MS"/>
                <a:cs typeface="Trebuchet MS"/>
              </a:rPr>
              <a:t> </a:t>
            </a:r>
            <a:r>
              <a:rPr sz="2400" b="1" spc="75" dirty="0">
                <a:latin typeface="Trebuchet MS"/>
                <a:cs typeface="Trebuchet MS"/>
              </a:rPr>
              <a:t>com</a:t>
            </a:r>
            <a:r>
              <a:rPr sz="2400" b="1" spc="-4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casas</a:t>
            </a:r>
            <a:r>
              <a:rPr sz="2400" b="1" spc="-15" dirty="0">
                <a:latin typeface="Trebuchet MS"/>
                <a:cs typeface="Trebuchet MS"/>
              </a:rPr>
              <a:t> </a:t>
            </a:r>
            <a:r>
              <a:rPr sz="2400" b="1" spc="-30" dirty="0">
                <a:latin typeface="Trebuchet MS"/>
                <a:cs typeface="Trebuchet MS"/>
              </a:rPr>
              <a:t>decimais</a:t>
            </a:r>
            <a:r>
              <a:rPr sz="2400" spc="-3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4058" y="2286711"/>
            <a:ext cx="7625715" cy="128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0310" algn="l"/>
                <a:tab pos="2630805" algn="l"/>
                <a:tab pos="3923029" algn="l"/>
                <a:tab pos="4648835" algn="l"/>
                <a:tab pos="5920105" algn="l"/>
                <a:tab pos="6560184" algn="l"/>
                <a:tab pos="7198995" algn="l"/>
              </a:tabLst>
            </a:pPr>
            <a:r>
              <a:rPr sz="2400" spc="-10" dirty="0">
                <a:latin typeface="Trebuchet MS"/>
                <a:cs typeface="Trebuchet MS"/>
              </a:rPr>
              <a:t>Quando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queremos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trabalhar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com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números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que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não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80" dirty="0">
                <a:latin typeface="Trebuchet MS"/>
                <a:cs typeface="Trebuchet MS"/>
              </a:rPr>
              <a:t>são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40" dirty="0">
                <a:latin typeface="Trebuchet MS"/>
                <a:cs typeface="Trebuchet MS"/>
              </a:rPr>
              <a:t>inteiros,</a:t>
            </a:r>
            <a:r>
              <a:rPr sz="2400" spc="-30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como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3.14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0.001,</a:t>
            </a:r>
            <a:r>
              <a:rPr sz="2400" spc="-30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usamos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tipo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real.</a:t>
            </a:r>
            <a:endParaRPr sz="2400">
              <a:latin typeface="Trebuchet MS"/>
              <a:cs typeface="Trebuchet MS"/>
            </a:endParaRPr>
          </a:p>
          <a:p>
            <a:pPr marR="113664" algn="ctr">
              <a:lnSpc>
                <a:spcPct val="100000"/>
              </a:lnSpc>
              <a:spcBef>
                <a:spcPts val="1985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59652" y="3517391"/>
            <a:ext cx="4977384" cy="20436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3281" y="327088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0435" y="3781044"/>
              <a:ext cx="1918715" cy="191719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4058" y="569214"/>
            <a:ext cx="17202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5" dirty="0">
                <a:latin typeface="Trebuchet MS"/>
                <a:cs typeface="Trebuchet MS"/>
              </a:rPr>
              <a:t>Tipo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05CBE"/>
                </a:solidFill>
                <a:latin typeface="Trebuchet MS"/>
                <a:cs typeface="Trebuchet MS"/>
              </a:rPr>
              <a:t>Lógico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4058" y="1429003"/>
            <a:ext cx="76250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Uma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variável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tipo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logico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aquela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que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contém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um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tipo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 </a:t>
            </a:r>
            <a:r>
              <a:rPr sz="2400" spc="-195" dirty="0">
                <a:latin typeface="Trebuchet MS"/>
                <a:cs typeface="Trebuchet MS"/>
              </a:rPr>
              <a:t>dado,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usado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em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operações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lógicas,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que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possui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somente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dois </a:t>
            </a:r>
            <a:r>
              <a:rPr sz="2400" dirty="0">
                <a:latin typeface="Trebuchet MS"/>
                <a:cs typeface="Trebuchet MS"/>
              </a:rPr>
              <a:t>valores,</a:t>
            </a:r>
            <a:r>
              <a:rPr sz="2400" spc="7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16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são</a:t>
            </a:r>
            <a:r>
              <a:rPr sz="2400" spc="15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consideradas</a:t>
            </a:r>
            <a:r>
              <a:rPr sz="2400" spc="16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pelo</a:t>
            </a:r>
            <a:r>
              <a:rPr sz="2400" spc="15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Portugol</a:t>
            </a:r>
            <a:r>
              <a:rPr sz="2400" spc="150" dirty="0">
                <a:latin typeface="Trebuchet MS"/>
                <a:cs typeface="Trebuchet MS"/>
              </a:rPr>
              <a:t>  </a:t>
            </a:r>
            <a:r>
              <a:rPr sz="2400" spc="-20" dirty="0">
                <a:latin typeface="Trebuchet MS"/>
                <a:cs typeface="Trebuchet MS"/>
              </a:rPr>
              <a:t>como </a:t>
            </a:r>
            <a:r>
              <a:rPr sz="2400" b="1" spc="-20" dirty="0">
                <a:latin typeface="Trebuchet MS"/>
                <a:cs typeface="Trebuchet MS"/>
              </a:rPr>
              <a:t>verdadeiro</a:t>
            </a:r>
            <a:r>
              <a:rPr sz="2400" b="1" spc="-8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falso</a:t>
            </a:r>
            <a:r>
              <a:rPr sz="2400" spc="-1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51091" y="3319271"/>
            <a:ext cx="4626864" cy="28407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4486656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4486656" y="1142999"/>
                  </a:lnTo>
                  <a:lnTo>
                    <a:pt x="448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0" y="1142999"/>
                  </a:moveTo>
                  <a:lnTo>
                    <a:pt x="4486656" y="1142999"/>
                  </a:lnTo>
                  <a:lnTo>
                    <a:pt x="4486656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pc="310" dirty="0"/>
              <a:t>PROGRAMAÇÃO</a:t>
            </a:r>
            <a:r>
              <a:rPr spc="365" dirty="0"/>
              <a:t> </a:t>
            </a:r>
            <a:r>
              <a:rPr spc="105" dirty="0"/>
              <a:t>EM </a:t>
            </a:r>
            <a:r>
              <a:rPr spc="285" dirty="0"/>
              <a:t>PYTHON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3581" y="636219"/>
            <a:ext cx="5118100" cy="2602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265" dirty="0">
                <a:latin typeface="Trebuchet MS"/>
                <a:cs typeface="Trebuchet MS"/>
              </a:rPr>
              <a:t>O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que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lógica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programação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por</a:t>
            </a:r>
            <a:r>
              <a:rPr sz="1800" spc="1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que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ela</a:t>
            </a:r>
            <a:r>
              <a:rPr sz="1800" spc="15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é</a:t>
            </a:r>
            <a:endParaRPr sz="18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spc="-114" dirty="0">
                <a:latin typeface="Trebuchet MS"/>
                <a:cs typeface="Trebuchet MS"/>
              </a:rPr>
              <a:t>essencial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para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resolver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problemas?</a:t>
            </a:r>
            <a:endParaRPr sz="18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uso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programa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Portugol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pode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facilitar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 </a:t>
            </a:r>
            <a:r>
              <a:rPr sz="1800" spc="-85" dirty="0">
                <a:latin typeface="Trebuchet MS"/>
                <a:cs typeface="Trebuchet MS"/>
              </a:rPr>
              <a:t>compreensão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dos </a:t>
            </a:r>
            <a:r>
              <a:rPr sz="1800" spc="-110" dirty="0">
                <a:latin typeface="Trebuchet MS"/>
                <a:cs typeface="Trebuchet MS"/>
              </a:rPr>
              <a:t>ensinamento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sobre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algoritmos?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265" dirty="0">
                <a:latin typeface="Trebuchet MS"/>
                <a:cs typeface="Trebuchet MS"/>
              </a:rPr>
              <a:t>O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que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são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variáveis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qual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sua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importância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em </a:t>
            </a:r>
            <a:r>
              <a:rPr sz="1800" spc="-25" dirty="0">
                <a:latin typeface="Trebuchet MS"/>
                <a:cs typeface="Trebuchet MS"/>
              </a:rPr>
              <a:t>um</a:t>
            </a:r>
            <a:endParaRPr sz="18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rebuchet MS"/>
                <a:cs typeface="Trebuchet MS"/>
              </a:rPr>
              <a:t>programa?</a:t>
            </a:r>
            <a:endParaRPr sz="1800">
              <a:latin typeface="Trebuchet MS"/>
              <a:cs typeface="Trebuchet MS"/>
            </a:endParaRPr>
          </a:p>
          <a:p>
            <a:pPr marL="241300" marR="6985" indent="-228600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Quais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são as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diferenças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entre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os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tipos</a:t>
            </a:r>
            <a:r>
              <a:rPr sz="1800" dirty="0">
                <a:latin typeface="Trebuchet MS"/>
                <a:cs typeface="Trebuchet MS"/>
              </a:rPr>
              <a:t> de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variáveis </a:t>
            </a:r>
            <a:r>
              <a:rPr sz="1800" spc="-155" dirty="0">
                <a:latin typeface="Trebuchet MS"/>
                <a:cs typeface="Trebuchet MS"/>
              </a:rPr>
              <a:t>(cadeia,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inteiro,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real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lógico)?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33354" y="3741801"/>
            <a:ext cx="8362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8475" algn="l"/>
              </a:tabLst>
            </a:pPr>
            <a:r>
              <a:rPr sz="1800" spc="-50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90" dirty="0">
                <a:latin typeface="Trebuchet MS"/>
                <a:cs typeface="Trebuchet MS"/>
              </a:rPr>
              <a:t>site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62893" y="4016120"/>
            <a:ext cx="706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Trebuchet MS"/>
                <a:cs typeface="Trebuchet MS"/>
              </a:rPr>
              <a:t>sortear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3581" y="3741801"/>
            <a:ext cx="417385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685925" algn="l"/>
                <a:tab pos="2507615" algn="l"/>
                <a:tab pos="3155315" algn="l"/>
                <a:tab pos="3760470" algn="l"/>
              </a:tabLst>
            </a:pPr>
            <a:r>
              <a:rPr sz="1800" b="1" spc="-10" dirty="0">
                <a:latin typeface="Trebuchet MS"/>
                <a:cs typeface="Trebuchet MS"/>
              </a:rPr>
              <a:t>Observação: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Pode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ser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utilizado </a:t>
            </a:r>
            <a:r>
              <a:rPr sz="1800"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https://sorteio.com/sorteio-</a:t>
            </a:r>
            <a:r>
              <a:rPr sz="1800" u="sng" spc="-114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de-</a:t>
            </a:r>
            <a:r>
              <a:rPr sz="1800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nomes</a:t>
            </a:r>
            <a:r>
              <a:rPr sz="1800" dirty="0">
                <a:solidFill>
                  <a:srgbClr val="00AFEF"/>
                </a:solidFill>
                <a:latin typeface="Trebuchet MS"/>
                <a:cs typeface="Trebuchet MS"/>
              </a:rPr>
              <a:t>	</a:t>
            </a:r>
            <a:r>
              <a:rPr sz="1800" spc="-130" dirty="0">
                <a:latin typeface="Trebuchet MS"/>
                <a:cs typeface="Trebuchet MS"/>
              </a:rPr>
              <a:t>para </a:t>
            </a:r>
            <a:r>
              <a:rPr sz="1800" spc="-90" dirty="0">
                <a:latin typeface="Trebuchet MS"/>
                <a:cs typeface="Trebuchet MS"/>
              </a:rPr>
              <a:t>alunos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responderem,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achar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necessário.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45118" y="5093970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9194" y="2278456"/>
            <a:ext cx="2738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Mediadoras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44068" y="1164336"/>
            <a:ext cx="4994275" cy="4712335"/>
            <a:chOff x="544068" y="1164336"/>
            <a:chExt cx="4994275" cy="471233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068" y="3067812"/>
              <a:ext cx="4994148" cy="28087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4058" y="569214"/>
            <a:ext cx="3610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Exibir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informação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na</a:t>
            </a:r>
            <a:r>
              <a:rPr sz="2400" b="1" spc="-65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tela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4058" y="1429003"/>
            <a:ext cx="7624445" cy="214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rebuchet MS"/>
                <a:cs typeface="Trebuchet MS"/>
              </a:rPr>
              <a:t>Comando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06FC0"/>
                </a:solidFill>
                <a:latin typeface="Trebuchet MS"/>
                <a:cs typeface="Trebuchet MS"/>
              </a:rPr>
              <a:t>escreva()</a:t>
            </a:r>
            <a:r>
              <a:rPr sz="2400" spc="-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utilizado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Portugol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para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imprimir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algo </a:t>
            </a:r>
            <a:r>
              <a:rPr sz="2400" spc="-185" dirty="0">
                <a:latin typeface="Trebuchet MS"/>
                <a:cs typeface="Trebuchet MS"/>
              </a:rPr>
              <a:t>na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tela.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Exemplo: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-10" dirty="0">
                <a:latin typeface="Trebuchet MS"/>
                <a:cs typeface="Trebuchet MS"/>
              </a:rPr>
              <a:t>Código:</a:t>
            </a:r>
            <a:endParaRPr sz="2400">
              <a:latin typeface="Trebuchet MS"/>
              <a:cs typeface="Trebuchet MS"/>
            </a:endParaRPr>
          </a:p>
          <a:p>
            <a:pPr marR="112395" algn="ctr">
              <a:lnSpc>
                <a:spcPct val="100000"/>
              </a:lnSpc>
              <a:spcBef>
                <a:spcPts val="99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4058" y="4258182"/>
            <a:ext cx="2017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latin typeface="Trebuchet MS"/>
                <a:cs typeface="Trebuchet MS"/>
              </a:rPr>
              <a:t>Exibição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código: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15967" y="3226307"/>
            <a:ext cx="5173980" cy="39623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73296" y="4672584"/>
            <a:ext cx="6013704" cy="5867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350"/>
            <a:ext cx="12198350" cy="6870700"/>
            <a:chOff x="0" y="-6350"/>
            <a:chExt cx="12198350" cy="6870700"/>
          </a:xfrm>
        </p:grpSpPr>
        <p:sp>
          <p:nvSpPr>
            <p:cNvPr id="3" name="object 3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606" y="273558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8912" y="4828031"/>
              <a:ext cx="5899403" cy="89916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4058" y="569214"/>
            <a:ext cx="3610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Exibir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informação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na</a:t>
            </a:r>
            <a:r>
              <a:rPr sz="2400" b="1" spc="-65" dirty="0">
                <a:latin typeface="Trebuchet MS"/>
                <a:cs typeface="Trebuchet MS"/>
              </a:rPr>
              <a:t> </a:t>
            </a:r>
            <a:r>
              <a:rPr sz="2400" b="1" spc="-20" dirty="0">
                <a:latin typeface="Trebuchet MS"/>
                <a:cs typeface="Trebuchet MS"/>
              </a:rPr>
              <a:t>tela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4058" y="1429003"/>
            <a:ext cx="7624445" cy="214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Caso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precise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fazer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uma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quebra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204" dirty="0">
                <a:latin typeface="Trebuchet MS"/>
                <a:cs typeface="Trebuchet MS"/>
              </a:rPr>
              <a:t>linha,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podemos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utilizar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</a:t>
            </a:r>
            <a:r>
              <a:rPr sz="2400" spc="-110" dirty="0">
                <a:latin typeface="Trebuchet MS"/>
                <a:cs typeface="Trebuchet MS"/>
              </a:rPr>
              <a:t>expressão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290" dirty="0">
                <a:solidFill>
                  <a:srgbClr val="006FC0"/>
                </a:solidFill>
                <a:latin typeface="Trebuchet MS"/>
                <a:cs typeface="Trebuchet MS"/>
              </a:rPr>
              <a:t>‘\n’</a:t>
            </a:r>
            <a:r>
              <a:rPr sz="2400" spc="-29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Exemplo: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-10" dirty="0">
                <a:latin typeface="Trebuchet MS"/>
                <a:cs typeface="Trebuchet MS"/>
              </a:rPr>
              <a:t>Código:</a:t>
            </a:r>
            <a:endParaRPr sz="2400">
              <a:latin typeface="Trebuchet MS"/>
              <a:cs typeface="Trebuchet MS"/>
            </a:endParaRPr>
          </a:p>
          <a:p>
            <a:pPr marR="111760" algn="ctr">
              <a:lnSpc>
                <a:spcPct val="100000"/>
              </a:lnSpc>
              <a:spcBef>
                <a:spcPts val="99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4058" y="4258182"/>
            <a:ext cx="2017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latin typeface="Trebuchet MS"/>
                <a:cs typeface="Trebuchet MS"/>
              </a:rPr>
              <a:t>Exibição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código: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48911" y="3246120"/>
            <a:ext cx="5266944" cy="36575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3281" y="327088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7388" y="4059936"/>
              <a:ext cx="1965960" cy="7635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47388" y="5512307"/>
              <a:ext cx="6318504" cy="92201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4058" y="569214"/>
            <a:ext cx="7623809" cy="2348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b="1" spc="50" dirty="0">
                <a:latin typeface="Trebuchet MS"/>
                <a:cs typeface="Trebuchet MS"/>
              </a:rPr>
              <a:t>Armazenar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informação</a:t>
            </a:r>
            <a:r>
              <a:rPr sz="2400" b="1" spc="-45" dirty="0">
                <a:latin typeface="Trebuchet MS"/>
                <a:cs typeface="Trebuchet MS"/>
              </a:rPr>
              <a:t> </a:t>
            </a:r>
            <a:r>
              <a:rPr sz="2400" b="1" spc="80" dirty="0">
                <a:latin typeface="Trebuchet MS"/>
                <a:cs typeface="Trebuchet MS"/>
              </a:rPr>
              <a:t>em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variáveis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Comando</a:t>
            </a:r>
            <a:r>
              <a:rPr sz="2400" spc="38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leia()</a:t>
            </a:r>
            <a:r>
              <a:rPr sz="2400" spc="3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utilizado</a:t>
            </a:r>
            <a:r>
              <a:rPr sz="2400" spc="3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quando</a:t>
            </a:r>
            <a:r>
              <a:rPr sz="2400" spc="3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3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deseja</a:t>
            </a:r>
            <a:r>
              <a:rPr sz="2400" spc="3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obter </a:t>
            </a:r>
            <a:r>
              <a:rPr sz="2400" spc="-30" dirty="0">
                <a:latin typeface="Trebuchet MS"/>
                <a:cs typeface="Trebuchet MS"/>
              </a:rPr>
              <a:t>informações</a:t>
            </a:r>
            <a:r>
              <a:rPr sz="2400" spc="4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4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teclado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41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computador,</a:t>
            </a:r>
            <a:r>
              <a:rPr sz="2400" spc="25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42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seja,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42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um </a:t>
            </a:r>
            <a:r>
              <a:rPr sz="2400" spc="-30" dirty="0">
                <a:latin typeface="Trebuchet MS"/>
                <a:cs typeface="Trebuchet MS"/>
              </a:rPr>
              <a:t>comando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entrada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 </a:t>
            </a:r>
            <a:r>
              <a:rPr sz="2400" spc="-110" dirty="0">
                <a:latin typeface="Trebuchet MS"/>
                <a:cs typeface="Trebuchet MS"/>
              </a:rPr>
              <a:t>dados.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Esse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comando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aguarda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um </a:t>
            </a:r>
            <a:r>
              <a:rPr sz="2400" spc="-110" dirty="0">
                <a:latin typeface="Trebuchet MS"/>
                <a:cs typeface="Trebuchet MS"/>
              </a:rPr>
              <a:t>valor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ser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digitado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atribui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diretamente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na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variável.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4058" y="2892729"/>
            <a:ext cx="1156335" cy="1009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95"/>
              </a:spcBef>
            </a:pPr>
            <a:r>
              <a:rPr sz="2400" u="sng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Exemplo: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Código: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74058" y="4989398"/>
            <a:ext cx="2017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latin typeface="Trebuchet MS"/>
                <a:cs typeface="Trebuchet MS"/>
              </a:rPr>
              <a:t>Exibição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código: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3281" y="327088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413" y="257365"/>
            <a:ext cx="3201035" cy="1006475"/>
            <a:chOff x="260413" y="257365"/>
            <a:chExt cx="3201035" cy="1006475"/>
          </a:xfrm>
        </p:grpSpPr>
        <p:sp>
          <p:nvSpPr>
            <p:cNvPr id="4" name="object 4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3168396" y="0"/>
                  </a:moveTo>
                  <a:lnTo>
                    <a:pt x="0" y="0"/>
                  </a:lnTo>
                  <a:lnTo>
                    <a:pt x="0" y="973836"/>
                  </a:lnTo>
                  <a:lnTo>
                    <a:pt x="3168396" y="973836"/>
                  </a:lnTo>
                  <a:lnTo>
                    <a:pt x="31683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5" y="273557"/>
              <a:ext cx="3168650" cy="974090"/>
            </a:xfrm>
            <a:custGeom>
              <a:avLst/>
              <a:gdLst/>
              <a:ahLst/>
              <a:cxnLst/>
              <a:rect l="l" t="t" r="r" b="b"/>
              <a:pathLst>
                <a:path w="3168650" h="974090">
                  <a:moveTo>
                    <a:pt x="0" y="973836"/>
                  </a:moveTo>
                  <a:lnTo>
                    <a:pt x="3168396" y="973836"/>
                  </a:lnTo>
                  <a:lnTo>
                    <a:pt x="3168396" y="0"/>
                  </a:lnTo>
                  <a:lnTo>
                    <a:pt x="0" y="0"/>
                  </a:lnTo>
                  <a:lnTo>
                    <a:pt x="0" y="973836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6324" y="1089660"/>
            <a:ext cx="11669395" cy="5573395"/>
            <a:chOff x="306324" y="1089660"/>
            <a:chExt cx="11669395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4" y="3249167"/>
              <a:ext cx="3270504" cy="32689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46803" y="4410456"/>
              <a:ext cx="4686300" cy="94488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28904" y="2358009"/>
            <a:ext cx="2461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Observações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274058" y="569214"/>
            <a:ext cx="6014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0" dirty="0">
                <a:solidFill>
                  <a:srgbClr val="000000"/>
                </a:solidFill>
                <a:latin typeface="Trebuchet MS"/>
                <a:cs typeface="Trebuchet MS"/>
              </a:rPr>
              <a:t>Armazenar</a:t>
            </a:r>
            <a:r>
              <a:rPr sz="2400" b="1" spc="-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informação e</a:t>
            </a:r>
            <a:r>
              <a:rPr sz="24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imprimir</a:t>
            </a:r>
            <a:r>
              <a:rPr sz="24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rebuchet MS"/>
                <a:cs typeface="Trebuchet MS"/>
              </a:rPr>
              <a:t>na</a:t>
            </a:r>
            <a:r>
              <a:rPr sz="2400" b="1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000000"/>
                </a:solidFill>
                <a:latin typeface="Trebuchet MS"/>
                <a:cs typeface="Trebuchet MS"/>
              </a:rPr>
              <a:t>tela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46803" y="1295400"/>
            <a:ext cx="7162800" cy="27203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pc="310" dirty="0"/>
              <a:t>PROGRAMAÇÃO</a:t>
            </a:r>
            <a:r>
              <a:rPr spc="365" dirty="0"/>
              <a:t> </a:t>
            </a:r>
            <a:r>
              <a:rPr spc="105" dirty="0"/>
              <a:t>EM </a:t>
            </a:r>
            <a:r>
              <a:rPr spc="285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3483" y="1164336"/>
            <a:ext cx="5194300" cy="5694045"/>
            <a:chOff x="443483" y="1164336"/>
            <a:chExt cx="5194300" cy="5694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3524" y="1164336"/>
              <a:ext cx="736091" cy="5486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483" y="3355847"/>
              <a:ext cx="5193792" cy="35021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6680" y="1205484"/>
              <a:ext cx="568451" cy="54711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277483" y="507237"/>
            <a:ext cx="5393055" cy="497141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15"/>
              </a:spcBef>
            </a:pPr>
            <a:r>
              <a:rPr sz="1900" b="1" dirty="0">
                <a:latin typeface="Trebuchet MS"/>
                <a:cs typeface="Trebuchet MS"/>
              </a:rPr>
              <a:t>Calcular</a:t>
            </a:r>
            <a:r>
              <a:rPr sz="1900" b="1" spc="2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média</a:t>
            </a:r>
            <a:r>
              <a:rPr sz="1900" b="1" spc="60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do</a:t>
            </a:r>
            <a:r>
              <a:rPr sz="1900" b="1" spc="25" dirty="0">
                <a:latin typeface="Trebuchet MS"/>
                <a:cs typeface="Trebuchet MS"/>
              </a:rPr>
              <a:t> </a:t>
            </a:r>
            <a:r>
              <a:rPr sz="1900" b="1" spc="-20" dirty="0">
                <a:latin typeface="Trebuchet MS"/>
                <a:cs typeface="Trebuchet MS"/>
              </a:rPr>
              <a:t>aluno</a:t>
            </a:r>
            <a:endParaRPr sz="19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1900" spc="-100" dirty="0">
                <a:latin typeface="Trebuchet MS"/>
                <a:cs typeface="Trebuchet MS"/>
              </a:rPr>
              <a:t>Você</a:t>
            </a:r>
            <a:r>
              <a:rPr sz="1900" spc="52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foi</a:t>
            </a:r>
            <a:r>
              <a:rPr sz="1900" spc="52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contratado</a:t>
            </a:r>
            <a:r>
              <a:rPr sz="1900" spc="52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para</a:t>
            </a:r>
            <a:r>
              <a:rPr sz="1900" spc="515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desenvolver</a:t>
            </a:r>
            <a:r>
              <a:rPr sz="1900" spc="53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um</a:t>
            </a:r>
            <a:r>
              <a:rPr sz="1900" spc="50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pequeno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programa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para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uma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escola,</a:t>
            </a:r>
            <a:r>
              <a:rPr sz="1900" spc="-210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com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finalidade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de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calcular</a:t>
            </a:r>
            <a:r>
              <a:rPr sz="1900" spc="-75" dirty="0">
                <a:latin typeface="Trebuchet MS"/>
                <a:cs typeface="Trebuchet MS"/>
              </a:rPr>
              <a:t> 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3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média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de</a:t>
            </a:r>
            <a:r>
              <a:rPr sz="1900" spc="3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um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aluno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30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partir</a:t>
            </a:r>
            <a:r>
              <a:rPr sz="1900" spc="50" dirty="0">
                <a:latin typeface="Trebuchet MS"/>
                <a:cs typeface="Trebuchet MS"/>
              </a:rPr>
              <a:t> </a:t>
            </a:r>
            <a:r>
              <a:rPr sz="1900" spc="-125" dirty="0">
                <a:latin typeface="Trebuchet MS"/>
                <a:cs typeface="Trebuchet MS"/>
              </a:rPr>
              <a:t>de</a:t>
            </a:r>
            <a:r>
              <a:rPr sz="1900" spc="40" dirty="0">
                <a:latin typeface="Trebuchet MS"/>
                <a:cs typeface="Trebuchet MS"/>
              </a:rPr>
              <a:t> </a:t>
            </a:r>
            <a:r>
              <a:rPr sz="1900" spc="-75" dirty="0">
                <a:latin typeface="Trebuchet MS"/>
                <a:cs typeface="Trebuchet MS"/>
              </a:rPr>
              <a:t>três</a:t>
            </a:r>
            <a:r>
              <a:rPr sz="1900" spc="40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notas.</a:t>
            </a:r>
            <a:r>
              <a:rPr sz="1900" spc="-150" dirty="0">
                <a:latin typeface="Trebuchet MS"/>
                <a:cs typeface="Trebuchet MS"/>
              </a:rPr>
              <a:t> </a:t>
            </a: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sistema </a:t>
            </a:r>
            <a:r>
              <a:rPr sz="1900" spc="-110" dirty="0">
                <a:latin typeface="Trebuchet MS"/>
                <a:cs typeface="Trebuchet MS"/>
              </a:rPr>
              <a:t>precisa</a:t>
            </a:r>
            <a:r>
              <a:rPr sz="1900" spc="16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ser</a:t>
            </a:r>
            <a:r>
              <a:rPr sz="1900" spc="16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simples</a:t>
            </a:r>
            <a:r>
              <a:rPr sz="1900" spc="17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e</a:t>
            </a:r>
            <a:r>
              <a:rPr sz="1900" spc="16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direto,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exibindo</a:t>
            </a:r>
            <a:r>
              <a:rPr sz="1900" spc="17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apenas</a:t>
            </a:r>
            <a:r>
              <a:rPr sz="1900" spc="185" dirty="0">
                <a:latin typeface="Trebuchet MS"/>
                <a:cs typeface="Trebuchet MS"/>
              </a:rPr>
              <a:t> </a:t>
            </a:r>
            <a:r>
              <a:rPr sz="1900" spc="20" dirty="0">
                <a:latin typeface="Trebuchet MS"/>
                <a:cs typeface="Trebuchet MS"/>
              </a:rPr>
              <a:t>o</a:t>
            </a:r>
            <a:r>
              <a:rPr sz="1900" spc="16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nome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do</a:t>
            </a:r>
            <a:r>
              <a:rPr sz="1900" spc="22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aluno</a:t>
            </a:r>
            <a:r>
              <a:rPr sz="1900" spc="22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e</a:t>
            </a:r>
            <a:r>
              <a:rPr sz="1900" spc="22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sua</a:t>
            </a:r>
            <a:r>
              <a:rPr sz="1900" spc="225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média</a:t>
            </a:r>
            <a:r>
              <a:rPr sz="1900" spc="235" dirty="0">
                <a:latin typeface="Trebuchet MS"/>
                <a:cs typeface="Trebuchet MS"/>
              </a:rPr>
              <a:t> </a:t>
            </a:r>
            <a:r>
              <a:rPr sz="1900" spc="-185" dirty="0">
                <a:latin typeface="Trebuchet MS"/>
                <a:cs typeface="Trebuchet MS"/>
              </a:rPr>
              <a:t>final.</a:t>
            </a:r>
            <a:r>
              <a:rPr sz="1900" spc="30" dirty="0">
                <a:latin typeface="Trebuchet MS"/>
                <a:cs typeface="Trebuchet MS"/>
              </a:rPr>
              <a:t> </a:t>
            </a:r>
            <a:r>
              <a:rPr sz="1900" spc="135" dirty="0">
                <a:latin typeface="Trebuchet MS"/>
                <a:cs typeface="Trebuchet MS"/>
              </a:rPr>
              <a:t>A</a:t>
            </a:r>
            <a:r>
              <a:rPr sz="1900" spc="22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escola</a:t>
            </a:r>
            <a:r>
              <a:rPr sz="1900" spc="225" dirty="0">
                <a:latin typeface="Trebuchet MS"/>
                <a:cs typeface="Trebuchet MS"/>
              </a:rPr>
              <a:t> </a:t>
            </a:r>
            <a:r>
              <a:rPr sz="1900" spc="-155" dirty="0">
                <a:latin typeface="Trebuchet MS"/>
                <a:cs typeface="Trebuchet MS"/>
              </a:rPr>
              <a:t>deseja</a:t>
            </a:r>
            <a:r>
              <a:rPr sz="1900" spc="22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que</a:t>
            </a:r>
            <a:r>
              <a:rPr sz="1900" spc="235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esse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00" dirty="0">
                <a:latin typeface="Trebuchet MS"/>
                <a:cs typeface="Trebuchet MS"/>
              </a:rPr>
              <a:t>programa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165" dirty="0">
                <a:latin typeface="Trebuchet MS"/>
                <a:cs typeface="Trebuchet MS"/>
              </a:rPr>
              <a:t>seja</a:t>
            </a:r>
            <a:r>
              <a:rPr sz="1900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eficiente</a:t>
            </a:r>
            <a:r>
              <a:rPr sz="1900" spc="25" dirty="0">
                <a:latin typeface="Trebuchet MS"/>
                <a:cs typeface="Trebuchet MS"/>
              </a:rPr>
              <a:t> </a:t>
            </a:r>
            <a:r>
              <a:rPr sz="1900" spc="-135" dirty="0">
                <a:latin typeface="Trebuchet MS"/>
                <a:cs typeface="Trebuchet MS"/>
              </a:rPr>
              <a:t>e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170" dirty="0">
                <a:latin typeface="Trebuchet MS"/>
                <a:cs typeface="Trebuchet MS"/>
              </a:rPr>
              <a:t>fácil</a:t>
            </a:r>
            <a:r>
              <a:rPr sz="1900" spc="10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de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-170" dirty="0">
                <a:latin typeface="Trebuchet MS"/>
                <a:cs typeface="Trebuchet MS"/>
              </a:rPr>
              <a:t>usar,</a:t>
            </a:r>
            <a:r>
              <a:rPr sz="1900" spc="-18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sem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exibição</a:t>
            </a:r>
            <a:r>
              <a:rPr sz="1900" spc="5" dirty="0">
                <a:latin typeface="Trebuchet MS"/>
                <a:cs typeface="Trebuchet MS"/>
              </a:rPr>
              <a:t> </a:t>
            </a:r>
            <a:r>
              <a:rPr sz="1900" spc="-114" dirty="0">
                <a:latin typeface="Trebuchet MS"/>
                <a:cs typeface="Trebuchet MS"/>
              </a:rPr>
              <a:t>de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mensagens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30" dirty="0">
                <a:latin typeface="Trebuchet MS"/>
                <a:cs typeface="Trebuchet MS"/>
              </a:rPr>
              <a:t>adicionais.</a:t>
            </a:r>
            <a:endParaRPr sz="19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1900" b="1" dirty="0">
                <a:latin typeface="Trebuchet MS"/>
                <a:cs typeface="Trebuchet MS"/>
              </a:rPr>
              <a:t>Requisitos</a:t>
            </a:r>
            <a:r>
              <a:rPr sz="1900" b="1" spc="-15" dirty="0">
                <a:latin typeface="Trebuchet MS"/>
                <a:cs typeface="Trebuchet MS"/>
              </a:rPr>
              <a:t> </a:t>
            </a:r>
            <a:r>
              <a:rPr sz="1900" b="1" dirty="0">
                <a:latin typeface="Trebuchet MS"/>
                <a:cs typeface="Trebuchet MS"/>
              </a:rPr>
              <a:t>do</a:t>
            </a:r>
            <a:r>
              <a:rPr sz="1900" b="1" spc="-40" dirty="0">
                <a:latin typeface="Trebuchet MS"/>
                <a:cs typeface="Trebuchet MS"/>
              </a:rPr>
              <a:t> </a:t>
            </a:r>
            <a:r>
              <a:rPr sz="1900" b="1" spc="-10" dirty="0">
                <a:latin typeface="Trebuchet MS"/>
                <a:cs typeface="Trebuchet MS"/>
              </a:rPr>
              <a:t>Programa: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programa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deve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5" dirty="0">
                <a:latin typeface="Trebuchet MS"/>
                <a:cs typeface="Trebuchet MS"/>
              </a:rPr>
              <a:t>solicitar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nome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aluno;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spc="-35" dirty="0">
                <a:latin typeface="Trebuchet MS"/>
                <a:cs typeface="Trebuchet MS"/>
              </a:rPr>
              <a:t>Deve </a:t>
            </a:r>
            <a:r>
              <a:rPr sz="1900" spc="-105" dirty="0">
                <a:latin typeface="Trebuchet MS"/>
                <a:cs typeface="Trebuchet MS"/>
              </a:rPr>
              <a:t>solicitar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80" dirty="0">
                <a:latin typeface="Trebuchet MS"/>
                <a:cs typeface="Trebuchet MS"/>
              </a:rPr>
              <a:t>valor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20" dirty="0">
                <a:latin typeface="Trebuchet MS"/>
                <a:cs typeface="Trebuchet MS"/>
              </a:rPr>
              <a:t>de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70" dirty="0">
                <a:latin typeface="Trebuchet MS"/>
                <a:cs typeface="Trebuchet MS"/>
              </a:rPr>
              <a:t>três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notas;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75" dirty="0">
                <a:latin typeface="Trebuchet MS"/>
                <a:cs typeface="Trebuchet MS"/>
              </a:rPr>
              <a:t> </a:t>
            </a:r>
            <a:r>
              <a:rPr sz="1900" spc="-65" dirty="0">
                <a:latin typeface="Trebuchet MS"/>
                <a:cs typeface="Trebuchet MS"/>
              </a:rPr>
              <a:t>programa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deve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spc="-95" dirty="0">
                <a:latin typeface="Trebuchet MS"/>
                <a:cs typeface="Trebuchet MS"/>
              </a:rPr>
              <a:t>calcular</a:t>
            </a:r>
            <a:r>
              <a:rPr sz="1900" spc="8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spc="-85" dirty="0">
                <a:latin typeface="Trebuchet MS"/>
                <a:cs typeface="Trebuchet MS"/>
              </a:rPr>
              <a:t>média</a:t>
            </a:r>
            <a:r>
              <a:rPr sz="1900" spc="7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das</a:t>
            </a:r>
            <a:r>
              <a:rPr sz="1900" spc="8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três</a:t>
            </a:r>
            <a:r>
              <a:rPr sz="1900" spc="70" dirty="0">
                <a:latin typeface="Trebuchet MS"/>
                <a:cs typeface="Trebuchet MS"/>
              </a:rPr>
              <a:t> </a:t>
            </a:r>
            <a:r>
              <a:rPr sz="1900" spc="-40" dirty="0">
                <a:latin typeface="Trebuchet MS"/>
                <a:cs typeface="Trebuchet MS"/>
              </a:rPr>
              <a:t>notas</a:t>
            </a:r>
            <a:endParaRPr sz="1900">
              <a:latin typeface="Trebuchet MS"/>
              <a:cs typeface="Trebuchet MS"/>
            </a:endParaRPr>
          </a:p>
          <a:p>
            <a:pPr marL="240665">
              <a:lnSpc>
                <a:spcPct val="100000"/>
              </a:lnSpc>
            </a:pPr>
            <a:r>
              <a:rPr sz="1900" spc="-20" dirty="0">
                <a:latin typeface="Trebuchet MS"/>
                <a:cs typeface="Trebuchet MS"/>
              </a:rPr>
              <a:t>inseridas;</a:t>
            </a:r>
            <a:endParaRPr sz="19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900" spc="280" dirty="0">
                <a:latin typeface="Trebuchet MS"/>
                <a:cs typeface="Trebuchet MS"/>
              </a:rPr>
              <a:t>O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10" dirty="0">
                <a:latin typeface="Trebuchet MS"/>
                <a:cs typeface="Trebuchet MS"/>
              </a:rPr>
              <a:t>programa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40" dirty="0">
                <a:latin typeface="Trebuchet MS"/>
                <a:cs typeface="Trebuchet MS"/>
              </a:rPr>
              <a:t>deve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exibir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apenas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-200" dirty="0">
                <a:latin typeface="Trebuchet MS"/>
                <a:cs typeface="Trebuchet MS"/>
              </a:rPr>
              <a:t>a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-145" dirty="0">
                <a:latin typeface="Trebuchet MS"/>
                <a:cs typeface="Trebuchet MS"/>
              </a:rPr>
              <a:t>média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50" dirty="0">
                <a:latin typeface="Trebuchet MS"/>
                <a:cs typeface="Trebuchet MS"/>
              </a:rPr>
              <a:t>calculada.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0594" y="2326081"/>
            <a:ext cx="36988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5160" marR="5080" indent="-63246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solidFill>
                  <a:srgbClr val="FFFFFF"/>
                </a:solidFill>
                <a:latin typeface="Trebuchet MS"/>
                <a:cs typeface="Trebuchet MS"/>
              </a:rPr>
              <a:t>Apresentação</a:t>
            </a:r>
            <a:r>
              <a:rPr sz="2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FFFFFF"/>
                </a:solidFill>
                <a:latin typeface="Trebuchet MS"/>
                <a:cs typeface="Trebuchet MS"/>
              </a:rPr>
              <a:t>situação </a:t>
            </a:r>
            <a:r>
              <a:rPr sz="2800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aprendizagem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4486656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4486656" y="1142999"/>
                  </a:lnTo>
                  <a:lnTo>
                    <a:pt x="448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433" y="233934"/>
              <a:ext cx="4486910" cy="1143000"/>
            </a:xfrm>
            <a:custGeom>
              <a:avLst/>
              <a:gdLst/>
              <a:ahLst/>
              <a:cxnLst/>
              <a:rect l="l" t="t" r="r" b="b"/>
              <a:pathLst>
                <a:path w="4486910" h="1143000">
                  <a:moveTo>
                    <a:pt x="0" y="1142999"/>
                  </a:moveTo>
                  <a:lnTo>
                    <a:pt x="4486656" y="1142999"/>
                  </a:lnTo>
                  <a:lnTo>
                    <a:pt x="4486656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17244" marR="5080" indent="-805180">
              <a:lnSpc>
                <a:spcPts val="2380"/>
              </a:lnSpc>
              <a:spcBef>
                <a:spcPts val="390"/>
              </a:spcBef>
            </a:pPr>
            <a:r>
              <a:rPr spc="310" dirty="0"/>
              <a:t>PROGRAMAÇÃO</a:t>
            </a:r>
            <a:r>
              <a:rPr spc="365" dirty="0"/>
              <a:t> </a:t>
            </a:r>
            <a:r>
              <a:rPr spc="105" dirty="0"/>
              <a:t>EM </a:t>
            </a:r>
            <a:r>
              <a:rPr spc="285" dirty="0"/>
              <a:t>PYTHON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3581" y="636219"/>
            <a:ext cx="5116830" cy="180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usuário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sabe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quando</a:t>
            </a:r>
            <a:r>
              <a:rPr sz="1800" spc="8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inserir</a:t>
            </a:r>
            <a:r>
              <a:rPr sz="1800" spc="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nome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do </a:t>
            </a:r>
            <a:r>
              <a:rPr sz="1800" spc="-10" dirty="0">
                <a:latin typeface="Trebuchet MS"/>
                <a:cs typeface="Trebuchet MS"/>
              </a:rPr>
              <a:t>aluno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três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notas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programa?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Será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que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ele </a:t>
            </a:r>
            <a:r>
              <a:rPr sz="1800" spc="-30" dirty="0">
                <a:latin typeface="Trebuchet MS"/>
                <a:cs typeface="Trebuchet MS"/>
              </a:rPr>
              <a:t>pode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inserir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notas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tanto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antes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quanto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depois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do </a:t>
            </a:r>
            <a:r>
              <a:rPr sz="1800" spc="-10" dirty="0">
                <a:latin typeface="Trebuchet MS"/>
                <a:cs typeface="Trebuchet MS"/>
              </a:rPr>
              <a:t>nome?</a:t>
            </a:r>
            <a:endParaRPr sz="1800">
              <a:latin typeface="Trebuchet MS"/>
              <a:cs typeface="Trebuchet MS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Quantas</a:t>
            </a:r>
            <a:r>
              <a:rPr sz="1800" spc="6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variáveis</a:t>
            </a:r>
            <a:r>
              <a:rPr sz="1800" spc="6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são</a:t>
            </a:r>
            <a:r>
              <a:rPr sz="1800" spc="6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necessárias</a:t>
            </a:r>
            <a:r>
              <a:rPr sz="1800" spc="6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para</a:t>
            </a:r>
            <a:r>
              <a:rPr sz="1800" spc="65" dirty="0">
                <a:latin typeface="Trebuchet MS"/>
                <a:cs typeface="Trebuchet MS"/>
              </a:rPr>
              <a:t>  </a:t>
            </a:r>
            <a:r>
              <a:rPr sz="1800" spc="-50" dirty="0">
                <a:latin typeface="Trebuchet MS"/>
                <a:cs typeface="Trebuchet MS"/>
              </a:rPr>
              <a:t>essa </a:t>
            </a:r>
            <a:r>
              <a:rPr sz="1800" spc="-135" dirty="0">
                <a:latin typeface="Trebuchet MS"/>
                <a:cs typeface="Trebuchet MS"/>
              </a:rPr>
              <a:t>atividade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por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que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cada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45" dirty="0">
                <a:latin typeface="Trebuchet MS"/>
                <a:cs typeface="Trebuchet MS"/>
              </a:rPr>
              <a:t>uma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é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importante?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2181" y="2938398"/>
            <a:ext cx="4887595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45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Observação:</a:t>
            </a:r>
            <a:r>
              <a:rPr sz="1800" b="1" spc="47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Pode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ser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utilizado</a:t>
            </a:r>
            <a:r>
              <a:rPr sz="1800" spc="190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spc="-35" dirty="0">
                <a:latin typeface="Trebuchet MS"/>
                <a:cs typeface="Trebuchet MS"/>
              </a:rPr>
              <a:t>site </a:t>
            </a:r>
            <a:r>
              <a:rPr sz="1800"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https://sorteio.com/sorteio-</a:t>
            </a:r>
            <a:r>
              <a:rPr sz="1800" u="sng" spc="-114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de-</a:t>
            </a:r>
            <a:r>
              <a:rPr sz="18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nomes</a:t>
            </a:r>
            <a:r>
              <a:rPr sz="1800" spc="345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</a:t>
            </a:r>
            <a:r>
              <a:rPr sz="1800" spc="3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sortear </a:t>
            </a:r>
            <a:r>
              <a:rPr sz="1800" spc="-90" dirty="0">
                <a:latin typeface="Trebuchet MS"/>
                <a:cs typeface="Trebuchet MS"/>
              </a:rPr>
              <a:t>alunos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responderem,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achar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necessário.</a:t>
            </a:r>
            <a:endParaRPr sz="1800">
              <a:latin typeface="Trebuchet MS"/>
              <a:cs typeface="Trebuchet MS"/>
            </a:endParaRPr>
          </a:p>
          <a:p>
            <a:pPr marR="447675" algn="ctr">
              <a:lnSpc>
                <a:spcPct val="100000"/>
              </a:lnSpc>
              <a:spcBef>
                <a:spcPts val="1010"/>
              </a:spcBef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194" y="2278456"/>
            <a:ext cx="2738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Mediadoras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44068" y="1164336"/>
            <a:ext cx="4994275" cy="4712335"/>
            <a:chOff x="544068" y="1164336"/>
            <a:chExt cx="4994275" cy="471233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068" y="3067812"/>
              <a:ext cx="4994148" cy="28087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31898" y="965453"/>
              <a:ext cx="7729855" cy="1188720"/>
            </a:xfrm>
            <a:custGeom>
              <a:avLst/>
              <a:gdLst/>
              <a:ahLst/>
              <a:cxnLst/>
              <a:rect l="l" t="t" r="r" b="b"/>
              <a:pathLst>
                <a:path w="7729855" h="1188720">
                  <a:moveTo>
                    <a:pt x="7729728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7729728" y="1188720"/>
                  </a:lnTo>
                  <a:lnTo>
                    <a:pt x="772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1898" y="965453"/>
              <a:ext cx="7729855" cy="1188720"/>
            </a:xfrm>
            <a:custGeom>
              <a:avLst/>
              <a:gdLst/>
              <a:ahLst/>
              <a:cxnLst/>
              <a:rect l="l" t="t" r="r" b="b"/>
              <a:pathLst>
                <a:path w="7729855" h="1188720">
                  <a:moveTo>
                    <a:pt x="0" y="1188720"/>
                  </a:moveTo>
                  <a:lnTo>
                    <a:pt x="7729728" y="1188720"/>
                  </a:lnTo>
                  <a:lnTo>
                    <a:pt x="7729728" y="0"/>
                  </a:lnTo>
                  <a:lnTo>
                    <a:pt x="0" y="0"/>
                  </a:lnTo>
                  <a:lnTo>
                    <a:pt x="0" y="1188720"/>
                  </a:lnTo>
                  <a:close/>
                </a:path>
              </a:pathLst>
            </a:custGeom>
            <a:ln w="3200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75097" y="1297889"/>
            <a:ext cx="2213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70" dirty="0"/>
              <a:t>EXERCÍCIOS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660905" y="2662554"/>
            <a:ext cx="5934710" cy="236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65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Trebuchet MS"/>
                <a:cs typeface="Trebuchet MS"/>
              </a:rPr>
              <a:t>calcule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Trebuchet MS"/>
                <a:cs typeface="Trebuchet MS"/>
              </a:rPr>
              <a:t>IMC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Trebuchet MS"/>
                <a:cs typeface="Trebuchet MS"/>
              </a:rPr>
              <a:t>da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pessoa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18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</a:pP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retorne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apenas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valor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IMC.</a:t>
            </a:r>
            <a:endParaRPr sz="1800">
              <a:latin typeface="Trebuchet MS"/>
              <a:cs typeface="Trebuchet MS"/>
            </a:endParaRPr>
          </a:p>
          <a:p>
            <a:pPr marL="241300" marR="5080" indent="-228600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Trebuchet MS"/>
                <a:cs typeface="Trebuchet MS"/>
              </a:rPr>
              <a:t>cada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operação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Trebuchet MS"/>
                <a:cs typeface="Trebuchet MS"/>
              </a:rPr>
              <a:t>matemática</a:t>
            </a:r>
            <a:r>
              <a:rPr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desenvolva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um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que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irá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receber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números:</a:t>
            </a:r>
            <a:endParaRPr sz="1800">
              <a:latin typeface="Trebuchet MS"/>
              <a:cs typeface="Trebuchet MS"/>
            </a:endParaRPr>
          </a:p>
          <a:p>
            <a:pPr marL="583565" lvl="1" indent="-342265">
              <a:lnSpc>
                <a:spcPct val="100000"/>
              </a:lnSpc>
              <a:spcBef>
                <a:spcPts val="1005"/>
              </a:spcBef>
              <a:buClr>
                <a:srgbClr val="9BAEB5"/>
              </a:buClr>
              <a:buAutoNum type="arabicPeriod"/>
              <a:tabLst>
                <a:tab pos="583565" algn="l"/>
              </a:tabLst>
            </a:pPr>
            <a:r>
              <a:rPr sz="1600" spc="-80" dirty="0">
                <a:solidFill>
                  <a:srgbClr val="FFFFFF"/>
                </a:solidFill>
                <a:latin typeface="Trebuchet MS"/>
                <a:cs typeface="Trebuchet MS"/>
              </a:rPr>
              <a:t>Programa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Trebuchet MS"/>
                <a:cs typeface="Trebuchet MS"/>
              </a:rPr>
              <a:t>multiplicação;</a:t>
            </a:r>
            <a:endParaRPr sz="1600">
              <a:latin typeface="Trebuchet MS"/>
              <a:cs typeface="Trebuchet MS"/>
            </a:endParaRPr>
          </a:p>
          <a:p>
            <a:pPr marL="583565" lvl="1" indent="-3422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AutoNum type="arabicPeriod"/>
              <a:tabLst>
                <a:tab pos="583565" algn="l"/>
              </a:tabLst>
            </a:pPr>
            <a:r>
              <a:rPr sz="1600" spc="-75" dirty="0">
                <a:solidFill>
                  <a:srgbClr val="FFFFFF"/>
                </a:solidFill>
                <a:latin typeface="Trebuchet MS"/>
                <a:cs typeface="Trebuchet MS"/>
              </a:rPr>
              <a:t>Programa</a:t>
            </a:r>
            <a:r>
              <a:rPr sz="16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divisão;</a:t>
            </a:r>
            <a:endParaRPr sz="1600">
              <a:latin typeface="Trebuchet MS"/>
              <a:cs typeface="Trebuchet MS"/>
            </a:endParaRPr>
          </a:p>
          <a:p>
            <a:pPr marL="583565" lvl="1" indent="-3422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AutoNum type="arabicPeriod"/>
              <a:tabLst>
                <a:tab pos="583565" algn="l"/>
              </a:tabLst>
            </a:pPr>
            <a:r>
              <a:rPr sz="1600" spc="-80" dirty="0">
                <a:solidFill>
                  <a:srgbClr val="FFFFFF"/>
                </a:solidFill>
                <a:latin typeface="Trebuchet MS"/>
                <a:cs typeface="Trebuchet MS"/>
              </a:rPr>
              <a:t>Programa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subtração.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83068" y="1996439"/>
            <a:ext cx="4192904" cy="4666615"/>
            <a:chOff x="7783068" y="1996439"/>
            <a:chExt cx="4192904" cy="46666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3068" y="1996439"/>
              <a:ext cx="2906268" cy="28514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656" y="3569208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199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199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0005" y="444245"/>
            <a:ext cx="4494530" cy="1134110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/>
          </a:p>
          <a:p>
            <a:pPr marL="1259205">
              <a:lnSpc>
                <a:spcPct val="100000"/>
              </a:lnSpc>
            </a:pPr>
            <a:r>
              <a:rPr spc="195" dirty="0"/>
              <a:t>REFERÊNCIAS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22795" y="829436"/>
            <a:ext cx="4919980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795" y="1744065"/>
            <a:ext cx="4920615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100"/>
              </a:lnSpc>
              <a:spcBef>
                <a:spcPts val="100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3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8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6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300" y="2162936"/>
            <a:ext cx="506730" cy="153670"/>
            <a:chOff x="495300" y="2162936"/>
            <a:chExt cx="506730" cy="153670"/>
          </a:xfrm>
        </p:grpSpPr>
        <p:sp>
          <p:nvSpPr>
            <p:cNvPr id="9" name="object 9"/>
            <p:cNvSpPr/>
            <p:nvPr/>
          </p:nvSpPr>
          <p:spPr>
            <a:xfrm>
              <a:off x="499872" y="2167508"/>
              <a:ext cx="497840" cy="144780"/>
            </a:xfrm>
            <a:custGeom>
              <a:avLst/>
              <a:gdLst/>
              <a:ahLst/>
              <a:cxnLst/>
              <a:rect l="l" t="t" r="r" b="b"/>
              <a:pathLst>
                <a:path w="497840" h="144780">
                  <a:moveTo>
                    <a:pt x="488911" y="100202"/>
                  </a:moveTo>
                  <a:lnTo>
                    <a:pt x="482460" y="100202"/>
                  </a:lnTo>
                  <a:lnTo>
                    <a:pt x="479958" y="101345"/>
                  </a:lnTo>
                  <a:lnTo>
                    <a:pt x="475716" y="105917"/>
                  </a:lnTo>
                  <a:lnTo>
                    <a:pt x="474649" y="108712"/>
                  </a:lnTo>
                  <a:lnTo>
                    <a:pt x="474649" y="117601"/>
                  </a:lnTo>
                  <a:lnTo>
                    <a:pt x="477735" y="121412"/>
                  </a:lnTo>
                  <a:lnTo>
                    <a:pt x="484321" y="123316"/>
                  </a:lnTo>
                  <a:lnTo>
                    <a:pt x="483877" y="123316"/>
                  </a:lnTo>
                  <a:lnTo>
                    <a:pt x="476567" y="141096"/>
                  </a:lnTo>
                  <a:lnTo>
                    <a:pt x="476567" y="144271"/>
                  </a:lnTo>
                  <a:lnTo>
                    <a:pt x="483069" y="142239"/>
                  </a:lnTo>
                  <a:lnTo>
                    <a:pt x="488175" y="138811"/>
                  </a:lnTo>
                  <a:lnTo>
                    <a:pt x="491896" y="133857"/>
                  </a:lnTo>
                  <a:lnTo>
                    <a:pt x="495604" y="129031"/>
                  </a:lnTo>
                  <a:lnTo>
                    <a:pt x="497471" y="123316"/>
                  </a:lnTo>
                  <a:lnTo>
                    <a:pt x="497471" y="112013"/>
                  </a:lnTo>
                  <a:lnTo>
                    <a:pt x="496341" y="108076"/>
                  </a:lnTo>
                  <a:lnTo>
                    <a:pt x="491807" y="101726"/>
                  </a:lnTo>
                  <a:lnTo>
                    <a:pt x="488911" y="100202"/>
                  </a:lnTo>
                  <a:close/>
                </a:path>
                <a:path w="497840" h="144780">
                  <a:moveTo>
                    <a:pt x="64477" y="888"/>
                  </a:moveTo>
                  <a:lnTo>
                    <a:pt x="52235" y="888"/>
                  </a:lnTo>
                  <a:lnTo>
                    <a:pt x="0" y="123189"/>
                  </a:lnTo>
                  <a:lnTo>
                    <a:pt x="17894" y="123189"/>
                  </a:lnTo>
                  <a:lnTo>
                    <a:pt x="33083" y="87121"/>
                  </a:lnTo>
                  <a:lnTo>
                    <a:pt x="102929" y="87121"/>
                  </a:lnTo>
                  <a:lnTo>
                    <a:pt x="96020" y="71627"/>
                  </a:lnTo>
                  <a:lnTo>
                    <a:pt x="40004" y="71627"/>
                  </a:lnTo>
                  <a:lnTo>
                    <a:pt x="58204" y="27558"/>
                  </a:lnTo>
                  <a:lnTo>
                    <a:pt x="76370" y="27558"/>
                  </a:lnTo>
                  <a:lnTo>
                    <a:pt x="64477" y="888"/>
                  </a:lnTo>
                  <a:close/>
                </a:path>
                <a:path w="497840" h="144780">
                  <a:moveTo>
                    <a:pt x="102929" y="87121"/>
                  </a:moveTo>
                  <a:lnTo>
                    <a:pt x="84975" y="87121"/>
                  </a:lnTo>
                  <a:lnTo>
                    <a:pt x="101193" y="123189"/>
                  </a:lnTo>
                  <a:lnTo>
                    <a:pt x="119011" y="123189"/>
                  </a:lnTo>
                  <a:lnTo>
                    <a:pt x="102929" y="87121"/>
                  </a:lnTo>
                  <a:close/>
                </a:path>
                <a:path w="497840" h="144780">
                  <a:moveTo>
                    <a:pt x="76370" y="27558"/>
                  </a:moveTo>
                  <a:lnTo>
                    <a:pt x="58204" y="27558"/>
                  </a:lnTo>
                  <a:lnTo>
                    <a:pt x="77825" y="71627"/>
                  </a:lnTo>
                  <a:lnTo>
                    <a:pt x="96020" y="71627"/>
                  </a:lnTo>
                  <a:lnTo>
                    <a:pt x="76370" y="27558"/>
                  </a:lnTo>
                  <a:close/>
                </a:path>
                <a:path w="497840" h="144780">
                  <a:moveTo>
                    <a:pt x="378015" y="1524"/>
                  </a:moveTo>
                  <a:lnTo>
                    <a:pt x="309067" y="1524"/>
                  </a:lnTo>
                  <a:lnTo>
                    <a:pt x="309067" y="123062"/>
                  </a:lnTo>
                  <a:lnTo>
                    <a:pt x="379666" y="123062"/>
                  </a:lnTo>
                  <a:lnTo>
                    <a:pt x="379666" y="107568"/>
                  </a:lnTo>
                  <a:lnTo>
                    <a:pt x="326478" y="107568"/>
                  </a:lnTo>
                  <a:lnTo>
                    <a:pt x="326478" y="69723"/>
                  </a:lnTo>
                  <a:lnTo>
                    <a:pt x="376275" y="69723"/>
                  </a:lnTo>
                  <a:lnTo>
                    <a:pt x="376275" y="54101"/>
                  </a:lnTo>
                  <a:lnTo>
                    <a:pt x="326478" y="54101"/>
                  </a:lnTo>
                  <a:lnTo>
                    <a:pt x="326478" y="17017"/>
                  </a:lnTo>
                  <a:lnTo>
                    <a:pt x="378015" y="17017"/>
                  </a:lnTo>
                  <a:lnTo>
                    <a:pt x="378015" y="1524"/>
                  </a:lnTo>
                  <a:close/>
                </a:path>
                <a:path w="497840" h="144780">
                  <a:moveTo>
                    <a:pt x="204978" y="1524"/>
                  </a:moveTo>
                  <a:lnTo>
                    <a:pt x="187451" y="1524"/>
                  </a:lnTo>
                  <a:lnTo>
                    <a:pt x="239864" y="123698"/>
                  </a:lnTo>
                  <a:lnTo>
                    <a:pt x="243814" y="123698"/>
                  </a:lnTo>
                  <a:lnTo>
                    <a:pt x="259262" y="86994"/>
                  </a:lnTo>
                  <a:lnTo>
                    <a:pt x="241554" y="86994"/>
                  </a:lnTo>
                  <a:lnTo>
                    <a:pt x="204978" y="1524"/>
                  </a:lnTo>
                  <a:close/>
                </a:path>
                <a:path w="497840" h="144780">
                  <a:moveTo>
                    <a:pt x="149694" y="1524"/>
                  </a:moveTo>
                  <a:lnTo>
                    <a:pt x="132283" y="1524"/>
                  </a:lnTo>
                  <a:lnTo>
                    <a:pt x="132283" y="123189"/>
                  </a:lnTo>
                  <a:lnTo>
                    <a:pt x="204457" y="123189"/>
                  </a:lnTo>
                  <a:lnTo>
                    <a:pt x="204457" y="107314"/>
                  </a:lnTo>
                  <a:lnTo>
                    <a:pt x="149694" y="107314"/>
                  </a:lnTo>
                  <a:lnTo>
                    <a:pt x="149694" y="1524"/>
                  </a:lnTo>
                  <a:close/>
                </a:path>
                <a:path w="497840" h="144780">
                  <a:moveTo>
                    <a:pt x="295236" y="1524"/>
                  </a:moveTo>
                  <a:lnTo>
                    <a:pt x="277888" y="1524"/>
                  </a:lnTo>
                  <a:lnTo>
                    <a:pt x="241554" y="86994"/>
                  </a:lnTo>
                  <a:lnTo>
                    <a:pt x="259262" y="86994"/>
                  </a:lnTo>
                  <a:lnTo>
                    <a:pt x="295236" y="1524"/>
                  </a:lnTo>
                  <a:close/>
                </a:path>
                <a:path w="497840" h="144780">
                  <a:moveTo>
                    <a:pt x="393407" y="91439"/>
                  </a:moveTo>
                  <a:lnTo>
                    <a:pt x="393407" y="113537"/>
                  </a:lnTo>
                  <a:lnTo>
                    <a:pt x="401009" y="118371"/>
                  </a:lnTo>
                  <a:lnTo>
                    <a:pt x="409011" y="121824"/>
                  </a:lnTo>
                  <a:lnTo>
                    <a:pt x="417899" y="124015"/>
                  </a:lnTo>
                  <a:lnTo>
                    <a:pt x="418934" y="124015"/>
                  </a:lnTo>
                  <a:lnTo>
                    <a:pt x="426224" y="124587"/>
                  </a:lnTo>
                  <a:lnTo>
                    <a:pt x="456700" y="109219"/>
                  </a:lnTo>
                  <a:lnTo>
                    <a:pt x="426059" y="109219"/>
                  </a:lnTo>
                  <a:lnTo>
                    <a:pt x="417060" y="108120"/>
                  </a:lnTo>
                  <a:lnTo>
                    <a:pt x="408619" y="104806"/>
                  </a:lnTo>
                  <a:lnTo>
                    <a:pt x="400735" y="99254"/>
                  </a:lnTo>
                  <a:lnTo>
                    <a:pt x="393407" y="91439"/>
                  </a:lnTo>
                  <a:close/>
                </a:path>
                <a:path w="497840" h="144780">
                  <a:moveTo>
                    <a:pt x="428752" y="0"/>
                  </a:moveTo>
                  <a:lnTo>
                    <a:pt x="393104" y="22225"/>
                  </a:lnTo>
                  <a:lnTo>
                    <a:pt x="392887" y="22800"/>
                  </a:lnTo>
                  <a:lnTo>
                    <a:pt x="392887" y="38735"/>
                  </a:lnTo>
                  <a:lnTo>
                    <a:pt x="429094" y="72262"/>
                  </a:lnTo>
                  <a:lnTo>
                    <a:pt x="436105" y="77289"/>
                  </a:lnTo>
                  <a:lnTo>
                    <a:pt x="441113" y="82470"/>
                  </a:lnTo>
                  <a:lnTo>
                    <a:pt x="444119" y="87818"/>
                  </a:lnTo>
                  <a:lnTo>
                    <a:pt x="445122" y="93344"/>
                  </a:lnTo>
                  <a:lnTo>
                    <a:pt x="445122" y="97916"/>
                  </a:lnTo>
                  <a:lnTo>
                    <a:pt x="443306" y="101726"/>
                  </a:lnTo>
                  <a:lnTo>
                    <a:pt x="439634" y="104806"/>
                  </a:lnTo>
                  <a:lnTo>
                    <a:pt x="436054" y="107695"/>
                  </a:lnTo>
                  <a:lnTo>
                    <a:pt x="431507" y="109219"/>
                  </a:lnTo>
                  <a:lnTo>
                    <a:pt x="456700" y="109219"/>
                  </a:lnTo>
                  <a:lnTo>
                    <a:pt x="459043" y="104949"/>
                  </a:lnTo>
                  <a:lnTo>
                    <a:pt x="460880" y="98673"/>
                  </a:lnTo>
                  <a:lnTo>
                    <a:pt x="461492" y="91693"/>
                  </a:lnTo>
                  <a:lnTo>
                    <a:pt x="460188" y="82470"/>
                  </a:lnTo>
                  <a:lnTo>
                    <a:pt x="460101" y="81861"/>
                  </a:lnTo>
                  <a:lnTo>
                    <a:pt x="455930" y="72945"/>
                  </a:lnTo>
                  <a:lnTo>
                    <a:pt x="448976" y="64958"/>
                  </a:lnTo>
                  <a:lnTo>
                    <a:pt x="439242" y="57912"/>
                  </a:lnTo>
                  <a:lnTo>
                    <a:pt x="419963" y="46481"/>
                  </a:lnTo>
                  <a:lnTo>
                    <a:pt x="415632" y="43179"/>
                  </a:lnTo>
                  <a:lnTo>
                    <a:pt x="410248" y="36829"/>
                  </a:lnTo>
                  <a:lnTo>
                    <a:pt x="408901" y="33400"/>
                  </a:lnTo>
                  <a:lnTo>
                    <a:pt x="408901" y="25653"/>
                  </a:lnTo>
                  <a:lnTo>
                    <a:pt x="410730" y="22225"/>
                  </a:lnTo>
                  <a:lnTo>
                    <a:pt x="414388" y="19685"/>
                  </a:lnTo>
                  <a:lnTo>
                    <a:pt x="418045" y="17017"/>
                  </a:lnTo>
                  <a:lnTo>
                    <a:pt x="422719" y="15620"/>
                  </a:lnTo>
                  <a:lnTo>
                    <a:pt x="456704" y="15620"/>
                  </a:lnTo>
                  <a:lnTo>
                    <a:pt x="456704" y="8508"/>
                  </a:lnTo>
                  <a:lnTo>
                    <a:pt x="450186" y="4822"/>
                  </a:lnTo>
                  <a:lnTo>
                    <a:pt x="443642" y="2270"/>
                  </a:lnTo>
                  <a:lnTo>
                    <a:pt x="443848" y="2270"/>
                  </a:lnTo>
                  <a:lnTo>
                    <a:pt x="436326" y="569"/>
                  </a:lnTo>
                  <a:lnTo>
                    <a:pt x="436566" y="569"/>
                  </a:lnTo>
                  <a:lnTo>
                    <a:pt x="428752" y="0"/>
                  </a:lnTo>
                  <a:close/>
                </a:path>
                <a:path w="497840" h="144780">
                  <a:moveTo>
                    <a:pt x="456704" y="15620"/>
                  </a:moveTo>
                  <a:lnTo>
                    <a:pt x="428409" y="15620"/>
                  </a:lnTo>
                  <a:lnTo>
                    <a:pt x="435857" y="16426"/>
                  </a:lnTo>
                  <a:lnTo>
                    <a:pt x="443056" y="18827"/>
                  </a:lnTo>
                  <a:lnTo>
                    <a:pt x="450006" y="22800"/>
                  </a:lnTo>
                  <a:lnTo>
                    <a:pt x="456704" y="28320"/>
                  </a:lnTo>
                  <a:lnTo>
                    <a:pt x="456704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2162936"/>
              <a:ext cx="506615" cy="1534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9847" y="2164460"/>
            <a:ext cx="556895" cy="132715"/>
            <a:chOff x="1069847" y="2164460"/>
            <a:chExt cx="556895" cy="132715"/>
          </a:xfrm>
        </p:grpSpPr>
        <p:sp>
          <p:nvSpPr>
            <p:cNvPr id="12" name="object 12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404114" y="54990"/>
                  </a:moveTo>
                  <a:lnTo>
                    <a:pt x="385698" y="54990"/>
                  </a:lnTo>
                  <a:lnTo>
                    <a:pt x="390398" y="59689"/>
                  </a:lnTo>
                  <a:lnTo>
                    <a:pt x="390398" y="73532"/>
                  </a:lnTo>
                  <a:lnTo>
                    <a:pt x="363474" y="82803"/>
                  </a:lnTo>
                  <a:lnTo>
                    <a:pt x="358152" y="86105"/>
                  </a:lnTo>
                  <a:lnTo>
                    <a:pt x="351028" y="93979"/>
                  </a:lnTo>
                  <a:lnTo>
                    <a:pt x="349250" y="98425"/>
                  </a:lnTo>
                  <a:lnTo>
                    <a:pt x="349250" y="109092"/>
                  </a:lnTo>
                  <a:lnTo>
                    <a:pt x="351028" y="113664"/>
                  </a:lnTo>
                  <a:lnTo>
                    <a:pt x="354838" y="117347"/>
                  </a:lnTo>
                  <a:lnTo>
                    <a:pt x="358521" y="121030"/>
                  </a:lnTo>
                  <a:lnTo>
                    <a:pt x="363397" y="123062"/>
                  </a:lnTo>
                  <a:lnTo>
                    <a:pt x="375956" y="123062"/>
                  </a:lnTo>
                  <a:lnTo>
                    <a:pt x="383195" y="120395"/>
                  </a:lnTo>
                  <a:lnTo>
                    <a:pt x="383375" y="120395"/>
                  </a:lnTo>
                  <a:lnTo>
                    <a:pt x="390271" y="115062"/>
                  </a:lnTo>
                  <a:lnTo>
                    <a:pt x="417703" y="115062"/>
                  </a:lnTo>
                  <a:lnTo>
                    <a:pt x="417703" y="112013"/>
                  </a:lnTo>
                  <a:lnTo>
                    <a:pt x="372999" y="112013"/>
                  </a:lnTo>
                  <a:lnTo>
                    <a:pt x="370205" y="110997"/>
                  </a:lnTo>
                  <a:lnTo>
                    <a:pt x="368173" y="108838"/>
                  </a:lnTo>
                  <a:lnTo>
                    <a:pt x="366014" y="106806"/>
                  </a:lnTo>
                  <a:lnTo>
                    <a:pt x="364998" y="104139"/>
                  </a:lnTo>
                  <a:lnTo>
                    <a:pt x="364998" y="97536"/>
                  </a:lnTo>
                  <a:lnTo>
                    <a:pt x="390398" y="82041"/>
                  </a:lnTo>
                  <a:lnTo>
                    <a:pt x="406019" y="82041"/>
                  </a:lnTo>
                  <a:lnTo>
                    <a:pt x="406019" y="66801"/>
                  </a:lnTo>
                  <a:lnTo>
                    <a:pt x="405772" y="62364"/>
                  </a:lnTo>
                  <a:lnTo>
                    <a:pt x="405765" y="62229"/>
                  </a:lnTo>
                  <a:lnTo>
                    <a:pt x="405128" y="58197"/>
                  </a:lnTo>
                  <a:lnTo>
                    <a:pt x="405003" y="57403"/>
                  </a:lnTo>
                  <a:lnTo>
                    <a:pt x="404114" y="54990"/>
                  </a:lnTo>
                  <a:close/>
                </a:path>
                <a:path w="548005" h="123189">
                  <a:moveTo>
                    <a:pt x="417703" y="115062"/>
                  </a:moveTo>
                  <a:lnTo>
                    <a:pt x="390271" y="115062"/>
                  </a:lnTo>
                  <a:lnTo>
                    <a:pt x="391414" y="120395"/>
                  </a:lnTo>
                  <a:lnTo>
                    <a:pt x="395478" y="123062"/>
                  </a:lnTo>
                  <a:lnTo>
                    <a:pt x="404622" y="123062"/>
                  </a:lnTo>
                  <a:lnTo>
                    <a:pt x="406908" y="122681"/>
                  </a:lnTo>
                  <a:lnTo>
                    <a:pt x="409067" y="121792"/>
                  </a:lnTo>
                  <a:lnTo>
                    <a:pt x="411226" y="121030"/>
                  </a:lnTo>
                  <a:lnTo>
                    <a:pt x="414147" y="119379"/>
                  </a:lnTo>
                  <a:lnTo>
                    <a:pt x="417703" y="117093"/>
                  </a:lnTo>
                  <a:lnTo>
                    <a:pt x="417703" y="115062"/>
                  </a:lnTo>
                  <a:close/>
                </a:path>
                <a:path w="548005" h="123189">
                  <a:moveTo>
                    <a:pt x="406019" y="82041"/>
                  </a:moveTo>
                  <a:lnTo>
                    <a:pt x="390398" y="82041"/>
                  </a:lnTo>
                  <a:lnTo>
                    <a:pt x="390398" y="105790"/>
                  </a:lnTo>
                  <a:lnTo>
                    <a:pt x="386080" y="109981"/>
                  </a:lnTo>
                  <a:lnTo>
                    <a:pt x="381381" y="112013"/>
                  </a:lnTo>
                  <a:lnTo>
                    <a:pt x="417703" y="112013"/>
                  </a:lnTo>
                  <a:lnTo>
                    <a:pt x="417703" y="111632"/>
                  </a:lnTo>
                  <a:lnTo>
                    <a:pt x="406908" y="111632"/>
                  </a:lnTo>
                  <a:lnTo>
                    <a:pt x="406019" y="110362"/>
                  </a:lnTo>
                  <a:lnTo>
                    <a:pt x="406019" y="82041"/>
                  </a:lnTo>
                  <a:close/>
                </a:path>
                <a:path w="548005" h="123189">
                  <a:moveTo>
                    <a:pt x="417703" y="107441"/>
                  </a:moveTo>
                  <a:lnTo>
                    <a:pt x="414008" y="109981"/>
                  </a:lnTo>
                  <a:lnTo>
                    <a:pt x="413373" y="110362"/>
                  </a:lnTo>
                  <a:lnTo>
                    <a:pt x="410718" y="111632"/>
                  </a:lnTo>
                  <a:lnTo>
                    <a:pt x="417703" y="111632"/>
                  </a:lnTo>
                  <a:lnTo>
                    <a:pt x="417703" y="107441"/>
                  </a:lnTo>
                  <a:close/>
                </a:path>
                <a:path w="548005" h="123189">
                  <a:moveTo>
                    <a:pt x="385953" y="40004"/>
                  </a:moveTo>
                  <a:lnTo>
                    <a:pt x="377190" y="40004"/>
                  </a:lnTo>
                  <a:lnTo>
                    <a:pt x="369042" y="40693"/>
                  </a:lnTo>
                  <a:lnTo>
                    <a:pt x="361918" y="42751"/>
                  </a:lnTo>
                  <a:lnTo>
                    <a:pt x="355794" y="46166"/>
                  </a:lnTo>
                  <a:lnTo>
                    <a:pt x="350647" y="50926"/>
                  </a:lnTo>
                  <a:lnTo>
                    <a:pt x="350647" y="68199"/>
                  </a:lnTo>
                  <a:lnTo>
                    <a:pt x="356864" y="62364"/>
                  </a:lnTo>
                  <a:lnTo>
                    <a:pt x="363140" y="58197"/>
                  </a:lnTo>
                  <a:lnTo>
                    <a:pt x="369488" y="55697"/>
                  </a:lnTo>
                  <a:lnTo>
                    <a:pt x="374939" y="54990"/>
                  </a:lnTo>
                  <a:lnTo>
                    <a:pt x="404114" y="54990"/>
                  </a:lnTo>
                  <a:lnTo>
                    <a:pt x="401320" y="50164"/>
                  </a:lnTo>
                  <a:lnTo>
                    <a:pt x="399796" y="48259"/>
                  </a:lnTo>
                  <a:lnTo>
                    <a:pt x="398018" y="46862"/>
                  </a:lnTo>
                  <a:lnTo>
                    <a:pt x="392811" y="42290"/>
                  </a:lnTo>
                  <a:lnTo>
                    <a:pt x="385953" y="40004"/>
                  </a:lnTo>
                  <a:close/>
                </a:path>
                <a:path w="548005" h="123189">
                  <a:moveTo>
                    <a:pt x="332232" y="41528"/>
                  </a:moveTo>
                  <a:lnTo>
                    <a:pt x="316357" y="41528"/>
                  </a:lnTo>
                  <a:lnTo>
                    <a:pt x="316357" y="121665"/>
                  </a:lnTo>
                  <a:lnTo>
                    <a:pt x="332232" y="121665"/>
                  </a:lnTo>
                  <a:lnTo>
                    <a:pt x="332232" y="41528"/>
                  </a:lnTo>
                  <a:close/>
                </a:path>
                <a:path w="548005" h="123189">
                  <a:moveTo>
                    <a:pt x="213360" y="41528"/>
                  </a:moveTo>
                  <a:lnTo>
                    <a:pt x="197485" y="41528"/>
                  </a:lnTo>
                  <a:lnTo>
                    <a:pt x="197485" y="121665"/>
                  </a:lnTo>
                  <a:lnTo>
                    <a:pt x="213360" y="121665"/>
                  </a:lnTo>
                  <a:lnTo>
                    <a:pt x="213360" y="41528"/>
                  </a:lnTo>
                  <a:close/>
                </a:path>
                <a:path w="548005" h="123189">
                  <a:moveTo>
                    <a:pt x="447040" y="41528"/>
                  </a:moveTo>
                  <a:lnTo>
                    <a:pt x="431165" y="41528"/>
                  </a:lnTo>
                  <a:lnTo>
                    <a:pt x="431165" y="121665"/>
                  </a:lnTo>
                  <a:lnTo>
                    <a:pt x="447040" y="121665"/>
                  </a:lnTo>
                  <a:lnTo>
                    <a:pt x="447040" y="63500"/>
                  </a:lnTo>
                  <a:lnTo>
                    <a:pt x="450596" y="59689"/>
                  </a:lnTo>
                  <a:lnTo>
                    <a:pt x="453644" y="57022"/>
                  </a:lnTo>
                  <a:lnTo>
                    <a:pt x="459232" y="53975"/>
                  </a:lnTo>
                  <a:lnTo>
                    <a:pt x="462240" y="53222"/>
                  </a:lnTo>
                  <a:lnTo>
                    <a:pt x="493364" y="53222"/>
                  </a:lnTo>
                  <a:lnTo>
                    <a:pt x="492524" y="52069"/>
                  </a:lnTo>
                  <a:lnTo>
                    <a:pt x="447040" y="52069"/>
                  </a:lnTo>
                  <a:lnTo>
                    <a:pt x="447040" y="41528"/>
                  </a:lnTo>
                  <a:close/>
                </a:path>
                <a:path w="548005" h="123189">
                  <a:moveTo>
                    <a:pt x="493364" y="53222"/>
                  </a:moveTo>
                  <a:lnTo>
                    <a:pt x="471447" y="53222"/>
                  </a:lnTo>
                  <a:lnTo>
                    <a:pt x="475615" y="54990"/>
                  </a:lnTo>
                  <a:lnTo>
                    <a:pt x="478028" y="58546"/>
                  </a:lnTo>
                  <a:lnTo>
                    <a:pt x="480314" y="61975"/>
                  </a:lnTo>
                  <a:lnTo>
                    <a:pt x="481584" y="68199"/>
                  </a:lnTo>
                  <a:lnTo>
                    <a:pt x="481584" y="121665"/>
                  </a:lnTo>
                  <a:lnTo>
                    <a:pt x="497459" y="121665"/>
                  </a:lnTo>
                  <a:lnTo>
                    <a:pt x="497459" y="63500"/>
                  </a:lnTo>
                  <a:lnTo>
                    <a:pt x="503064" y="57022"/>
                  </a:lnTo>
                  <a:lnTo>
                    <a:pt x="505987" y="55371"/>
                  </a:lnTo>
                  <a:lnTo>
                    <a:pt x="507628" y="54482"/>
                  </a:lnTo>
                  <a:lnTo>
                    <a:pt x="494284" y="54482"/>
                  </a:lnTo>
                  <a:lnTo>
                    <a:pt x="493364" y="53222"/>
                  </a:lnTo>
                  <a:close/>
                </a:path>
                <a:path w="548005" h="123189">
                  <a:moveTo>
                    <a:pt x="543486" y="53593"/>
                  </a:moveTo>
                  <a:lnTo>
                    <a:pt x="520954" y="53593"/>
                  </a:lnTo>
                  <a:lnTo>
                    <a:pt x="524891" y="55371"/>
                  </a:lnTo>
                  <a:lnTo>
                    <a:pt x="527685" y="58927"/>
                  </a:lnTo>
                  <a:lnTo>
                    <a:pt x="530352" y="62483"/>
                  </a:lnTo>
                  <a:lnTo>
                    <a:pt x="531749" y="67563"/>
                  </a:lnTo>
                  <a:lnTo>
                    <a:pt x="531749" y="121665"/>
                  </a:lnTo>
                  <a:lnTo>
                    <a:pt x="547624" y="121665"/>
                  </a:lnTo>
                  <a:lnTo>
                    <a:pt x="547624" y="74421"/>
                  </a:lnTo>
                  <a:lnTo>
                    <a:pt x="547262" y="68199"/>
                  </a:lnTo>
                  <a:lnTo>
                    <a:pt x="547147" y="66228"/>
                  </a:lnTo>
                  <a:lnTo>
                    <a:pt x="545824" y="59689"/>
                  </a:lnTo>
                  <a:lnTo>
                    <a:pt x="545719" y="59166"/>
                  </a:lnTo>
                  <a:lnTo>
                    <a:pt x="543486" y="53593"/>
                  </a:lnTo>
                  <a:close/>
                </a:path>
                <a:path w="548005" h="123189">
                  <a:moveTo>
                    <a:pt x="528868" y="40004"/>
                  </a:moveTo>
                  <a:lnTo>
                    <a:pt x="519866" y="40004"/>
                  </a:lnTo>
                  <a:lnTo>
                    <a:pt x="513019" y="40909"/>
                  </a:lnTo>
                  <a:lnTo>
                    <a:pt x="513658" y="40909"/>
                  </a:lnTo>
                  <a:lnTo>
                    <a:pt x="508438" y="43037"/>
                  </a:lnTo>
                  <a:lnTo>
                    <a:pt x="507110" y="43624"/>
                  </a:lnTo>
                  <a:lnTo>
                    <a:pt x="502535" y="46809"/>
                  </a:lnTo>
                  <a:lnTo>
                    <a:pt x="500643" y="48148"/>
                  </a:lnTo>
                  <a:lnTo>
                    <a:pt x="494284" y="54482"/>
                  </a:lnTo>
                  <a:lnTo>
                    <a:pt x="507628" y="54482"/>
                  </a:lnTo>
                  <a:lnTo>
                    <a:pt x="509270" y="53593"/>
                  </a:lnTo>
                  <a:lnTo>
                    <a:pt x="543486" y="53593"/>
                  </a:lnTo>
                  <a:lnTo>
                    <a:pt x="543337" y="53222"/>
                  </a:lnTo>
                  <a:lnTo>
                    <a:pt x="540004" y="48387"/>
                  </a:lnTo>
                  <a:lnTo>
                    <a:pt x="535051" y="42671"/>
                  </a:lnTo>
                  <a:lnTo>
                    <a:pt x="528868" y="40004"/>
                  </a:lnTo>
                  <a:close/>
                </a:path>
                <a:path w="548005" h="123189">
                  <a:moveTo>
                    <a:pt x="470662" y="40004"/>
                  </a:moveTo>
                  <a:lnTo>
                    <a:pt x="463715" y="40909"/>
                  </a:lnTo>
                  <a:lnTo>
                    <a:pt x="464452" y="40909"/>
                  </a:lnTo>
                  <a:lnTo>
                    <a:pt x="458946" y="43037"/>
                  </a:lnTo>
                  <a:lnTo>
                    <a:pt x="453016" y="46809"/>
                  </a:lnTo>
                  <a:lnTo>
                    <a:pt x="447040" y="52069"/>
                  </a:lnTo>
                  <a:lnTo>
                    <a:pt x="492524" y="52069"/>
                  </a:lnTo>
                  <a:lnTo>
                    <a:pt x="489664" y="48148"/>
                  </a:lnTo>
                  <a:lnTo>
                    <a:pt x="484187" y="43624"/>
                  </a:lnTo>
                  <a:lnTo>
                    <a:pt x="477853" y="40909"/>
                  </a:lnTo>
                  <a:lnTo>
                    <a:pt x="470662" y="40004"/>
                  </a:lnTo>
                  <a:close/>
                </a:path>
                <a:path w="548005" h="123189">
                  <a:moveTo>
                    <a:pt x="326771" y="7874"/>
                  </a:moveTo>
                  <a:lnTo>
                    <a:pt x="321818" y="7874"/>
                  </a:lnTo>
                  <a:lnTo>
                    <a:pt x="319659" y="8889"/>
                  </a:lnTo>
                  <a:lnTo>
                    <a:pt x="317754" y="10667"/>
                  </a:lnTo>
                  <a:lnTo>
                    <a:pt x="315849" y="12572"/>
                  </a:lnTo>
                  <a:lnTo>
                    <a:pt x="314960" y="14731"/>
                  </a:lnTo>
                  <a:lnTo>
                    <a:pt x="315012" y="19812"/>
                  </a:lnTo>
                  <a:lnTo>
                    <a:pt x="315975" y="21970"/>
                  </a:lnTo>
                  <a:lnTo>
                    <a:pt x="319659" y="25653"/>
                  </a:lnTo>
                  <a:lnTo>
                    <a:pt x="321818" y="26669"/>
                  </a:lnTo>
                  <a:lnTo>
                    <a:pt x="326771" y="26669"/>
                  </a:lnTo>
                  <a:lnTo>
                    <a:pt x="329057" y="25653"/>
                  </a:lnTo>
                  <a:lnTo>
                    <a:pt x="330962" y="23875"/>
                  </a:lnTo>
                  <a:lnTo>
                    <a:pt x="332740" y="21970"/>
                  </a:lnTo>
                  <a:lnTo>
                    <a:pt x="333756" y="19812"/>
                  </a:lnTo>
                  <a:lnTo>
                    <a:pt x="333756" y="14731"/>
                  </a:lnTo>
                  <a:lnTo>
                    <a:pt x="332799" y="12572"/>
                  </a:lnTo>
                  <a:lnTo>
                    <a:pt x="331080" y="10667"/>
                  </a:lnTo>
                  <a:lnTo>
                    <a:pt x="329193" y="8889"/>
                  </a:lnTo>
                  <a:lnTo>
                    <a:pt x="329383" y="8889"/>
                  </a:lnTo>
                  <a:lnTo>
                    <a:pt x="326771" y="7874"/>
                  </a:lnTo>
                  <a:close/>
                </a:path>
                <a:path w="548005" h="123189">
                  <a:moveTo>
                    <a:pt x="207899" y="7874"/>
                  </a:moveTo>
                  <a:lnTo>
                    <a:pt x="202946" y="7874"/>
                  </a:lnTo>
                  <a:lnTo>
                    <a:pt x="200787" y="8889"/>
                  </a:lnTo>
                  <a:lnTo>
                    <a:pt x="198882" y="10667"/>
                  </a:lnTo>
                  <a:lnTo>
                    <a:pt x="196977" y="12572"/>
                  </a:lnTo>
                  <a:lnTo>
                    <a:pt x="196088" y="14731"/>
                  </a:lnTo>
                  <a:lnTo>
                    <a:pt x="196140" y="19812"/>
                  </a:lnTo>
                  <a:lnTo>
                    <a:pt x="197103" y="21970"/>
                  </a:lnTo>
                  <a:lnTo>
                    <a:pt x="200787" y="25653"/>
                  </a:lnTo>
                  <a:lnTo>
                    <a:pt x="202946" y="26669"/>
                  </a:lnTo>
                  <a:lnTo>
                    <a:pt x="207899" y="26669"/>
                  </a:lnTo>
                  <a:lnTo>
                    <a:pt x="210185" y="25653"/>
                  </a:lnTo>
                  <a:lnTo>
                    <a:pt x="212090" y="23875"/>
                  </a:lnTo>
                  <a:lnTo>
                    <a:pt x="213868" y="21970"/>
                  </a:lnTo>
                  <a:lnTo>
                    <a:pt x="214884" y="19812"/>
                  </a:lnTo>
                  <a:lnTo>
                    <a:pt x="214884" y="14731"/>
                  </a:lnTo>
                  <a:lnTo>
                    <a:pt x="213927" y="12572"/>
                  </a:lnTo>
                  <a:lnTo>
                    <a:pt x="212208" y="10667"/>
                  </a:lnTo>
                  <a:lnTo>
                    <a:pt x="210321" y="8889"/>
                  </a:lnTo>
                  <a:lnTo>
                    <a:pt x="210511" y="8889"/>
                  </a:lnTo>
                  <a:lnTo>
                    <a:pt x="207899" y="7874"/>
                  </a:lnTo>
                  <a:close/>
                </a:path>
                <a:path w="548005" h="123189">
                  <a:moveTo>
                    <a:pt x="292608" y="0"/>
                  </a:moveTo>
                  <a:lnTo>
                    <a:pt x="276733" y="0"/>
                  </a:lnTo>
                  <a:lnTo>
                    <a:pt x="276733" y="121665"/>
                  </a:lnTo>
                  <a:lnTo>
                    <a:pt x="292608" y="121665"/>
                  </a:lnTo>
                  <a:lnTo>
                    <a:pt x="292608" y="0"/>
                  </a:lnTo>
                  <a:close/>
                </a:path>
                <a:path w="548005" h="123189">
                  <a:moveTo>
                    <a:pt x="252984" y="0"/>
                  </a:moveTo>
                  <a:lnTo>
                    <a:pt x="237109" y="0"/>
                  </a:lnTo>
                  <a:lnTo>
                    <a:pt x="237109" y="121665"/>
                  </a:lnTo>
                  <a:lnTo>
                    <a:pt x="252984" y="121665"/>
                  </a:lnTo>
                  <a:lnTo>
                    <a:pt x="252984" y="0"/>
                  </a:lnTo>
                  <a:close/>
                </a:path>
                <a:path w="548005" h="123189">
                  <a:moveTo>
                    <a:pt x="17538" y="0"/>
                  </a:moveTo>
                  <a:lnTo>
                    <a:pt x="0" y="0"/>
                  </a:lnTo>
                  <a:lnTo>
                    <a:pt x="49021" y="122174"/>
                  </a:lnTo>
                  <a:lnTo>
                    <a:pt x="52755" y="122174"/>
                  </a:lnTo>
                  <a:lnTo>
                    <a:pt x="68282" y="83946"/>
                  </a:lnTo>
                  <a:lnTo>
                    <a:pt x="51066" y="83946"/>
                  </a:lnTo>
                  <a:lnTo>
                    <a:pt x="17538" y="0"/>
                  </a:lnTo>
                  <a:close/>
                </a:path>
                <a:path w="548005" h="123189">
                  <a:moveTo>
                    <a:pt x="110654" y="23240"/>
                  </a:moveTo>
                  <a:lnTo>
                    <a:pt x="92938" y="23240"/>
                  </a:lnTo>
                  <a:lnTo>
                    <a:pt x="132702" y="122174"/>
                  </a:lnTo>
                  <a:lnTo>
                    <a:pt x="136537" y="122174"/>
                  </a:lnTo>
                  <a:lnTo>
                    <a:pt x="151919" y="83946"/>
                  </a:lnTo>
                  <a:lnTo>
                    <a:pt x="135166" y="83946"/>
                  </a:lnTo>
                  <a:lnTo>
                    <a:pt x="110654" y="23240"/>
                  </a:lnTo>
                  <a:close/>
                </a:path>
                <a:path w="548005" h="123189">
                  <a:moveTo>
                    <a:pt x="101269" y="0"/>
                  </a:moveTo>
                  <a:lnTo>
                    <a:pt x="84797" y="0"/>
                  </a:lnTo>
                  <a:lnTo>
                    <a:pt x="51066" y="83946"/>
                  </a:lnTo>
                  <a:lnTo>
                    <a:pt x="68282" y="83946"/>
                  </a:lnTo>
                  <a:lnTo>
                    <a:pt x="92938" y="23240"/>
                  </a:lnTo>
                  <a:lnTo>
                    <a:pt x="110654" y="23240"/>
                  </a:lnTo>
                  <a:lnTo>
                    <a:pt x="101269" y="0"/>
                  </a:lnTo>
                  <a:close/>
                </a:path>
                <a:path w="548005" h="123189">
                  <a:moveTo>
                    <a:pt x="185699" y="0"/>
                  </a:moveTo>
                  <a:lnTo>
                    <a:pt x="168338" y="0"/>
                  </a:lnTo>
                  <a:lnTo>
                    <a:pt x="135166" y="83946"/>
                  </a:lnTo>
                  <a:lnTo>
                    <a:pt x="151919" y="83946"/>
                  </a:lnTo>
                  <a:lnTo>
                    <a:pt x="185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390398" y="82041"/>
                  </a:moveTo>
                  <a:lnTo>
                    <a:pt x="364998" y="97536"/>
                  </a:lnTo>
                  <a:lnTo>
                    <a:pt x="364998" y="100837"/>
                  </a:lnTo>
                  <a:lnTo>
                    <a:pt x="364998" y="104139"/>
                  </a:lnTo>
                  <a:lnTo>
                    <a:pt x="366014" y="106806"/>
                  </a:lnTo>
                  <a:lnTo>
                    <a:pt x="368173" y="108838"/>
                  </a:lnTo>
                  <a:lnTo>
                    <a:pt x="370205" y="110997"/>
                  </a:lnTo>
                  <a:lnTo>
                    <a:pt x="372999" y="112013"/>
                  </a:lnTo>
                  <a:lnTo>
                    <a:pt x="376428" y="112013"/>
                  </a:lnTo>
                  <a:lnTo>
                    <a:pt x="381381" y="112013"/>
                  </a:lnTo>
                  <a:lnTo>
                    <a:pt x="386080" y="109981"/>
                  </a:lnTo>
                  <a:lnTo>
                    <a:pt x="390398" y="105790"/>
                  </a:lnTo>
                  <a:lnTo>
                    <a:pt x="390398" y="82041"/>
                  </a:lnTo>
                  <a:close/>
                </a:path>
                <a:path w="548005" h="123189">
                  <a:moveTo>
                    <a:pt x="316357" y="41528"/>
                  </a:moveTo>
                  <a:lnTo>
                    <a:pt x="332232" y="41528"/>
                  </a:lnTo>
                  <a:lnTo>
                    <a:pt x="332232" y="121665"/>
                  </a:lnTo>
                  <a:lnTo>
                    <a:pt x="316357" y="121665"/>
                  </a:lnTo>
                  <a:lnTo>
                    <a:pt x="316357" y="41528"/>
                  </a:lnTo>
                  <a:close/>
                </a:path>
                <a:path w="548005" h="123189">
                  <a:moveTo>
                    <a:pt x="197485" y="41528"/>
                  </a:moveTo>
                  <a:lnTo>
                    <a:pt x="213360" y="41528"/>
                  </a:lnTo>
                  <a:lnTo>
                    <a:pt x="213360" y="121665"/>
                  </a:lnTo>
                  <a:lnTo>
                    <a:pt x="197485" y="121665"/>
                  </a:lnTo>
                  <a:lnTo>
                    <a:pt x="197485" y="41528"/>
                  </a:lnTo>
                  <a:close/>
                </a:path>
                <a:path w="548005" h="123189">
                  <a:moveTo>
                    <a:pt x="377190" y="40004"/>
                  </a:moveTo>
                  <a:lnTo>
                    <a:pt x="385953" y="40004"/>
                  </a:lnTo>
                  <a:lnTo>
                    <a:pt x="392811" y="42290"/>
                  </a:lnTo>
                  <a:lnTo>
                    <a:pt x="398018" y="46862"/>
                  </a:lnTo>
                  <a:lnTo>
                    <a:pt x="399796" y="48259"/>
                  </a:lnTo>
                  <a:lnTo>
                    <a:pt x="401320" y="50164"/>
                  </a:lnTo>
                  <a:lnTo>
                    <a:pt x="402717" y="52577"/>
                  </a:lnTo>
                  <a:lnTo>
                    <a:pt x="404114" y="54990"/>
                  </a:lnTo>
                  <a:lnTo>
                    <a:pt x="405003" y="57403"/>
                  </a:lnTo>
                  <a:lnTo>
                    <a:pt x="405384" y="59816"/>
                  </a:lnTo>
                  <a:lnTo>
                    <a:pt x="405765" y="62229"/>
                  </a:lnTo>
                  <a:lnTo>
                    <a:pt x="406019" y="66801"/>
                  </a:lnTo>
                  <a:lnTo>
                    <a:pt x="406019" y="73532"/>
                  </a:lnTo>
                  <a:lnTo>
                    <a:pt x="406019" y="107568"/>
                  </a:lnTo>
                  <a:lnTo>
                    <a:pt x="406019" y="110362"/>
                  </a:lnTo>
                  <a:lnTo>
                    <a:pt x="406908" y="111632"/>
                  </a:lnTo>
                  <a:lnTo>
                    <a:pt x="408813" y="111632"/>
                  </a:lnTo>
                  <a:lnTo>
                    <a:pt x="410718" y="111632"/>
                  </a:lnTo>
                  <a:lnTo>
                    <a:pt x="413639" y="110236"/>
                  </a:lnTo>
                  <a:lnTo>
                    <a:pt x="417703" y="107441"/>
                  </a:lnTo>
                  <a:lnTo>
                    <a:pt x="417703" y="117093"/>
                  </a:lnTo>
                  <a:lnTo>
                    <a:pt x="414147" y="119379"/>
                  </a:lnTo>
                  <a:lnTo>
                    <a:pt x="411226" y="121030"/>
                  </a:lnTo>
                  <a:lnTo>
                    <a:pt x="409067" y="121792"/>
                  </a:lnTo>
                  <a:lnTo>
                    <a:pt x="406908" y="122681"/>
                  </a:lnTo>
                  <a:lnTo>
                    <a:pt x="404622" y="123062"/>
                  </a:lnTo>
                  <a:lnTo>
                    <a:pt x="402209" y="123062"/>
                  </a:lnTo>
                  <a:lnTo>
                    <a:pt x="395478" y="123062"/>
                  </a:lnTo>
                  <a:lnTo>
                    <a:pt x="391414" y="120395"/>
                  </a:lnTo>
                  <a:lnTo>
                    <a:pt x="390271" y="115062"/>
                  </a:lnTo>
                  <a:lnTo>
                    <a:pt x="383540" y="120268"/>
                  </a:lnTo>
                  <a:lnTo>
                    <a:pt x="376301" y="122936"/>
                  </a:lnTo>
                  <a:lnTo>
                    <a:pt x="368681" y="122936"/>
                  </a:lnTo>
                  <a:lnTo>
                    <a:pt x="363093" y="122936"/>
                  </a:lnTo>
                  <a:lnTo>
                    <a:pt x="358521" y="121030"/>
                  </a:lnTo>
                  <a:lnTo>
                    <a:pt x="354838" y="117347"/>
                  </a:lnTo>
                  <a:lnTo>
                    <a:pt x="351028" y="113664"/>
                  </a:lnTo>
                  <a:lnTo>
                    <a:pt x="349250" y="109092"/>
                  </a:lnTo>
                  <a:lnTo>
                    <a:pt x="349250" y="103504"/>
                  </a:lnTo>
                  <a:lnTo>
                    <a:pt x="349250" y="98425"/>
                  </a:lnTo>
                  <a:lnTo>
                    <a:pt x="351028" y="93979"/>
                  </a:lnTo>
                  <a:lnTo>
                    <a:pt x="354711" y="89915"/>
                  </a:lnTo>
                  <a:lnTo>
                    <a:pt x="358267" y="85978"/>
                  </a:lnTo>
                  <a:lnTo>
                    <a:pt x="363474" y="82803"/>
                  </a:lnTo>
                  <a:lnTo>
                    <a:pt x="370078" y="80517"/>
                  </a:lnTo>
                  <a:lnTo>
                    <a:pt x="390398" y="73532"/>
                  </a:lnTo>
                  <a:lnTo>
                    <a:pt x="390398" y="69214"/>
                  </a:lnTo>
                  <a:lnTo>
                    <a:pt x="390398" y="59689"/>
                  </a:lnTo>
                  <a:lnTo>
                    <a:pt x="385572" y="54863"/>
                  </a:lnTo>
                  <a:lnTo>
                    <a:pt x="375920" y="54863"/>
                  </a:lnTo>
                  <a:lnTo>
                    <a:pt x="369488" y="55697"/>
                  </a:lnTo>
                  <a:lnTo>
                    <a:pt x="363140" y="58197"/>
                  </a:lnTo>
                  <a:lnTo>
                    <a:pt x="356864" y="62364"/>
                  </a:lnTo>
                  <a:lnTo>
                    <a:pt x="350647" y="68199"/>
                  </a:lnTo>
                  <a:lnTo>
                    <a:pt x="350647" y="50926"/>
                  </a:lnTo>
                  <a:lnTo>
                    <a:pt x="355794" y="46166"/>
                  </a:lnTo>
                  <a:lnTo>
                    <a:pt x="361918" y="42751"/>
                  </a:lnTo>
                  <a:lnTo>
                    <a:pt x="369042" y="40693"/>
                  </a:lnTo>
                  <a:lnTo>
                    <a:pt x="377190" y="40004"/>
                  </a:lnTo>
                  <a:close/>
                </a:path>
                <a:path w="548005" h="123189">
                  <a:moveTo>
                    <a:pt x="520827" y="39877"/>
                  </a:moveTo>
                  <a:lnTo>
                    <a:pt x="528574" y="39877"/>
                  </a:lnTo>
                  <a:lnTo>
                    <a:pt x="535051" y="42671"/>
                  </a:lnTo>
                  <a:lnTo>
                    <a:pt x="547624" y="74421"/>
                  </a:lnTo>
                  <a:lnTo>
                    <a:pt x="547624" y="121665"/>
                  </a:lnTo>
                  <a:lnTo>
                    <a:pt x="531749" y="121665"/>
                  </a:lnTo>
                  <a:lnTo>
                    <a:pt x="531749" y="74294"/>
                  </a:lnTo>
                  <a:lnTo>
                    <a:pt x="531749" y="67563"/>
                  </a:lnTo>
                  <a:lnTo>
                    <a:pt x="530352" y="62483"/>
                  </a:lnTo>
                  <a:lnTo>
                    <a:pt x="527685" y="58927"/>
                  </a:lnTo>
                  <a:lnTo>
                    <a:pt x="524891" y="55371"/>
                  </a:lnTo>
                  <a:lnTo>
                    <a:pt x="520954" y="53593"/>
                  </a:lnTo>
                  <a:lnTo>
                    <a:pt x="515874" y="53593"/>
                  </a:lnTo>
                  <a:lnTo>
                    <a:pt x="509270" y="53593"/>
                  </a:lnTo>
                  <a:lnTo>
                    <a:pt x="503174" y="56895"/>
                  </a:lnTo>
                  <a:lnTo>
                    <a:pt x="497459" y="63500"/>
                  </a:lnTo>
                  <a:lnTo>
                    <a:pt x="497459" y="121665"/>
                  </a:lnTo>
                  <a:lnTo>
                    <a:pt x="481584" y="121665"/>
                  </a:lnTo>
                  <a:lnTo>
                    <a:pt x="481584" y="77088"/>
                  </a:lnTo>
                  <a:lnTo>
                    <a:pt x="481584" y="68199"/>
                  </a:lnTo>
                  <a:lnTo>
                    <a:pt x="480314" y="61975"/>
                  </a:lnTo>
                  <a:lnTo>
                    <a:pt x="478028" y="58546"/>
                  </a:lnTo>
                  <a:lnTo>
                    <a:pt x="475615" y="54990"/>
                  </a:lnTo>
                  <a:lnTo>
                    <a:pt x="471424" y="53212"/>
                  </a:lnTo>
                  <a:lnTo>
                    <a:pt x="465582" y="53212"/>
                  </a:lnTo>
                  <a:lnTo>
                    <a:pt x="462280" y="53212"/>
                  </a:lnTo>
                  <a:lnTo>
                    <a:pt x="459232" y="53975"/>
                  </a:lnTo>
                  <a:lnTo>
                    <a:pt x="456438" y="55499"/>
                  </a:lnTo>
                  <a:lnTo>
                    <a:pt x="453644" y="57022"/>
                  </a:lnTo>
                  <a:lnTo>
                    <a:pt x="450596" y="59689"/>
                  </a:lnTo>
                  <a:lnTo>
                    <a:pt x="447040" y="63500"/>
                  </a:lnTo>
                  <a:lnTo>
                    <a:pt x="447040" y="121665"/>
                  </a:lnTo>
                  <a:lnTo>
                    <a:pt x="431165" y="121665"/>
                  </a:lnTo>
                  <a:lnTo>
                    <a:pt x="431165" y="41528"/>
                  </a:lnTo>
                  <a:lnTo>
                    <a:pt x="447040" y="41528"/>
                  </a:lnTo>
                  <a:lnTo>
                    <a:pt x="447040" y="52069"/>
                  </a:lnTo>
                  <a:lnTo>
                    <a:pt x="453016" y="46809"/>
                  </a:lnTo>
                  <a:lnTo>
                    <a:pt x="458946" y="43037"/>
                  </a:lnTo>
                  <a:lnTo>
                    <a:pt x="464827" y="40765"/>
                  </a:lnTo>
                  <a:lnTo>
                    <a:pt x="470662" y="40004"/>
                  </a:lnTo>
                  <a:lnTo>
                    <a:pt x="477853" y="40909"/>
                  </a:lnTo>
                  <a:lnTo>
                    <a:pt x="484187" y="43624"/>
                  </a:lnTo>
                  <a:lnTo>
                    <a:pt x="489664" y="48148"/>
                  </a:lnTo>
                  <a:lnTo>
                    <a:pt x="494284" y="54482"/>
                  </a:lnTo>
                  <a:lnTo>
                    <a:pt x="500717" y="48075"/>
                  </a:lnTo>
                  <a:lnTo>
                    <a:pt x="507269" y="43513"/>
                  </a:lnTo>
                  <a:lnTo>
                    <a:pt x="513965" y="40784"/>
                  </a:lnTo>
                  <a:lnTo>
                    <a:pt x="520827" y="39877"/>
                  </a:lnTo>
                  <a:close/>
                </a:path>
                <a:path w="548005" h="123189">
                  <a:moveTo>
                    <a:pt x="324231" y="7874"/>
                  </a:moveTo>
                  <a:lnTo>
                    <a:pt x="326771" y="7874"/>
                  </a:lnTo>
                  <a:lnTo>
                    <a:pt x="329057" y="8762"/>
                  </a:lnTo>
                  <a:lnTo>
                    <a:pt x="330962" y="10540"/>
                  </a:lnTo>
                  <a:lnTo>
                    <a:pt x="332740" y="12445"/>
                  </a:lnTo>
                  <a:lnTo>
                    <a:pt x="333756" y="14604"/>
                  </a:lnTo>
                  <a:lnTo>
                    <a:pt x="333756" y="17144"/>
                  </a:lnTo>
                  <a:lnTo>
                    <a:pt x="333756" y="19812"/>
                  </a:lnTo>
                  <a:lnTo>
                    <a:pt x="332740" y="21970"/>
                  </a:lnTo>
                  <a:lnTo>
                    <a:pt x="330962" y="23875"/>
                  </a:lnTo>
                  <a:lnTo>
                    <a:pt x="329057" y="25653"/>
                  </a:lnTo>
                  <a:lnTo>
                    <a:pt x="326771" y="26669"/>
                  </a:lnTo>
                  <a:lnTo>
                    <a:pt x="324231" y="26669"/>
                  </a:lnTo>
                  <a:lnTo>
                    <a:pt x="321818" y="26669"/>
                  </a:lnTo>
                  <a:lnTo>
                    <a:pt x="319659" y="25653"/>
                  </a:lnTo>
                  <a:lnTo>
                    <a:pt x="317754" y="23749"/>
                  </a:lnTo>
                  <a:lnTo>
                    <a:pt x="315849" y="21843"/>
                  </a:lnTo>
                  <a:lnTo>
                    <a:pt x="314960" y="19684"/>
                  </a:lnTo>
                  <a:lnTo>
                    <a:pt x="314960" y="17144"/>
                  </a:lnTo>
                  <a:lnTo>
                    <a:pt x="314960" y="14731"/>
                  </a:lnTo>
                  <a:lnTo>
                    <a:pt x="315849" y="12572"/>
                  </a:lnTo>
                  <a:lnTo>
                    <a:pt x="317754" y="10667"/>
                  </a:lnTo>
                  <a:lnTo>
                    <a:pt x="319659" y="8889"/>
                  </a:lnTo>
                  <a:lnTo>
                    <a:pt x="321818" y="7874"/>
                  </a:lnTo>
                  <a:lnTo>
                    <a:pt x="324231" y="7874"/>
                  </a:lnTo>
                  <a:close/>
                </a:path>
                <a:path w="548005" h="123189">
                  <a:moveTo>
                    <a:pt x="205359" y="7874"/>
                  </a:moveTo>
                  <a:lnTo>
                    <a:pt x="207899" y="7874"/>
                  </a:lnTo>
                  <a:lnTo>
                    <a:pt x="210185" y="8762"/>
                  </a:lnTo>
                  <a:lnTo>
                    <a:pt x="212090" y="10540"/>
                  </a:lnTo>
                  <a:lnTo>
                    <a:pt x="213868" y="12445"/>
                  </a:lnTo>
                  <a:lnTo>
                    <a:pt x="214884" y="14604"/>
                  </a:lnTo>
                  <a:lnTo>
                    <a:pt x="214884" y="17144"/>
                  </a:lnTo>
                  <a:lnTo>
                    <a:pt x="214884" y="19812"/>
                  </a:lnTo>
                  <a:lnTo>
                    <a:pt x="213868" y="21970"/>
                  </a:lnTo>
                  <a:lnTo>
                    <a:pt x="212090" y="23875"/>
                  </a:lnTo>
                  <a:lnTo>
                    <a:pt x="210185" y="25653"/>
                  </a:lnTo>
                  <a:lnTo>
                    <a:pt x="207899" y="26669"/>
                  </a:lnTo>
                  <a:lnTo>
                    <a:pt x="205359" y="26669"/>
                  </a:lnTo>
                  <a:lnTo>
                    <a:pt x="202946" y="26669"/>
                  </a:lnTo>
                  <a:lnTo>
                    <a:pt x="200787" y="25653"/>
                  </a:lnTo>
                  <a:lnTo>
                    <a:pt x="198882" y="23749"/>
                  </a:lnTo>
                  <a:lnTo>
                    <a:pt x="196977" y="21843"/>
                  </a:lnTo>
                  <a:lnTo>
                    <a:pt x="196088" y="19684"/>
                  </a:lnTo>
                  <a:lnTo>
                    <a:pt x="196088" y="17144"/>
                  </a:lnTo>
                  <a:lnTo>
                    <a:pt x="196088" y="14731"/>
                  </a:lnTo>
                  <a:lnTo>
                    <a:pt x="196977" y="12572"/>
                  </a:lnTo>
                  <a:lnTo>
                    <a:pt x="198882" y="10667"/>
                  </a:lnTo>
                  <a:lnTo>
                    <a:pt x="200787" y="8889"/>
                  </a:lnTo>
                  <a:lnTo>
                    <a:pt x="202946" y="7874"/>
                  </a:lnTo>
                  <a:lnTo>
                    <a:pt x="205359" y="7874"/>
                  </a:lnTo>
                  <a:close/>
                </a:path>
                <a:path w="548005" h="123189">
                  <a:moveTo>
                    <a:pt x="276733" y="0"/>
                  </a:moveTo>
                  <a:lnTo>
                    <a:pt x="292608" y="0"/>
                  </a:lnTo>
                  <a:lnTo>
                    <a:pt x="292608" y="121665"/>
                  </a:lnTo>
                  <a:lnTo>
                    <a:pt x="276733" y="121665"/>
                  </a:lnTo>
                  <a:lnTo>
                    <a:pt x="276733" y="0"/>
                  </a:lnTo>
                  <a:close/>
                </a:path>
                <a:path w="548005" h="123189">
                  <a:moveTo>
                    <a:pt x="237109" y="0"/>
                  </a:moveTo>
                  <a:lnTo>
                    <a:pt x="252984" y="0"/>
                  </a:lnTo>
                  <a:lnTo>
                    <a:pt x="252984" y="121665"/>
                  </a:lnTo>
                  <a:lnTo>
                    <a:pt x="237109" y="121665"/>
                  </a:lnTo>
                  <a:lnTo>
                    <a:pt x="237109" y="0"/>
                  </a:lnTo>
                  <a:close/>
                </a:path>
                <a:path w="548005" h="123189">
                  <a:moveTo>
                    <a:pt x="0" y="0"/>
                  </a:moveTo>
                  <a:lnTo>
                    <a:pt x="17538" y="0"/>
                  </a:lnTo>
                  <a:lnTo>
                    <a:pt x="51066" y="83946"/>
                  </a:lnTo>
                  <a:lnTo>
                    <a:pt x="84797" y="0"/>
                  </a:lnTo>
                  <a:lnTo>
                    <a:pt x="101269" y="0"/>
                  </a:lnTo>
                  <a:lnTo>
                    <a:pt x="135166" y="83946"/>
                  </a:lnTo>
                  <a:lnTo>
                    <a:pt x="168338" y="0"/>
                  </a:lnTo>
                  <a:lnTo>
                    <a:pt x="185699" y="0"/>
                  </a:lnTo>
                  <a:lnTo>
                    <a:pt x="136537" y="122174"/>
                  </a:lnTo>
                  <a:lnTo>
                    <a:pt x="132702" y="122174"/>
                  </a:lnTo>
                  <a:lnTo>
                    <a:pt x="92938" y="23240"/>
                  </a:lnTo>
                  <a:lnTo>
                    <a:pt x="52755" y="122174"/>
                  </a:lnTo>
                  <a:lnTo>
                    <a:pt x="49021" y="12217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422" y="2164333"/>
            <a:ext cx="535813" cy="1323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657" y="2162555"/>
            <a:ext cx="448437" cy="17360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9089" y="2164460"/>
            <a:ext cx="172212" cy="1320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3504" y="2164460"/>
            <a:ext cx="932307" cy="17170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6870" y="2164460"/>
            <a:ext cx="172212" cy="13208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7854" y="2164460"/>
            <a:ext cx="1067308" cy="17170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965" y="2162936"/>
            <a:ext cx="252349" cy="1337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745" y="2428113"/>
            <a:ext cx="1274953" cy="18694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5300" y="2886710"/>
            <a:ext cx="898271" cy="15354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516380" y="2887726"/>
            <a:ext cx="290195" cy="133350"/>
            <a:chOff x="1516380" y="2887726"/>
            <a:chExt cx="290195" cy="133350"/>
          </a:xfrm>
        </p:grpSpPr>
        <p:sp>
          <p:nvSpPr>
            <p:cNvPr id="24" name="object 24"/>
            <p:cNvSpPr/>
            <p:nvPr/>
          </p:nvSpPr>
          <p:spPr>
            <a:xfrm>
              <a:off x="1520952" y="2892298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66953" y="55625"/>
                  </a:moveTo>
                  <a:lnTo>
                    <a:pt x="248538" y="55625"/>
                  </a:lnTo>
                  <a:lnTo>
                    <a:pt x="253237" y="60325"/>
                  </a:lnTo>
                  <a:lnTo>
                    <a:pt x="253237" y="74167"/>
                  </a:lnTo>
                  <a:lnTo>
                    <a:pt x="226314" y="83438"/>
                  </a:lnTo>
                  <a:lnTo>
                    <a:pt x="220992" y="86740"/>
                  </a:lnTo>
                  <a:lnTo>
                    <a:pt x="213867" y="94614"/>
                  </a:lnTo>
                  <a:lnTo>
                    <a:pt x="212090" y="99060"/>
                  </a:lnTo>
                  <a:lnTo>
                    <a:pt x="212090" y="109727"/>
                  </a:lnTo>
                  <a:lnTo>
                    <a:pt x="213867" y="114300"/>
                  </a:lnTo>
                  <a:lnTo>
                    <a:pt x="217678" y="117982"/>
                  </a:lnTo>
                  <a:lnTo>
                    <a:pt x="221360" y="121665"/>
                  </a:lnTo>
                  <a:lnTo>
                    <a:pt x="226237" y="123698"/>
                  </a:lnTo>
                  <a:lnTo>
                    <a:pt x="238796" y="123698"/>
                  </a:lnTo>
                  <a:lnTo>
                    <a:pt x="246035" y="121030"/>
                  </a:lnTo>
                  <a:lnTo>
                    <a:pt x="246215" y="121030"/>
                  </a:lnTo>
                  <a:lnTo>
                    <a:pt x="253110" y="115697"/>
                  </a:lnTo>
                  <a:lnTo>
                    <a:pt x="280542" y="115697"/>
                  </a:lnTo>
                  <a:lnTo>
                    <a:pt x="280542" y="112649"/>
                  </a:lnTo>
                  <a:lnTo>
                    <a:pt x="235839" y="112649"/>
                  </a:lnTo>
                  <a:lnTo>
                    <a:pt x="233045" y="111632"/>
                  </a:lnTo>
                  <a:lnTo>
                    <a:pt x="231012" y="109474"/>
                  </a:lnTo>
                  <a:lnTo>
                    <a:pt x="228853" y="107441"/>
                  </a:lnTo>
                  <a:lnTo>
                    <a:pt x="227837" y="104775"/>
                  </a:lnTo>
                  <a:lnTo>
                    <a:pt x="227837" y="98171"/>
                  </a:lnTo>
                  <a:lnTo>
                    <a:pt x="253237" y="82676"/>
                  </a:lnTo>
                  <a:lnTo>
                    <a:pt x="268859" y="82676"/>
                  </a:lnTo>
                  <a:lnTo>
                    <a:pt x="268859" y="67437"/>
                  </a:lnTo>
                  <a:lnTo>
                    <a:pt x="268612" y="62999"/>
                  </a:lnTo>
                  <a:lnTo>
                    <a:pt x="268604" y="62864"/>
                  </a:lnTo>
                  <a:lnTo>
                    <a:pt x="267968" y="58832"/>
                  </a:lnTo>
                  <a:lnTo>
                    <a:pt x="267842" y="58038"/>
                  </a:lnTo>
                  <a:lnTo>
                    <a:pt x="266953" y="55625"/>
                  </a:lnTo>
                  <a:close/>
                </a:path>
                <a:path w="280669" h="123825">
                  <a:moveTo>
                    <a:pt x="280542" y="115697"/>
                  </a:moveTo>
                  <a:lnTo>
                    <a:pt x="253110" y="115697"/>
                  </a:lnTo>
                  <a:lnTo>
                    <a:pt x="254253" y="121030"/>
                  </a:lnTo>
                  <a:lnTo>
                    <a:pt x="258317" y="123698"/>
                  </a:lnTo>
                  <a:lnTo>
                    <a:pt x="267461" y="123698"/>
                  </a:lnTo>
                  <a:lnTo>
                    <a:pt x="269747" y="123316"/>
                  </a:lnTo>
                  <a:lnTo>
                    <a:pt x="271906" y="122427"/>
                  </a:lnTo>
                  <a:lnTo>
                    <a:pt x="274066" y="121665"/>
                  </a:lnTo>
                  <a:lnTo>
                    <a:pt x="276986" y="120014"/>
                  </a:lnTo>
                  <a:lnTo>
                    <a:pt x="280542" y="117728"/>
                  </a:lnTo>
                  <a:lnTo>
                    <a:pt x="280542" y="115697"/>
                  </a:lnTo>
                  <a:close/>
                </a:path>
                <a:path w="280669" h="123825">
                  <a:moveTo>
                    <a:pt x="268859" y="82676"/>
                  </a:moveTo>
                  <a:lnTo>
                    <a:pt x="253237" y="82676"/>
                  </a:lnTo>
                  <a:lnTo>
                    <a:pt x="253237" y="106425"/>
                  </a:lnTo>
                  <a:lnTo>
                    <a:pt x="248920" y="110616"/>
                  </a:lnTo>
                  <a:lnTo>
                    <a:pt x="244221" y="112649"/>
                  </a:lnTo>
                  <a:lnTo>
                    <a:pt x="280542" y="112649"/>
                  </a:lnTo>
                  <a:lnTo>
                    <a:pt x="280542" y="112267"/>
                  </a:lnTo>
                  <a:lnTo>
                    <a:pt x="269747" y="112267"/>
                  </a:lnTo>
                  <a:lnTo>
                    <a:pt x="268859" y="110998"/>
                  </a:lnTo>
                  <a:lnTo>
                    <a:pt x="268859" y="82676"/>
                  </a:lnTo>
                  <a:close/>
                </a:path>
                <a:path w="280669" h="123825">
                  <a:moveTo>
                    <a:pt x="280542" y="108076"/>
                  </a:moveTo>
                  <a:lnTo>
                    <a:pt x="276848" y="110616"/>
                  </a:lnTo>
                  <a:lnTo>
                    <a:pt x="276213" y="110998"/>
                  </a:lnTo>
                  <a:lnTo>
                    <a:pt x="273558" y="112267"/>
                  </a:lnTo>
                  <a:lnTo>
                    <a:pt x="280542" y="112267"/>
                  </a:lnTo>
                  <a:lnTo>
                    <a:pt x="280542" y="108076"/>
                  </a:lnTo>
                  <a:close/>
                </a:path>
                <a:path w="280669" h="123825">
                  <a:moveTo>
                    <a:pt x="248792" y="40639"/>
                  </a:moveTo>
                  <a:lnTo>
                    <a:pt x="240029" y="40639"/>
                  </a:lnTo>
                  <a:lnTo>
                    <a:pt x="231882" y="41328"/>
                  </a:lnTo>
                  <a:lnTo>
                    <a:pt x="224758" y="43386"/>
                  </a:lnTo>
                  <a:lnTo>
                    <a:pt x="218634" y="46801"/>
                  </a:lnTo>
                  <a:lnTo>
                    <a:pt x="213486" y="51562"/>
                  </a:lnTo>
                  <a:lnTo>
                    <a:pt x="213486" y="68834"/>
                  </a:lnTo>
                  <a:lnTo>
                    <a:pt x="219704" y="62999"/>
                  </a:lnTo>
                  <a:lnTo>
                    <a:pt x="225980" y="58832"/>
                  </a:lnTo>
                  <a:lnTo>
                    <a:pt x="232328" y="56332"/>
                  </a:lnTo>
                  <a:lnTo>
                    <a:pt x="237779" y="55625"/>
                  </a:lnTo>
                  <a:lnTo>
                    <a:pt x="266953" y="55625"/>
                  </a:lnTo>
                  <a:lnTo>
                    <a:pt x="264159" y="50800"/>
                  </a:lnTo>
                  <a:lnTo>
                    <a:pt x="262635" y="48894"/>
                  </a:lnTo>
                  <a:lnTo>
                    <a:pt x="260858" y="47498"/>
                  </a:lnTo>
                  <a:lnTo>
                    <a:pt x="255650" y="42925"/>
                  </a:lnTo>
                  <a:lnTo>
                    <a:pt x="248792" y="40639"/>
                  </a:lnTo>
                  <a:close/>
                </a:path>
                <a:path w="280669" h="123825">
                  <a:moveTo>
                    <a:pt x="144398" y="42163"/>
                  </a:moveTo>
                  <a:lnTo>
                    <a:pt x="128270" y="42163"/>
                  </a:lnTo>
                  <a:lnTo>
                    <a:pt x="128270" y="122300"/>
                  </a:lnTo>
                  <a:lnTo>
                    <a:pt x="144398" y="122300"/>
                  </a:lnTo>
                  <a:lnTo>
                    <a:pt x="144398" y="65150"/>
                  </a:lnTo>
                  <a:lnTo>
                    <a:pt x="149605" y="57657"/>
                  </a:lnTo>
                  <a:lnTo>
                    <a:pt x="155955" y="53848"/>
                  </a:lnTo>
                  <a:lnTo>
                    <a:pt x="191624" y="53848"/>
                  </a:lnTo>
                  <a:lnTo>
                    <a:pt x="190906" y="52450"/>
                  </a:lnTo>
                  <a:lnTo>
                    <a:pt x="144398" y="52450"/>
                  </a:lnTo>
                  <a:lnTo>
                    <a:pt x="144398" y="42163"/>
                  </a:lnTo>
                  <a:close/>
                </a:path>
                <a:path w="280669" h="123825">
                  <a:moveTo>
                    <a:pt x="191624" y="53848"/>
                  </a:moveTo>
                  <a:lnTo>
                    <a:pt x="169290" y="53848"/>
                  </a:lnTo>
                  <a:lnTo>
                    <a:pt x="173481" y="55625"/>
                  </a:lnTo>
                  <a:lnTo>
                    <a:pt x="176022" y="59181"/>
                  </a:lnTo>
                  <a:lnTo>
                    <a:pt x="178561" y="62611"/>
                  </a:lnTo>
                  <a:lnTo>
                    <a:pt x="179831" y="68452"/>
                  </a:lnTo>
                  <a:lnTo>
                    <a:pt x="179831" y="122300"/>
                  </a:lnTo>
                  <a:lnTo>
                    <a:pt x="195579" y="122300"/>
                  </a:lnTo>
                  <a:lnTo>
                    <a:pt x="195579" y="66801"/>
                  </a:lnTo>
                  <a:lnTo>
                    <a:pt x="194436" y="59689"/>
                  </a:lnTo>
                  <a:lnTo>
                    <a:pt x="192278" y="55117"/>
                  </a:lnTo>
                  <a:lnTo>
                    <a:pt x="191624" y="53848"/>
                  </a:lnTo>
                  <a:close/>
                </a:path>
                <a:path w="280669" h="123825">
                  <a:moveTo>
                    <a:pt x="173481" y="40639"/>
                  </a:moveTo>
                  <a:lnTo>
                    <a:pt x="168528" y="40639"/>
                  </a:lnTo>
                  <a:lnTo>
                    <a:pt x="161954" y="41378"/>
                  </a:lnTo>
                  <a:lnTo>
                    <a:pt x="155749" y="43592"/>
                  </a:lnTo>
                  <a:lnTo>
                    <a:pt x="149901" y="47283"/>
                  </a:lnTo>
                  <a:lnTo>
                    <a:pt x="144398" y="52450"/>
                  </a:lnTo>
                  <a:lnTo>
                    <a:pt x="190906" y="52450"/>
                  </a:lnTo>
                  <a:lnTo>
                    <a:pt x="189991" y="50673"/>
                  </a:lnTo>
                  <a:lnTo>
                    <a:pt x="186816" y="47116"/>
                  </a:lnTo>
                  <a:lnTo>
                    <a:pt x="182498" y="44576"/>
                  </a:lnTo>
                  <a:lnTo>
                    <a:pt x="178180" y="41910"/>
                  </a:lnTo>
                  <a:lnTo>
                    <a:pt x="173481" y="40639"/>
                  </a:lnTo>
                  <a:close/>
                </a:path>
                <a:path w="280669" h="123825">
                  <a:moveTo>
                    <a:pt x="64515" y="0"/>
                  </a:moveTo>
                  <a:lnTo>
                    <a:pt x="52196" y="0"/>
                  </a:lnTo>
                  <a:lnTo>
                    <a:pt x="0" y="122300"/>
                  </a:lnTo>
                  <a:lnTo>
                    <a:pt x="17906" y="122300"/>
                  </a:lnTo>
                  <a:lnTo>
                    <a:pt x="33146" y="86232"/>
                  </a:lnTo>
                  <a:lnTo>
                    <a:pt x="102931" y="86232"/>
                  </a:lnTo>
                  <a:lnTo>
                    <a:pt x="96029" y="70738"/>
                  </a:lnTo>
                  <a:lnTo>
                    <a:pt x="40004" y="70738"/>
                  </a:lnTo>
                  <a:lnTo>
                    <a:pt x="58165" y="26669"/>
                  </a:lnTo>
                  <a:lnTo>
                    <a:pt x="76397" y="26669"/>
                  </a:lnTo>
                  <a:lnTo>
                    <a:pt x="64515" y="0"/>
                  </a:lnTo>
                  <a:close/>
                </a:path>
                <a:path w="280669" h="123825">
                  <a:moveTo>
                    <a:pt x="102931" y="86232"/>
                  </a:moveTo>
                  <a:lnTo>
                    <a:pt x="84962" y="86232"/>
                  </a:lnTo>
                  <a:lnTo>
                    <a:pt x="101218" y="122300"/>
                  </a:lnTo>
                  <a:lnTo>
                    <a:pt x="118998" y="122300"/>
                  </a:lnTo>
                  <a:lnTo>
                    <a:pt x="102931" y="86232"/>
                  </a:lnTo>
                  <a:close/>
                </a:path>
                <a:path w="280669" h="123825">
                  <a:moveTo>
                    <a:pt x="76397" y="26669"/>
                  </a:moveTo>
                  <a:lnTo>
                    <a:pt x="58165" y="26669"/>
                  </a:lnTo>
                  <a:lnTo>
                    <a:pt x="77850" y="70738"/>
                  </a:lnTo>
                  <a:lnTo>
                    <a:pt x="96029" y="70738"/>
                  </a:lnTo>
                  <a:lnTo>
                    <a:pt x="76397" y="26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6380" y="2887726"/>
              <a:ext cx="289687" cy="132842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53641" y="2888360"/>
            <a:ext cx="85090" cy="13220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68525" y="2886836"/>
            <a:ext cx="204343" cy="15341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03551" y="2886710"/>
            <a:ext cx="735584" cy="15354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3882" y="2888360"/>
            <a:ext cx="508000" cy="13208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18788" y="2887726"/>
            <a:ext cx="158114" cy="13284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99203" y="2888360"/>
            <a:ext cx="124587" cy="13220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559680" y="2888360"/>
            <a:ext cx="953262" cy="1322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658865" y="2888360"/>
            <a:ext cx="165989" cy="13220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05485" y="3185414"/>
            <a:ext cx="4530953" cy="17335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8876" y="3613150"/>
            <a:ext cx="1193050" cy="17246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88922" y="3611879"/>
            <a:ext cx="446913" cy="17360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28417" y="3653790"/>
            <a:ext cx="81280" cy="9207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05710" y="3613784"/>
            <a:ext cx="439166" cy="17170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45205" y="3613784"/>
            <a:ext cx="172212" cy="13208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4191" y="3613784"/>
            <a:ext cx="964819" cy="17170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358385" y="3612260"/>
            <a:ext cx="250825" cy="13373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709414" y="3613658"/>
            <a:ext cx="422275" cy="13233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211698" y="3612260"/>
            <a:ext cx="608711" cy="17322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08711" y="3910965"/>
            <a:ext cx="1069771" cy="173228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508355" y="4336034"/>
            <a:ext cx="929640" cy="153670"/>
            <a:chOff x="508355" y="4336034"/>
            <a:chExt cx="929640" cy="153670"/>
          </a:xfrm>
        </p:grpSpPr>
        <p:sp>
          <p:nvSpPr>
            <p:cNvPr id="46" name="object 46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11758" y="100330"/>
                  </a:moveTo>
                  <a:lnTo>
                    <a:pt x="905281" y="100330"/>
                  </a:lnTo>
                  <a:lnTo>
                    <a:pt x="902741" y="101473"/>
                  </a:lnTo>
                  <a:lnTo>
                    <a:pt x="900582" y="103759"/>
                  </a:lnTo>
                  <a:lnTo>
                    <a:pt x="898550" y="106045"/>
                  </a:lnTo>
                  <a:lnTo>
                    <a:pt x="897407" y="108839"/>
                  </a:lnTo>
                  <a:lnTo>
                    <a:pt x="897407" y="117729"/>
                  </a:lnTo>
                  <a:lnTo>
                    <a:pt x="900582" y="121539"/>
                  </a:lnTo>
                  <a:lnTo>
                    <a:pt x="907113" y="123444"/>
                  </a:lnTo>
                  <a:lnTo>
                    <a:pt x="906674" y="123444"/>
                  </a:lnTo>
                  <a:lnTo>
                    <a:pt x="899439" y="141224"/>
                  </a:lnTo>
                  <a:lnTo>
                    <a:pt x="899439" y="144399"/>
                  </a:lnTo>
                  <a:lnTo>
                    <a:pt x="905916" y="142367"/>
                  </a:lnTo>
                  <a:lnTo>
                    <a:pt x="910996" y="138938"/>
                  </a:lnTo>
                  <a:lnTo>
                    <a:pt x="914679" y="133985"/>
                  </a:lnTo>
                  <a:lnTo>
                    <a:pt x="918362" y="129159"/>
                  </a:lnTo>
                  <a:lnTo>
                    <a:pt x="920267" y="123444"/>
                  </a:lnTo>
                  <a:lnTo>
                    <a:pt x="920267" y="112141"/>
                  </a:lnTo>
                  <a:lnTo>
                    <a:pt x="919124" y="108204"/>
                  </a:lnTo>
                  <a:lnTo>
                    <a:pt x="916838" y="105029"/>
                  </a:lnTo>
                  <a:lnTo>
                    <a:pt x="914679" y="101854"/>
                  </a:lnTo>
                  <a:lnTo>
                    <a:pt x="911758" y="100330"/>
                  </a:lnTo>
                  <a:close/>
                </a:path>
                <a:path w="920750" h="144779">
                  <a:moveTo>
                    <a:pt x="561962" y="1016"/>
                  </a:moveTo>
                  <a:lnTo>
                    <a:pt x="549719" y="1016"/>
                  </a:lnTo>
                  <a:lnTo>
                    <a:pt x="497484" y="123317"/>
                  </a:lnTo>
                  <a:lnTo>
                    <a:pt x="515378" y="123317"/>
                  </a:lnTo>
                  <a:lnTo>
                    <a:pt x="530567" y="87249"/>
                  </a:lnTo>
                  <a:lnTo>
                    <a:pt x="600413" y="87249"/>
                  </a:lnTo>
                  <a:lnTo>
                    <a:pt x="593504" y="71755"/>
                  </a:lnTo>
                  <a:lnTo>
                    <a:pt x="537489" y="71755"/>
                  </a:lnTo>
                  <a:lnTo>
                    <a:pt x="555688" y="27686"/>
                  </a:lnTo>
                  <a:lnTo>
                    <a:pt x="573854" y="27686"/>
                  </a:lnTo>
                  <a:lnTo>
                    <a:pt x="561962" y="1016"/>
                  </a:lnTo>
                  <a:close/>
                </a:path>
                <a:path w="920750" h="144779">
                  <a:moveTo>
                    <a:pt x="600413" y="87249"/>
                  </a:moveTo>
                  <a:lnTo>
                    <a:pt x="582460" y="87249"/>
                  </a:lnTo>
                  <a:lnTo>
                    <a:pt x="598678" y="123317"/>
                  </a:lnTo>
                  <a:lnTo>
                    <a:pt x="616496" y="123317"/>
                  </a:lnTo>
                  <a:lnTo>
                    <a:pt x="600413" y="87249"/>
                  </a:lnTo>
                  <a:close/>
                </a:path>
                <a:path w="920750" h="144779">
                  <a:moveTo>
                    <a:pt x="573854" y="27686"/>
                  </a:moveTo>
                  <a:lnTo>
                    <a:pt x="555688" y="27686"/>
                  </a:lnTo>
                  <a:lnTo>
                    <a:pt x="575310" y="71755"/>
                  </a:lnTo>
                  <a:lnTo>
                    <a:pt x="593504" y="71755"/>
                  </a:lnTo>
                  <a:lnTo>
                    <a:pt x="573854" y="27686"/>
                  </a:lnTo>
                  <a:close/>
                </a:path>
                <a:path w="920750" h="144779">
                  <a:moveTo>
                    <a:pt x="190106" y="1016"/>
                  </a:moveTo>
                  <a:lnTo>
                    <a:pt x="177863" y="1016"/>
                  </a:lnTo>
                  <a:lnTo>
                    <a:pt x="125628" y="123317"/>
                  </a:lnTo>
                  <a:lnTo>
                    <a:pt x="143522" y="123317"/>
                  </a:lnTo>
                  <a:lnTo>
                    <a:pt x="158711" y="87249"/>
                  </a:lnTo>
                  <a:lnTo>
                    <a:pt x="228557" y="87249"/>
                  </a:lnTo>
                  <a:lnTo>
                    <a:pt x="221648" y="71755"/>
                  </a:lnTo>
                  <a:lnTo>
                    <a:pt x="165633" y="71755"/>
                  </a:lnTo>
                  <a:lnTo>
                    <a:pt x="183832" y="27686"/>
                  </a:lnTo>
                  <a:lnTo>
                    <a:pt x="201998" y="27686"/>
                  </a:lnTo>
                  <a:lnTo>
                    <a:pt x="190106" y="1016"/>
                  </a:lnTo>
                  <a:close/>
                </a:path>
                <a:path w="920750" h="144779">
                  <a:moveTo>
                    <a:pt x="228557" y="87249"/>
                  </a:moveTo>
                  <a:lnTo>
                    <a:pt x="210604" y="87249"/>
                  </a:lnTo>
                  <a:lnTo>
                    <a:pt x="226822" y="123317"/>
                  </a:lnTo>
                  <a:lnTo>
                    <a:pt x="244640" y="123317"/>
                  </a:lnTo>
                  <a:lnTo>
                    <a:pt x="228557" y="87249"/>
                  </a:lnTo>
                  <a:close/>
                </a:path>
                <a:path w="920750" h="144779">
                  <a:moveTo>
                    <a:pt x="201998" y="27686"/>
                  </a:moveTo>
                  <a:lnTo>
                    <a:pt x="183832" y="27686"/>
                  </a:lnTo>
                  <a:lnTo>
                    <a:pt x="203454" y="71755"/>
                  </a:lnTo>
                  <a:lnTo>
                    <a:pt x="221648" y="71755"/>
                  </a:lnTo>
                  <a:lnTo>
                    <a:pt x="201998" y="2768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781456" y="17780"/>
                  </a:lnTo>
                  <a:lnTo>
                    <a:pt x="764233" y="49676"/>
                  </a:lnTo>
                  <a:lnTo>
                    <a:pt x="764186" y="49837"/>
                  </a:lnTo>
                  <a:lnTo>
                    <a:pt x="763097" y="62230"/>
                  </a:lnTo>
                  <a:lnTo>
                    <a:pt x="763041" y="62865"/>
                  </a:lnTo>
                  <a:lnTo>
                    <a:pt x="764170" y="75467"/>
                  </a:lnTo>
                  <a:lnTo>
                    <a:pt x="791064" y="114802"/>
                  </a:lnTo>
                  <a:lnTo>
                    <a:pt x="827176" y="124714"/>
                  </a:lnTo>
                  <a:lnTo>
                    <a:pt x="840942" y="123616"/>
                  </a:lnTo>
                  <a:lnTo>
                    <a:pt x="853481" y="120316"/>
                  </a:lnTo>
                  <a:lnTo>
                    <a:pt x="864806" y="114802"/>
                  </a:lnTo>
                  <a:lnTo>
                    <a:pt x="872769" y="108712"/>
                  </a:lnTo>
                  <a:lnTo>
                    <a:pt x="828319" y="108712"/>
                  </a:lnTo>
                  <a:lnTo>
                    <a:pt x="818576" y="107900"/>
                  </a:lnTo>
                  <a:lnTo>
                    <a:pt x="784425" y="80962"/>
                  </a:lnTo>
                  <a:lnTo>
                    <a:pt x="781075" y="62865"/>
                  </a:lnTo>
                  <a:lnTo>
                    <a:pt x="781910" y="53201"/>
                  </a:lnTo>
                  <a:lnTo>
                    <a:pt x="809651" y="19827"/>
                  </a:lnTo>
                  <a:lnTo>
                    <a:pt x="818752" y="17341"/>
                  </a:lnTo>
                  <a:lnTo>
                    <a:pt x="818581" y="17341"/>
                  </a:lnTo>
                  <a:lnTo>
                    <a:pt x="828827" y="16510"/>
                  </a:lnTo>
                  <a:lnTo>
                    <a:pt x="873427" y="16510"/>
                  </a:lnTo>
                  <a:lnTo>
                    <a:pt x="865105" y="10019"/>
                  </a:lnTo>
                  <a:lnTo>
                    <a:pt x="853941" y="4460"/>
                  </a:lnTo>
                  <a:lnTo>
                    <a:pt x="841586" y="1117"/>
                  </a:lnTo>
                  <a:lnTo>
                    <a:pt x="828065" y="0"/>
                  </a:lnTo>
                  <a:close/>
                </a:path>
                <a:path w="920750" h="144779">
                  <a:moveTo>
                    <a:pt x="873427" y="16510"/>
                  </a:moveTo>
                  <a:lnTo>
                    <a:pt x="828827" y="16510"/>
                  </a:lnTo>
                  <a:lnTo>
                    <a:pt x="838350" y="17341"/>
                  </a:lnTo>
                  <a:lnTo>
                    <a:pt x="847099" y="19827"/>
                  </a:lnTo>
                  <a:lnTo>
                    <a:pt x="875087" y="52917"/>
                  </a:lnTo>
                  <a:lnTo>
                    <a:pt x="875944" y="62230"/>
                  </a:lnTo>
                  <a:lnTo>
                    <a:pt x="875087" y="71731"/>
                  </a:lnTo>
                  <a:lnTo>
                    <a:pt x="846835" y="105457"/>
                  </a:lnTo>
                  <a:lnTo>
                    <a:pt x="846705" y="105457"/>
                  </a:lnTo>
                  <a:lnTo>
                    <a:pt x="838004" y="107900"/>
                  </a:lnTo>
                  <a:lnTo>
                    <a:pt x="837826" y="107900"/>
                  </a:lnTo>
                  <a:lnTo>
                    <a:pt x="828319" y="108712"/>
                  </a:lnTo>
                  <a:lnTo>
                    <a:pt x="872769" y="108712"/>
                  </a:lnTo>
                  <a:lnTo>
                    <a:pt x="892613" y="75628"/>
                  </a:lnTo>
                  <a:lnTo>
                    <a:pt x="893827" y="62865"/>
                  </a:lnTo>
                  <a:lnTo>
                    <a:pt x="893816" y="62230"/>
                  </a:lnTo>
                  <a:lnTo>
                    <a:pt x="892697" y="49837"/>
                  </a:lnTo>
                  <a:lnTo>
                    <a:pt x="892682" y="49676"/>
                  </a:lnTo>
                  <a:lnTo>
                    <a:pt x="889191" y="37988"/>
                  </a:lnTo>
                  <a:lnTo>
                    <a:pt x="888485" y="36673"/>
                  </a:lnTo>
                  <a:lnTo>
                    <a:pt x="883308" y="27306"/>
                  </a:lnTo>
                  <a:lnTo>
                    <a:pt x="875055" y="17780"/>
                  </a:lnTo>
                  <a:lnTo>
                    <a:pt x="873427" y="16510"/>
                  </a:lnTo>
                  <a:close/>
                </a:path>
                <a:path w="920750" h="144779">
                  <a:moveTo>
                    <a:pt x="644385" y="1651"/>
                  </a:moveTo>
                  <a:lnTo>
                    <a:pt x="630288" y="1651"/>
                  </a:lnTo>
                  <a:lnTo>
                    <a:pt x="630288" y="123317"/>
                  </a:lnTo>
                  <a:lnTo>
                    <a:pt x="646645" y="123317"/>
                  </a:lnTo>
                  <a:lnTo>
                    <a:pt x="646645" y="29718"/>
                  </a:lnTo>
                  <a:lnTo>
                    <a:pt x="668747" y="29718"/>
                  </a:lnTo>
                  <a:lnTo>
                    <a:pt x="644385" y="1651"/>
                  </a:lnTo>
                  <a:close/>
                </a:path>
                <a:path w="920750" h="144779">
                  <a:moveTo>
                    <a:pt x="668747" y="29718"/>
                  </a:moveTo>
                  <a:lnTo>
                    <a:pt x="646645" y="29718"/>
                  </a:lnTo>
                  <a:lnTo>
                    <a:pt x="727964" y="123317"/>
                  </a:lnTo>
                  <a:lnTo>
                    <a:pt x="742950" y="123317"/>
                  </a:lnTo>
                  <a:lnTo>
                    <a:pt x="742950" y="96139"/>
                  </a:lnTo>
                  <a:lnTo>
                    <a:pt x="726401" y="96139"/>
                  </a:lnTo>
                  <a:lnTo>
                    <a:pt x="668747" y="29718"/>
                  </a:lnTo>
                  <a:close/>
                </a:path>
                <a:path w="920750" h="144779">
                  <a:moveTo>
                    <a:pt x="742950" y="1651"/>
                  </a:moveTo>
                  <a:lnTo>
                    <a:pt x="726401" y="1651"/>
                  </a:lnTo>
                  <a:lnTo>
                    <a:pt x="726401" y="96139"/>
                  </a:lnTo>
                  <a:lnTo>
                    <a:pt x="742950" y="96139"/>
                  </a:lnTo>
                  <a:lnTo>
                    <a:pt x="742950" y="1651"/>
                  </a:lnTo>
                  <a:close/>
                </a:path>
                <a:path w="920750" h="144779">
                  <a:moveTo>
                    <a:pt x="272529" y="1651"/>
                  </a:moveTo>
                  <a:lnTo>
                    <a:pt x="258432" y="1651"/>
                  </a:lnTo>
                  <a:lnTo>
                    <a:pt x="258432" y="123317"/>
                  </a:lnTo>
                  <a:lnTo>
                    <a:pt x="274789" y="123317"/>
                  </a:lnTo>
                  <a:lnTo>
                    <a:pt x="274789" y="29718"/>
                  </a:lnTo>
                  <a:lnTo>
                    <a:pt x="296891" y="29718"/>
                  </a:lnTo>
                  <a:lnTo>
                    <a:pt x="272529" y="1651"/>
                  </a:lnTo>
                  <a:close/>
                </a:path>
                <a:path w="920750" h="144779">
                  <a:moveTo>
                    <a:pt x="296891" y="29718"/>
                  </a:moveTo>
                  <a:lnTo>
                    <a:pt x="274789" y="29718"/>
                  </a:lnTo>
                  <a:lnTo>
                    <a:pt x="356108" y="123317"/>
                  </a:lnTo>
                  <a:lnTo>
                    <a:pt x="371094" y="123317"/>
                  </a:lnTo>
                  <a:lnTo>
                    <a:pt x="371094" y="96139"/>
                  </a:lnTo>
                  <a:lnTo>
                    <a:pt x="354545" y="96139"/>
                  </a:lnTo>
                  <a:lnTo>
                    <a:pt x="296891" y="29718"/>
                  </a:lnTo>
                  <a:close/>
                </a:path>
                <a:path w="920750" h="144779">
                  <a:moveTo>
                    <a:pt x="371094" y="1651"/>
                  </a:moveTo>
                  <a:lnTo>
                    <a:pt x="354545" y="1651"/>
                  </a:lnTo>
                  <a:lnTo>
                    <a:pt x="354545" y="96139"/>
                  </a:lnTo>
                  <a:lnTo>
                    <a:pt x="371094" y="96139"/>
                  </a:lnTo>
                  <a:lnTo>
                    <a:pt x="371094" y="1651"/>
                  </a:lnTo>
                  <a:close/>
                </a:path>
                <a:path w="920750" h="144779">
                  <a:moveTo>
                    <a:pt x="16484" y="1651"/>
                  </a:moveTo>
                  <a:lnTo>
                    <a:pt x="0" y="1651"/>
                  </a:lnTo>
                  <a:lnTo>
                    <a:pt x="0" y="123317"/>
                  </a:lnTo>
                  <a:lnTo>
                    <a:pt x="17411" y="123317"/>
                  </a:lnTo>
                  <a:lnTo>
                    <a:pt x="17411" y="28702"/>
                  </a:lnTo>
                  <a:lnTo>
                    <a:pt x="38331" y="28702"/>
                  </a:lnTo>
                  <a:lnTo>
                    <a:pt x="16484" y="1651"/>
                  </a:lnTo>
                  <a:close/>
                </a:path>
                <a:path w="920750" h="144779">
                  <a:moveTo>
                    <a:pt x="113360" y="28702"/>
                  </a:moveTo>
                  <a:lnTo>
                    <a:pt x="95859" y="28702"/>
                  </a:lnTo>
                  <a:lnTo>
                    <a:pt x="95859" y="123317"/>
                  </a:lnTo>
                  <a:lnTo>
                    <a:pt x="113360" y="123317"/>
                  </a:lnTo>
                  <a:lnTo>
                    <a:pt x="113360" y="28702"/>
                  </a:lnTo>
                  <a:close/>
                </a:path>
                <a:path w="920750" h="144779">
                  <a:moveTo>
                    <a:pt x="38331" y="28702"/>
                  </a:moveTo>
                  <a:lnTo>
                    <a:pt x="17411" y="28702"/>
                  </a:lnTo>
                  <a:lnTo>
                    <a:pt x="55245" y="75692"/>
                  </a:lnTo>
                  <a:lnTo>
                    <a:pt x="58470" y="75692"/>
                  </a:lnTo>
                  <a:lnTo>
                    <a:pt x="77569" y="51689"/>
                  </a:lnTo>
                  <a:lnTo>
                    <a:pt x="56896" y="51689"/>
                  </a:lnTo>
                  <a:lnTo>
                    <a:pt x="38331" y="28702"/>
                  </a:lnTo>
                  <a:close/>
                </a:path>
                <a:path w="920750" h="144779">
                  <a:moveTo>
                    <a:pt x="113360" y="1651"/>
                  </a:moveTo>
                  <a:lnTo>
                    <a:pt x="97078" y="1651"/>
                  </a:lnTo>
                  <a:lnTo>
                    <a:pt x="56896" y="51689"/>
                  </a:lnTo>
                  <a:lnTo>
                    <a:pt x="77569" y="51689"/>
                  </a:lnTo>
                  <a:lnTo>
                    <a:pt x="95859" y="28702"/>
                  </a:lnTo>
                  <a:lnTo>
                    <a:pt x="113360" y="28702"/>
                  </a:lnTo>
                  <a:lnTo>
                    <a:pt x="113360" y="1651"/>
                  </a:lnTo>
                  <a:close/>
                </a:path>
                <a:path w="920750" h="144779">
                  <a:moveTo>
                    <a:pt x="493623" y="1524"/>
                  </a:moveTo>
                  <a:lnTo>
                    <a:pt x="388797" y="1524"/>
                  </a:lnTo>
                  <a:lnTo>
                    <a:pt x="388797" y="17018"/>
                  </a:lnTo>
                  <a:lnTo>
                    <a:pt x="461645" y="17018"/>
                  </a:lnTo>
                  <a:lnTo>
                    <a:pt x="383832" y="123317"/>
                  </a:lnTo>
                  <a:lnTo>
                    <a:pt x="493623" y="123317"/>
                  </a:lnTo>
                  <a:lnTo>
                    <a:pt x="493623" y="107823"/>
                  </a:lnTo>
                  <a:lnTo>
                    <a:pt x="415925" y="107823"/>
                  </a:lnTo>
                  <a:lnTo>
                    <a:pt x="493623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08202" y="100330"/>
                  </a:moveTo>
                  <a:lnTo>
                    <a:pt x="911758" y="100330"/>
                  </a:lnTo>
                  <a:lnTo>
                    <a:pt x="914679" y="101854"/>
                  </a:lnTo>
                  <a:lnTo>
                    <a:pt x="916838" y="105029"/>
                  </a:lnTo>
                  <a:lnTo>
                    <a:pt x="919124" y="108204"/>
                  </a:lnTo>
                  <a:lnTo>
                    <a:pt x="920267" y="112141"/>
                  </a:lnTo>
                  <a:lnTo>
                    <a:pt x="920267" y="117094"/>
                  </a:lnTo>
                  <a:lnTo>
                    <a:pt x="920267" y="123444"/>
                  </a:lnTo>
                  <a:lnTo>
                    <a:pt x="918362" y="129159"/>
                  </a:lnTo>
                  <a:lnTo>
                    <a:pt x="914679" y="133985"/>
                  </a:lnTo>
                  <a:lnTo>
                    <a:pt x="910996" y="138938"/>
                  </a:lnTo>
                  <a:lnTo>
                    <a:pt x="905916" y="142367"/>
                  </a:lnTo>
                  <a:lnTo>
                    <a:pt x="899439" y="144399"/>
                  </a:lnTo>
                  <a:lnTo>
                    <a:pt x="899439" y="141224"/>
                  </a:lnTo>
                  <a:lnTo>
                    <a:pt x="901979" y="138684"/>
                  </a:lnTo>
                  <a:lnTo>
                    <a:pt x="903757" y="136144"/>
                  </a:lnTo>
                  <a:lnTo>
                    <a:pt x="904900" y="133604"/>
                  </a:lnTo>
                  <a:lnTo>
                    <a:pt x="905916" y="131064"/>
                  </a:lnTo>
                  <a:lnTo>
                    <a:pt x="906551" y="127635"/>
                  </a:lnTo>
                  <a:lnTo>
                    <a:pt x="906678" y="123317"/>
                  </a:lnTo>
                  <a:lnTo>
                    <a:pt x="900582" y="121539"/>
                  </a:lnTo>
                  <a:lnTo>
                    <a:pt x="897407" y="117729"/>
                  </a:lnTo>
                  <a:lnTo>
                    <a:pt x="897407" y="111887"/>
                  </a:lnTo>
                  <a:lnTo>
                    <a:pt x="897407" y="108839"/>
                  </a:lnTo>
                  <a:lnTo>
                    <a:pt x="898550" y="106045"/>
                  </a:lnTo>
                  <a:lnTo>
                    <a:pt x="900582" y="103759"/>
                  </a:lnTo>
                  <a:lnTo>
                    <a:pt x="902741" y="101473"/>
                  </a:lnTo>
                  <a:lnTo>
                    <a:pt x="905281" y="100330"/>
                  </a:lnTo>
                  <a:lnTo>
                    <a:pt x="908202" y="100330"/>
                  </a:lnTo>
                  <a:close/>
                </a:path>
                <a:path w="920750" h="144779">
                  <a:moveTo>
                    <a:pt x="555688" y="27686"/>
                  </a:moveTo>
                  <a:lnTo>
                    <a:pt x="537489" y="71755"/>
                  </a:lnTo>
                  <a:lnTo>
                    <a:pt x="575310" y="71755"/>
                  </a:lnTo>
                  <a:lnTo>
                    <a:pt x="555688" y="27686"/>
                  </a:lnTo>
                  <a:close/>
                </a:path>
                <a:path w="920750" h="144779">
                  <a:moveTo>
                    <a:pt x="183832" y="27686"/>
                  </a:moveTo>
                  <a:lnTo>
                    <a:pt x="165633" y="71755"/>
                  </a:lnTo>
                  <a:lnTo>
                    <a:pt x="203454" y="71755"/>
                  </a:lnTo>
                  <a:lnTo>
                    <a:pt x="183832" y="27686"/>
                  </a:lnTo>
                  <a:close/>
                </a:path>
                <a:path w="920750" h="144779">
                  <a:moveTo>
                    <a:pt x="828827" y="16510"/>
                  </a:moveTo>
                  <a:lnTo>
                    <a:pt x="788629" y="36540"/>
                  </a:lnTo>
                  <a:lnTo>
                    <a:pt x="781075" y="62865"/>
                  </a:lnTo>
                  <a:lnTo>
                    <a:pt x="781910" y="72342"/>
                  </a:lnTo>
                  <a:lnTo>
                    <a:pt x="809713" y="105457"/>
                  </a:lnTo>
                  <a:lnTo>
                    <a:pt x="828319" y="108712"/>
                  </a:lnTo>
                  <a:lnTo>
                    <a:pt x="838082" y="107878"/>
                  </a:lnTo>
                  <a:lnTo>
                    <a:pt x="872515" y="80422"/>
                  </a:lnTo>
                  <a:lnTo>
                    <a:pt x="875944" y="62230"/>
                  </a:lnTo>
                  <a:lnTo>
                    <a:pt x="875087" y="52917"/>
                  </a:lnTo>
                  <a:lnTo>
                    <a:pt x="847099" y="19827"/>
                  </a:lnTo>
                  <a:lnTo>
                    <a:pt x="828827" y="16510"/>
                  </a:lnTo>
                  <a:close/>
                </a:path>
                <a:path w="920750" h="144779">
                  <a:moveTo>
                    <a:pt x="630288" y="1651"/>
                  </a:moveTo>
                  <a:lnTo>
                    <a:pt x="644385" y="1651"/>
                  </a:lnTo>
                  <a:lnTo>
                    <a:pt x="726401" y="96139"/>
                  </a:lnTo>
                  <a:lnTo>
                    <a:pt x="726401" y="1651"/>
                  </a:lnTo>
                  <a:lnTo>
                    <a:pt x="742950" y="1651"/>
                  </a:lnTo>
                  <a:lnTo>
                    <a:pt x="742950" y="123317"/>
                  </a:lnTo>
                  <a:lnTo>
                    <a:pt x="727964" y="123317"/>
                  </a:lnTo>
                  <a:lnTo>
                    <a:pt x="646645" y="29718"/>
                  </a:lnTo>
                  <a:lnTo>
                    <a:pt x="646645" y="123317"/>
                  </a:lnTo>
                  <a:lnTo>
                    <a:pt x="630288" y="123317"/>
                  </a:lnTo>
                  <a:lnTo>
                    <a:pt x="630288" y="1651"/>
                  </a:lnTo>
                  <a:close/>
                </a:path>
                <a:path w="920750" h="144779">
                  <a:moveTo>
                    <a:pt x="258432" y="1651"/>
                  </a:moveTo>
                  <a:lnTo>
                    <a:pt x="272529" y="1651"/>
                  </a:lnTo>
                  <a:lnTo>
                    <a:pt x="354545" y="96139"/>
                  </a:lnTo>
                  <a:lnTo>
                    <a:pt x="354545" y="1651"/>
                  </a:lnTo>
                  <a:lnTo>
                    <a:pt x="371094" y="1651"/>
                  </a:lnTo>
                  <a:lnTo>
                    <a:pt x="371094" y="123317"/>
                  </a:lnTo>
                  <a:lnTo>
                    <a:pt x="356108" y="123317"/>
                  </a:lnTo>
                  <a:lnTo>
                    <a:pt x="274789" y="29718"/>
                  </a:lnTo>
                  <a:lnTo>
                    <a:pt x="274789" y="123317"/>
                  </a:lnTo>
                  <a:lnTo>
                    <a:pt x="258432" y="123317"/>
                  </a:lnTo>
                  <a:lnTo>
                    <a:pt x="258432" y="1651"/>
                  </a:lnTo>
                  <a:close/>
                </a:path>
                <a:path w="920750" h="144779">
                  <a:moveTo>
                    <a:pt x="0" y="1651"/>
                  </a:moveTo>
                  <a:lnTo>
                    <a:pt x="16484" y="1651"/>
                  </a:lnTo>
                  <a:lnTo>
                    <a:pt x="56896" y="51689"/>
                  </a:lnTo>
                  <a:lnTo>
                    <a:pt x="97078" y="1651"/>
                  </a:lnTo>
                  <a:lnTo>
                    <a:pt x="113360" y="1651"/>
                  </a:lnTo>
                  <a:lnTo>
                    <a:pt x="113360" y="123317"/>
                  </a:lnTo>
                  <a:lnTo>
                    <a:pt x="95859" y="123317"/>
                  </a:lnTo>
                  <a:lnTo>
                    <a:pt x="95859" y="28702"/>
                  </a:lnTo>
                  <a:lnTo>
                    <a:pt x="58470" y="75692"/>
                  </a:lnTo>
                  <a:lnTo>
                    <a:pt x="55245" y="75692"/>
                  </a:lnTo>
                  <a:lnTo>
                    <a:pt x="17411" y="28702"/>
                  </a:lnTo>
                  <a:lnTo>
                    <a:pt x="17411" y="123317"/>
                  </a:lnTo>
                  <a:lnTo>
                    <a:pt x="0" y="123317"/>
                  </a:lnTo>
                  <a:lnTo>
                    <a:pt x="0" y="1651"/>
                  </a:lnTo>
                  <a:close/>
                </a:path>
                <a:path w="920750" h="144779">
                  <a:moveTo>
                    <a:pt x="388797" y="1524"/>
                  </a:moveTo>
                  <a:lnTo>
                    <a:pt x="493623" y="1524"/>
                  </a:lnTo>
                  <a:lnTo>
                    <a:pt x="415925" y="107823"/>
                  </a:lnTo>
                  <a:lnTo>
                    <a:pt x="493623" y="107823"/>
                  </a:lnTo>
                  <a:lnTo>
                    <a:pt x="493623" y="123317"/>
                  </a:lnTo>
                  <a:lnTo>
                    <a:pt x="383832" y="123317"/>
                  </a:lnTo>
                  <a:lnTo>
                    <a:pt x="461645" y="17018"/>
                  </a:lnTo>
                  <a:lnTo>
                    <a:pt x="388797" y="17018"/>
                  </a:lnTo>
                  <a:lnTo>
                    <a:pt x="388797" y="1524"/>
                  </a:lnTo>
                  <a:close/>
                </a:path>
                <a:path w="920750" h="144779">
                  <a:moveTo>
                    <a:pt x="549719" y="1016"/>
                  </a:moveTo>
                  <a:lnTo>
                    <a:pt x="561962" y="1016"/>
                  </a:lnTo>
                  <a:lnTo>
                    <a:pt x="616496" y="123317"/>
                  </a:lnTo>
                  <a:lnTo>
                    <a:pt x="598678" y="123317"/>
                  </a:lnTo>
                  <a:lnTo>
                    <a:pt x="582460" y="87249"/>
                  </a:lnTo>
                  <a:lnTo>
                    <a:pt x="530567" y="87249"/>
                  </a:lnTo>
                  <a:lnTo>
                    <a:pt x="515378" y="123317"/>
                  </a:lnTo>
                  <a:lnTo>
                    <a:pt x="497484" y="123317"/>
                  </a:lnTo>
                  <a:lnTo>
                    <a:pt x="549719" y="1016"/>
                  </a:lnTo>
                  <a:close/>
                </a:path>
                <a:path w="920750" h="144779">
                  <a:moveTo>
                    <a:pt x="177863" y="1016"/>
                  </a:moveTo>
                  <a:lnTo>
                    <a:pt x="190106" y="1016"/>
                  </a:lnTo>
                  <a:lnTo>
                    <a:pt x="244640" y="123317"/>
                  </a:lnTo>
                  <a:lnTo>
                    <a:pt x="226822" y="123317"/>
                  </a:lnTo>
                  <a:lnTo>
                    <a:pt x="210604" y="87249"/>
                  </a:lnTo>
                  <a:lnTo>
                    <a:pt x="158711" y="87249"/>
                  </a:lnTo>
                  <a:lnTo>
                    <a:pt x="143522" y="123317"/>
                  </a:lnTo>
                  <a:lnTo>
                    <a:pt x="125628" y="123317"/>
                  </a:lnTo>
                  <a:lnTo>
                    <a:pt x="177863" y="101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865105" y="10019"/>
                  </a:lnTo>
                  <a:lnTo>
                    <a:pt x="892682" y="49676"/>
                  </a:lnTo>
                  <a:lnTo>
                    <a:pt x="893851" y="62611"/>
                  </a:lnTo>
                  <a:lnTo>
                    <a:pt x="892662" y="75467"/>
                  </a:lnTo>
                  <a:lnTo>
                    <a:pt x="864806" y="114802"/>
                  </a:lnTo>
                  <a:lnTo>
                    <a:pt x="827176" y="124714"/>
                  </a:lnTo>
                  <a:lnTo>
                    <a:pt x="814012" y="123616"/>
                  </a:lnTo>
                  <a:lnTo>
                    <a:pt x="773328" y="97726"/>
                  </a:lnTo>
                  <a:lnTo>
                    <a:pt x="763041" y="62865"/>
                  </a:lnTo>
                  <a:lnTo>
                    <a:pt x="764186" y="49837"/>
                  </a:lnTo>
                  <a:lnTo>
                    <a:pt x="791310" y="10019"/>
                  </a:lnTo>
                  <a:lnTo>
                    <a:pt x="828065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43558" y="4337684"/>
            <a:ext cx="94361" cy="17183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752600" y="4337050"/>
            <a:ext cx="158115" cy="13284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039366" y="4337684"/>
            <a:ext cx="163957" cy="13220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328545" y="4336160"/>
            <a:ext cx="204343" cy="153416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2655189" y="4336034"/>
            <a:ext cx="777875" cy="153670"/>
            <a:chOff x="2655189" y="4336034"/>
            <a:chExt cx="777875" cy="153670"/>
          </a:xfrm>
        </p:grpSpPr>
        <p:sp>
          <p:nvSpPr>
            <p:cNvPr id="53" name="object 53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9840" y="100330"/>
                  </a:moveTo>
                  <a:lnTo>
                    <a:pt x="753363" y="100330"/>
                  </a:lnTo>
                  <a:lnTo>
                    <a:pt x="750824" y="101473"/>
                  </a:lnTo>
                  <a:lnTo>
                    <a:pt x="748664" y="103759"/>
                  </a:lnTo>
                  <a:lnTo>
                    <a:pt x="746633" y="106045"/>
                  </a:lnTo>
                  <a:lnTo>
                    <a:pt x="745489" y="108839"/>
                  </a:lnTo>
                  <a:lnTo>
                    <a:pt x="745489" y="117729"/>
                  </a:lnTo>
                  <a:lnTo>
                    <a:pt x="748664" y="121539"/>
                  </a:lnTo>
                  <a:lnTo>
                    <a:pt x="755196" y="123444"/>
                  </a:lnTo>
                  <a:lnTo>
                    <a:pt x="754757" y="123444"/>
                  </a:lnTo>
                  <a:lnTo>
                    <a:pt x="747522" y="141224"/>
                  </a:lnTo>
                  <a:lnTo>
                    <a:pt x="747522" y="144399"/>
                  </a:lnTo>
                  <a:lnTo>
                    <a:pt x="753999" y="142367"/>
                  </a:lnTo>
                  <a:lnTo>
                    <a:pt x="759078" y="138938"/>
                  </a:lnTo>
                  <a:lnTo>
                    <a:pt x="762762" y="133985"/>
                  </a:lnTo>
                  <a:lnTo>
                    <a:pt x="766444" y="129159"/>
                  </a:lnTo>
                  <a:lnTo>
                    <a:pt x="768350" y="123444"/>
                  </a:lnTo>
                  <a:lnTo>
                    <a:pt x="768350" y="112141"/>
                  </a:lnTo>
                  <a:lnTo>
                    <a:pt x="767206" y="108204"/>
                  </a:lnTo>
                  <a:lnTo>
                    <a:pt x="764921" y="105029"/>
                  </a:lnTo>
                  <a:lnTo>
                    <a:pt x="762762" y="101854"/>
                  </a:lnTo>
                  <a:lnTo>
                    <a:pt x="759840" y="100330"/>
                  </a:lnTo>
                  <a:close/>
                </a:path>
                <a:path w="768350" h="144779">
                  <a:moveTo>
                    <a:pt x="684402" y="1016"/>
                  </a:moveTo>
                  <a:lnTo>
                    <a:pt x="672084" y="1016"/>
                  </a:lnTo>
                  <a:lnTo>
                    <a:pt x="619887" y="123317"/>
                  </a:lnTo>
                  <a:lnTo>
                    <a:pt x="637793" y="123317"/>
                  </a:lnTo>
                  <a:lnTo>
                    <a:pt x="653034" y="87249"/>
                  </a:lnTo>
                  <a:lnTo>
                    <a:pt x="722818" y="87249"/>
                  </a:lnTo>
                  <a:lnTo>
                    <a:pt x="715916" y="71755"/>
                  </a:lnTo>
                  <a:lnTo>
                    <a:pt x="659891" y="71755"/>
                  </a:lnTo>
                  <a:lnTo>
                    <a:pt x="678052" y="27686"/>
                  </a:lnTo>
                  <a:lnTo>
                    <a:pt x="696284" y="27686"/>
                  </a:lnTo>
                  <a:lnTo>
                    <a:pt x="684402" y="1016"/>
                  </a:lnTo>
                  <a:close/>
                </a:path>
                <a:path w="768350" h="144779">
                  <a:moveTo>
                    <a:pt x="722818" y="87249"/>
                  </a:moveTo>
                  <a:lnTo>
                    <a:pt x="704850" y="87249"/>
                  </a:lnTo>
                  <a:lnTo>
                    <a:pt x="721105" y="123317"/>
                  </a:lnTo>
                  <a:lnTo>
                    <a:pt x="738886" y="123317"/>
                  </a:lnTo>
                  <a:lnTo>
                    <a:pt x="722818" y="87249"/>
                  </a:lnTo>
                  <a:close/>
                </a:path>
                <a:path w="768350" h="144779">
                  <a:moveTo>
                    <a:pt x="696284" y="27686"/>
                  </a:moveTo>
                  <a:lnTo>
                    <a:pt x="678052" y="27686"/>
                  </a:lnTo>
                  <a:lnTo>
                    <a:pt x="697738" y="71755"/>
                  </a:lnTo>
                  <a:lnTo>
                    <a:pt x="715916" y="71755"/>
                  </a:lnTo>
                  <a:lnTo>
                    <a:pt x="696284" y="27686"/>
                  </a:lnTo>
                  <a:close/>
                </a:path>
                <a:path w="768350" h="144779">
                  <a:moveTo>
                    <a:pt x="556132" y="1651"/>
                  </a:moveTo>
                  <a:lnTo>
                    <a:pt x="525652" y="1651"/>
                  </a:lnTo>
                  <a:lnTo>
                    <a:pt x="525652" y="123317"/>
                  </a:lnTo>
                  <a:lnTo>
                    <a:pt x="543051" y="123317"/>
                  </a:lnTo>
                  <a:lnTo>
                    <a:pt x="543051" y="70358"/>
                  </a:lnTo>
                  <a:lnTo>
                    <a:pt x="582041" y="70358"/>
                  </a:lnTo>
                  <a:lnTo>
                    <a:pt x="579501" y="68072"/>
                  </a:lnTo>
                  <a:lnTo>
                    <a:pt x="575690" y="65532"/>
                  </a:lnTo>
                  <a:lnTo>
                    <a:pt x="582294" y="62992"/>
                  </a:lnTo>
                  <a:lnTo>
                    <a:pt x="587375" y="59055"/>
                  </a:lnTo>
                  <a:lnTo>
                    <a:pt x="590308" y="54864"/>
                  </a:lnTo>
                  <a:lnTo>
                    <a:pt x="543051" y="54864"/>
                  </a:lnTo>
                  <a:lnTo>
                    <a:pt x="543051" y="16510"/>
                  </a:lnTo>
                  <a:lnTo>
                    <a:pt x="590539" y="16510"/>
                  </a:lnTo>
                  <a:lnTo>
                    <a:pt x="590103" y="15771"/>
                  </a:lnTo>
                  <a:lnTo>
                    <a:pt x="585343" y="10795"/>
                  </a:lnTo>
                  <a:lnTo>
                    <a:pt x="579439" y="6794"/>
                  </a:lnTo>
                  <a:lnTo>
                    <a:pt x="572595" y="3937"/>
                  </a:lnTo>
                  <a:lnTo>
                    <a:pt x="564822" y="2222"/>
                  </a:lnTo>
                  <a:lnTo>
                    <a:pt x="556132" y="1651"/>
                  </a:lnTo>
                  <a:close/>
                </a:path>
                <a:path w="768350" h="144779">
                  <a:moveTo>
                    <a:pt x="582041" y="70358"/>
                  </a:moveTo>
                  <a:lnTo>
                    <a:pt x="553212" y="70358"/>
                  </a:lnTo>
                  <a:lnTo>
                    <a:pt x="557276" y="70993"/>
                  </a:lnTo>
                  <a:lnTo>
                    <a:pt x="559688" y="72390"/>
                  </a:lnTo>
                  <a:lnTo>
                    <a:pt x="588899" y="109093"/>
                  </a:lnTo>
                  <a:lnTo>
                    <a:pt x="592327" y="113792"/>
                  </a:lnTo>
                  <a:lnTo>
                    <a:pt x="592931" y="114681"/>
                  </a:lnTo>
                  <a:lnTo>
                    <a:pt x="593216" y="115062"/>
                  </a:lnTo>
                  <a:lnTo>
                    <a:pt x="593343" y="115316"/>
                  </a:lnTo>
                  <a:lnTo>
                    <a:pt x="598677" y="123317"/>
                  </a:lnTo>
                  <a:lnTo>
                    <a:pt x="619378" y="123317"/>
                  </a:lnTo>
                  <a:lnTo>
                    <a:pt x="612901" y="114681"/>
                  </a:lnTo>
                  <a:lnTo>
                    <a:pt x="610362" y="111125"/>
                  </a:lnTo>
                  <a:lnTo>
                    <a:pt x="606933" y="105918"/>
                  </a:lnTo>
                  <a:lnTo>
                    <a:pt x="602741" y="99060"/>
                  </a:lnTo>
                  <a:lnTo>
                    <a:pt x="597979" y="91412"/>
                  </a:lnTo>
                  <a:lnTo>
                    <a:pt x="593788" y="85026"/>
                  </a:lnTo>
                  <a:lnTo>
                    <a:pt x="590168" y="79879"/>
                  </a:lnTo>
                  <a:lnTo>
                    <a:pt x="587120" y="75946"/>
                  </a:lnTo>
                  <a:lnTo>
                    <a:pt x="583311" y="71501"/>
                  </a:lnTo>
                  <a:lnTo>
                    <a:pt x="582041" y="70358"/>
                  </a:lnTo>
                  <a:close/>
                </a:path>
                <a:path w="768350" h="144779">
                  <a:moveTo>
                    <a:pt x="590539" y="16510"/>
                  </a:moveTo>
                  <a:lnTo>
                    <a:pt x="556768" y="16510"/>
                  </a:lnTo>
                  <a:lnTo>
                    <a:pt x="562863" y="17145"/>
                  </a:lnTo>
                  <a:lnTo>
                    <a:pt x="570230" y="19685"/>
                  </a:lnTo>
                  <a:lnTo>
                    <a:pt x="573151" y="21844"/>
                  </a:lnTo>
                  <a:lnTo>
                    <a:pt x="575182" y="25019"/>
                  </a:lnTo>
                  <a:lnTo>
                    <a:pt x="577239" y="28154"/>
                  </a:lnTo>
                  <a:lnTo>
                    <a:pt x="578231" y="31623"/>
                  </a:lnTo>
                  <a:lnTo>
                    <a:pt x="578231" y="39243"/>
                  </a:lnTo>
                  <a:lnTo>
                    <a:pt x="577373" y="42672"/>
                  </a:lnTo>
                  <a:lnTo>
                    <a:pt x="577341" y="42799"/>
                  </a:lnTo>
                  <a:lnTo>
                    <a:pt x="575437" y="45847"/>
                  </a:lnTo>
                  <a:lnTo>
                    <a:pt x="573658" y="48895"/>
                  </a:lnTo>
                  <a:lnTo>
                    <a:pt x="571119" y="51181"/>
                  </a:lnTo>
                  <a:lnTo>
                    <a:pt x="567816" y="52578"/>
                  </a:lnTo>
                  <a:lnTo>
                    <a:pt x="564514" y="54102"/>
                  </a:lnTo>
                  <a:lnTo>
                    <a:pt x="558419" y="54864"/>
                  </a:lnTo>
                  <a:lnTo>
                    <a:pt x="590308" y="54864"/>
                  </a:lnTo>
                  <a:lnTo>
                    <a:pt x="594400" y="48895"/>
                  </a:lnTo>
                  <a:lnTo>
                    <a:pt x="595338" y="45847"/>
                  </a:lnTo>
                  <a:lnTo>
                    <a:pt x="596227" y="42799"/>
                  </a:lnTo>
                  <a:lnTo>
                    <a:pt x="596264" y="35560"/>
                  </a:lnTo>
                  <a:lnTo>
                    <a:pt x="595576" y="28154"/>
                  </a:lnTo>
                  <a:lnTo>
                    <a:pt x="593607" y="21844"/>
                  </a:lnTo>
                  <a:lnTo>
                    <a:pt x="593518" y="21558"/>
                  </a:lnTo>
                  <a:lnTo>
                    <a:pt x="590539" y="16510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8414" y="17780"/>
                  </a:lnTo>
                  <a:lnTo>
                    <a:pt x="1191" y="49676"/>
                  </a:lnTo>
                  <a:lnTo>
                    <a:pt x="1144" y="49837"/>
                  </a:lnTo>
                  <a:lnTo>
                    <a:pt x="55" y="62230"/>
                  </a:lnTo>
                  <a:lnTo>
                    <a:pt x="0" y="62865"/>
                  </a:lnTo>
                  <a:lnTo>
                    <a:pt x="1128" y="75467"/>
                  </a:lnTo>
                  <a:lnTo>
                    <a:pt x="1143" y="75628"/>
                  </a:lnTo>
                  <a:lnTo>
                    <a:pt x="28023" y="114802"/>
                  </a:lnTo>
                  <a:lnTo>
                    <a:pt x="64134" y="124714"/>
                  </a:lnTo>
                  <a:lnTo>
                    <a:pt x="77900" y="123616"/>
                  </a:lnTo>
                  <a:lnTo>
                    <a:pt x="90439" y="120316"/>
                  </a:lnTo>
                  <a:lnTo>
                    <a:pt x="101764" y="114802"/>
                  </a:lnTo>
                  <a:lnTo>
                    <a:pt x="109728" y="108712"/>
                  </a:lnTo>
                  <a:lnTo>
                    <a:pt x="65277" y="108712"/>
                  </a:lnTo>
                  <a:lnTo>
                    <a:pt x="55534" y="107900"/>
                  </a:lnTo>
                  <a:lnTo>
                    <a:pt x="21383" y="80962"/>
                  </a:lnTo>
                  <a:lnTo>
                    <a:pt x="18033" y="62865"/>
                  </a:lnTo>
                  <a:lnTo>
                    <a:pt x="18869" y="53201"/>
                  </a:lnTo>
                  <a:lnTo>
                    <a:pt x="21383" y="44418"/>
                  </a:lnTo>
                  <a:lnTo>
                    <a:pt x="25517" y="36673"/>
                  </a:lnTo>
                  <a:lnTo>
                    <a:pt x="25588" y="36540"/>
                  </a:lnTo>
                  <a:lnTo>
                    <a:pt x="55711" y="17341"/>
                  </a:lnTo>
                  <a:lnTo>
                    <a:pt x="55540" y="17341"/>
                  </a:lnTo>
                  <a:lnTo>
                    <a:pt x="65786" y="16510"/>
                  </a:lnTo>
                  <a:lnTo>
                    <a:pt x="110385" y="16510"/>
                  </a:lnTo>
                  <a:lnTo>
                    <a:pt x="102064" y="10019"/>
                  </a:lnTo>
                  <a:lnTo>
                    <a:pt x="90900" y="4460"/>
                  </a:lnTo>
                  <a:lnTo>
                    <a:pt x="78545" y="1117"/>
                  </a:lnTo>
                  <a:lnTo>
                    <a:pt x="65024" y="0"/>
                  </a:lnTo>
                  <a:close/>
                </a:path>
                <a:path w="768350" h="144779">
                  <a:moveTo>
                    <a:pt x="110385" y="16510"/>
                  </a:moveTo>
                  <a:lnTo>
                    <a:pt x="65786" y="16510"/>
                  </a:lnTo>
                  <a:lnTo>
                    <a:pt x="75309" y="17341"/>
                  </a:lnTo>
                  <a:lnTo>
                    <a:pt x="84058" y="19827"/>
                  </a:lnTo>
                  <a:lnTo>
                    <a:pt x="112045" y="52917"/>
                  </a:lnTo>
                  <a:lnTo>
                    <a:pt x="112902" y="62230"/>
                  </a:lnTo>
                  <a:lnTo>
                    <a:pt x="112045" y="71731"/>
                  </a:lnTo>
                  <a:lnTo>
                    <a:pt x="83793" y="105457"/>
                  </a:lnTo>
                  <a:lnTo>
                    <a:pt x="83664" y="105457"/>
                  </a:lnTo>
                  <a:lnTo>
                    <a:pt x="74963" y="107900"/>
                  </a:lnTo>
                  <a:lnTo>
                    <a:pt x="74785" y="107900"/>
                  </a:lnTo>
                  <a:lnTo>
                    <a:pt x="65277" y="108712"/>
                  </a:lnTo>
                  <a:lnTo>
                    <a:pt x="109728" y="108712"/>
                  </a:lnTo>
                  <a:lnTo>
                    <a:pt x="129572" y="75628"/>
                  </a:lnTo>
                  <a:lnTo>
                    <a:pt x="130786" y="62865"/>
                  </a:lnTo>
                  <a:lnTo>
                    <a:pt x="130775" y="62230"/>
                  </a:lnTo>
                  <a:lnTo>
                    <a:pt x="129655" y="49837"/>
                  </a:lnTo>
                  <a:lnTo>
                    <a:pt x="129641" y="49676"/>
                  </a:lnTo>
                  <a:lnTo>
                    <a:pt x="126150" y="37988"/>
                  </a:lnTo>
                  <a:lnTo>
                    <a:pt x="125443" y="36673"/>
                  </a:lnTo>
                  <a:lnTo>
                    <a:pt x="120267" y="27306"/>
                  </a:lnTo>
                  <a:lnTo>
                    <a:pt x="112013" y="17780"/>
                  </a:lnTo>
                  <a:lnTo>
                    <a:pt x="110385" y="16510"/>
                  </a:lnTo>
                  <a:close/>
                </a:path>
                <a:path w="768350" h="144779">
                  <a:moveTo>
                    <a:pt x="498475" y="1651"/>
                  </a:moveTo>
                  <a:lnTo>
                    <a:pt x="481075" y="1651"/>
                  </a:lnTo>
                  <a:lnTo>
                    <a:pt x="481075" y="123317"/>
                  </a:lnTo>
                  <a:lnTo>
                    <a:pt x="498475" y="123317"/>
                  </a:lnTo>
                  <a:lnTo>
                    <a:pt x="498475" y="1651"/>
                  </a:lnTo>
                  <a:close/>
                </a:path>
                <a:path w="768350" h="144779">
                  <a:moveTo>
                    <a:pt x="459994" y="1651"/>
                  </a:moveTo>
                  <a:lnTo>
                    <a:pt x="391032" y="1651"/>
                  </a:lnTo>
                  <a:lnTo>
                    <a:pt x="391032" y="123190"/>
                  </a:lnTo>
                  <a:lnTo>
                    <a:pt x="461644" y="123190"/>
                  </a:lnTo>
                  <a:lnTo>
                    <a:pt x="461644" y="107696"/>
                  </a:lnTo>
                  <a:lnTo>
                    <a:pt x="408431" y="107696"/>
                  </a:lnTo>
                  <a:lnTo>
                    <a:pt x="408431" y="69850"/>
                  </a:lnTo>
                  <a:lnTo>
                    <a:pt x="458215" y="69850"/>
                  </a:lnTo>
                  <a:lnTo>
                    <a:pt x="458215" y="54229"/>
                  </a:lnTo>
                  <a:lnTo>
                    <a:pt x="408431" y="54229"/>
                  </a:lnTo>
                  <a:lnTo>
                    <a:pt x="408431" y="17145"/>
                  </a:lnTo>
                  <a:lnTo>
                    <a:pt x="459994" y="17145"/>
                  </a:lnTo>
                  <a:lnTo>
                    <a:pt x="459994" y="1651"/>
                  </a:lnTo>
                  <a:close/>
                </a:path>
                <a:path w="768350" h="144779">
                  <a:moveTo>
                    <a:pt x="286893" y="1651"/>
                  </a:moveTo>
                  <a:lnTo>
                    <a:pt x="269366" y="1651"/>
                  </a:lnTo>
                  <a:lnTo>
                    <a:pt x="321818" y="123825"/>
                  </a:lnTo>
                  <a:lnTo>
                    <a:pt x="325755" y="123825"/>
                  </a:lnTo>
                  <a:lnTo>
                    <a:pt x="341206" y="87122"/>
                  </a:lnTo>
                  <a:lnTo>
                    <a:pt x="323469" y="87122"/>
                  </a:lnTo>
                  <a:lnTo>
                    <a:pt x="286893" y="1651"/>
                  </a:lnTo>
                  <a:close/>
                </a:path>
                <a:path w="768350" h="144779">
                  <a:moveTo>
                    <a:pt x="377189" y="1651"/>
                  </a:moveTo>
                  <a:lnTo>
                    <a:pt x="359790" y="1651"/>
                  </a:lnTo>
                  <a:lnTo>
                    <a:pt x="323469" y="87122"/>
                  </a:lnTo>
                  <a:lnTo>
                    <a:pt x="341206" y="87122"/>
                  </a:lnTo>
                  <a:lnTo>
                    <a:pt x="377189" y="1651"/>
                  </a:lnTo>
                  <a:close/>
                </a:path>
                <a:path w="768350" h="144779">
                  <a:moveTo>
                    <a:pt x="256158" y="1651"/>
                  </a:moveTo>
                  <a:lnTo>
                    <a:pt x="238759" y="1651"/>
                  </a:lnTo>
                  <a:lnTo>
                    <a:pt x="238759" y="123317"/>
                  </a:lnTo>
                  <a:lnTo>
                    <a:pt x="256158" y="123317"/>
                  </a:lnTo>
                  <a:lnTo>
                    <a:pt x="256158" y="1651"/>
                  </a:lnTo>
                  <a:close/>
                </a:path>
                <a:path w="768350" h="144779">
                  <a:moveTo>
                    <a:pt x="169163" y="1651"/>
                  </a:moveTo>
                  <a:lnTo>
                    <a:pt x="151764" y="1651"/>
                  </a:lnTo>
                  <a:lnTo>
                    <a:pt x="151764" y="123317"/>
                  </a:lnTo>
                  <a:lnTo>
                    <a:pt x="223900" y="123317"/>
                  </a:lnTo>
                  <a:lnTo>
                    <a:pt x="223900" y="107442"/>
                  </a:lnTo>
                  <a:lnTo>
                    <a:pt x="169163" y="107442"/>
                  </a:lnTo>
                  <a:lnTo>
                    <a:pt x="169163" y="1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6285" y="100330"/>
                  </a:moveTo>
                  <a:lnTo>
                    <a:pt x="759840" y="100330"/>
                  </a:lnTo>
                  <a:lnTo>
                    <a:pt x="762762" y="101854"/>
                  </a:lnTo>
                  <a:lnTo>
                    <a:pt x="764921" y="105029"/>
                  </a:lnTo>
                  <a:lnTo>
                    <a:pt x="767206" y="108204"/>
                  </a:lnTo>
                  <a:lnTo>
                    <a:pt x="768350" y="112141"/>
                  </a:lnTo>
                  <a:lnTo>
                    <a:pt x="768350" y="117094"/>
                  </a:lnTo>
                  <a:lnTo>
                    <a:pt x="768350" y="123444"/>
                  </a:lnTo>
                  <a:lnTo>
                    <a:pt x="766444" y="129159"/>
                  </a:lnTo>
                  <a:lnTo>
                    <a:pt x="762762" y="133985"/>
                  </a:lnTo>
                  <a:lnTo>
                    <a:pt x="759078" y="138938"/>
                  </a:lnTo>
                  <a:lnTo>
                    <a:pt x="753999" y="142367"/>
                  </a:lnTo>
                  <a:lnTo>
                    <a:pt x="747522" y="144399"/>
                  </a:lnTo>
                  <a:lnTo>
                    <a:pt x="747522" y="141224"/>
                  </a:lnTo>
                  <a:lnTo>
                    <a:pt x="750062" y="138684"/>
                  </a:lnTo>
                  <a:lnTo>
                    <a:pt x="751839" y="136144"/>
                  </a:lnTo>
                  <a:lnTo>
                    <a:pt x="752983" y="133604"/>
                  </a:lnTo>
                  <a:lnTo>
                    <a:pt x="753999" y="131064"/>
                  </a:lnTo>
                  <a:lnTo>
                    <a:pt x="754634" y="127635"/>
                  </a:lnTo>
                  <a:lnTo>
                    <a:pt x="754761" y="123317"/>
                  </a:lnTo>
                  <a:lnTo>
                    <a:pt x="748664" y="121539"/>
                  </a:lnTo>
                  <a:lnTo>
                    <a:pt x="745489" y="117729"/>
                  </a:lnTo>
                  <a:lnTo>
                    <a:pt x="745489" y="111887"/>
                  </a:lnTo>
                  <a:lnTo>
                    <a:pt x="745489" y="108839"/>
                  </a:lnTo>
                  <a:lnTo>
                    <a:pt x="746633" y="106045"/>
                  </a:lnTo>
                  <a:lnTo>
                    <a:pt x="748664" y="103759"/>
                  </a:lnTo>
                  <a:lnTo>
                    <a:pt x="750824" y="101473"/>
                  </a:lnTo>
                  <a:lnTo>
                    <a:pt x="753363" y="100330"/>
                  </a:lnTo>
                  <a:lnTo>
                    <a:pt x="756285" y="100330"/>
                  </a:lnTo>
                  <a:close/>
                </a:path>
                <a:path w="768350" h="144779">
                  <a:moveTo>
                    <a:pt x="678052" y="27686"/>
                  </a:moveTo>
                  <a:lnTo>
                    <a:pt x="659891" y="71755"/>
                  </a:lnTo>
                  <a:lnTo>
                    <a:pt x="697738" y="71755"/>
                  </a:lnTo>
                  <a:lnTo>
                    <a:pt x="678052" y="27686"/>
                  </a:lnTo>
                  <a:close/>
                </a:path>
                <a:path w="768350" h="144779">
                  <a:moveTo>
                    <a:pt x="543051" y="16510"/>
                  </a:moveTo>
                  <a:lnTo>
                    <a:pt x="543051" y="54864"/>
                  </a:lnTo>
                  <a:lnTo>
                    <a:pt x="549656" y="54864"/>
                  </a:lnTo>
                  <a:lnTo>
                    <a:pt x="558419" y="54864"/>
                  </a:lnTo>
                  <a:lnTo>
                    <a:pt x="564514" y="54102"/>
                  </a:lnTo>
                  <a:lnTo>
                    <a:pt x="567816" y="52578"/>
                  </a:lnTo>
                  <a:lnTo>
                    <a:pt x="571119" y="51181"/>
                  </a:lnTo>
                  <a:lnTo>
                    <a:pt x="573658" y="48895"/>
                  </a:lnTo>
                  <a:lnTo>
                    <a:pt x="575437" y="45847"/>
                  </a:lnTo>
                  <a:lnTo>
                    <a:pt x="577341" y="42799"/>
                  </a:lnTo>
                  <a:lnTo>
                    <a:pt x="578231" y="39243"/>
                  </a:lnTo>
                  <a:lnTo>
                    <a:pt x="578231" y="35433"/>
                  </a:lnTo>
                  <a:lnTo>
                    <a:pt x="578231" y="31623"/>
                  </a:lnTo>
                  <a:lnTo>
                    <a:pt x="577214" y="28067"/>
                  </a:lnTo>
                  <a:lnTo>
                    <a:pt x="575182" y="25019"/>
                  </a:lnTo>
                  <a:lnTo>
                    <a:pt x="573151" y="21844"/>
                  </a:lnTo>
                  <a:lnTo>
                    <a:pt x="570230" y="19685"/>
                  </a:lnTo>
                  <a:lnTo>
                    <a:pt x="566546" y="18415"/>
                  </a:lnTo>
                  <a:lnTo>
                    <a:pt x="562863" y="17145"/>
                  </a:lnTo>
                  <a:lnTo>
                    <a:pt x="556768" y="16510"/>
                  </a:lnTo>
                  <a:lnTo>
                    <a:pt x="548258" y="16510"/>
                  </a:lnTo>
                  <a:lnTo>
                    <a:pt x="543051" y="16510"/>
                  </a:lnTo>
                  <a:close/>
                </a:path>
                <a:path w="768350" h="144779">
                  <a:moveTo>
                    <a:pt x="65786" y="16510"/>
                  </a:moveTo>
                  <a:lnTo>
                    <a:pt x="25588" y="36540"/>
                  </a:lnTo>
                  <a:lnTo>
                    <a:pt x="18033" y="62865"/>
                  </a:lnTo>
                  <a:lnTo>
                    <a:pt x="18869" y="72342"/>
                  </a:lnTo>
                  <a:lnTo>
                    <a:pt x="46672" y="105457"/>
                  </a:lnTo>
                  <a:lnTo>
                    <a:pt x="65277" y="108712"/>
                  </a:lnTo>
                  <a:lnTo>
                    <a:pt x="75041" y="107878"/>
                  </a:lnTo>
                  <a:lnTo>
                    <a:pt x="109474" y="80422"/>
                  </a:lnTo>
                  <a:lnTo>
                    <a:pt x="112902" y="62230"/>
                  </a:lnTo>
                  <a:lnTo>
                    <a:pt x="112045" y="52917"/>
                  </a:lnTo>
                  <a:lnTo>
                    <a:pt x="84058" y="19827"/>
                  </a:lnTo>
                  <a:lnTo>
                    <a:pt x="65786" y="16510"/>
                  </a:lnTo>
                  <a:close/>
                </a:path>
                <a:path w="768350" h="144779">
                  <a:moveTo>
                    <a:pt x="525652" y="1651"/>
                  </a:moveTo>
                  <a:lnTo>
                    <a:pt x="556132" y="1651"/>
                  </a:lnTo>
                  <a:lnTo>
                    <a:pt x="564822" y="2222"/>
                  </a:lnTo>
                  <a:lnTo>
                    <a:pt x="595576" y="28154"/>
                  </a:lnTo>
                  <a:lnTo>
                    <a:pt x="596264" y="35560"/>
                  </a:lnTo>
                  <a:lnTo>
                    <a:pt x="596264" y="42672"/>
                  </a:lnTo>
                  <a:lnTo>
                    <a:pt x="575690" y="65532"/>
                  </a:lnTo>
                  <a:lnTo>
                    <a:pt x="579501" y="68072"/>
                  </a:lnTo>
                  <a:lnTo>
                    <a:pt x="602741" y="99060"/>
                  </a:lnTo>
                  <a:lnTo>
                    <a:pt x="606933" y="105918"/>
                  </a:lnTo>
                  <a:lnTo>
                    <a:pt x="610362" y="111125"/>
                  </a:lnTo>
                  <a:lnTo>
                    <a:pt x="612901" y="114681"/>
                  </a:lnTo>
                  <a:lnTo>
                    <a:pt x="619378" y="123317"/>
                  </a:lnTo>
                  <a:lnTo>
                    <a:pt x="598677" y="123317"/>
                  </a:lnTo>
                  <a:lnTo>
                    <a:pt x="593343" y="115316"/>
                  </a:lnTo>
                  <a:lnTo>
                    <a:pt x="593216" y="115062"/>
                  </a:lnTo>
                  <a:lnTo>
                    <a:pt x="592836" y="114554"/>
                  </a:lnTo>
                  <a:lnTo>
                    <a:pt x="592327" y="113792"/>
                  </a:lnTo>
                  <a:lnTo>
                    <a:pt x="588899" y="109093"/>
                  </a:lnTo>
                  <a:lnTo>
                    <a:pt x="583564" y="100203"/>
                  </a:lnTo>
                  <a:lnTo>
                    <a:pt x="559688" y="72390"/>
                  </a:lnTo>
                  <a:lnTo>
                    <a:pt x="557276" y="70993"/>
                  </a:lnTo>
                  <a:lnTo>
                    <a:pt x="553212" y="70358"/>
                  </a:lnTo>
                  <a:lnTo>
                    <a:pt x="547496" y="70358"/>
                  </a:lnTo>
                  <a:lnTo>
                    <a:pt x="543051" y="70358"/>
                  </a:lnTo>
                  <a:lnTo>
                    <a:pt x="543051" y="123317"/>
                  </a:lnTo>
                  <a:lnTo>
                    <a:pt x="525652" y="123317"/>
                  </a:lnTo>
                  <a:lnTo>
                    <a:pt x="525652" y="1651"/>
                  </a:lnTo>
                  <a:close/>
                </a:path>
                <a:path w="768350" h="144779">
                  <a:moveTo>
                    <a:pt x="481075" y="1651"/>
                  </a:moveTo>
                  <a:lnTo>
                    <a:pt x="498475" y="1651"/>
                  </a:lnTo>
                  <a:lnTo>
                    <a:pt x="498475" y="123317"/>
                  </a:lnTo>
                  <a:lnTo>
                    <a:pt x="481075" y="123317"/>
                  </a:lnTo>
                  <a:lnTo>
                    <a:pt x="481075" y="1651"/>
                  </a:lnTo>
                  <a:close/>
                </a:path>
                <a:path w="768350" h="144779">
                  <a:moveTo>
                    <a:pt x="391032" y="1651"/>
                  </a:moveTo>
                  <a:lnTo>
                    <a:pt x="459994" y="1651"/>
                  </a:lnTo>
                  <a:lnTo>
                    <a:pt x="459994" y="17145"/>
                  </a:lnTo>
                  <a:lnTo>
                    <a:pt x="408431" y="17145"/>
                  </a:lnTo>
                  <a:lnTo>
                    <a:pt x="408431" y="54229"/>
                  </a:lnTo>
                  <a:lnTo>
                    <a:pt x="458215" y="54229"/>
                  </a:lnTo>
                  <a:lnTo>
                    <a:pt x="458215" y="69850"/>
                  </a:lnTo>
                  <a:lnTo>
                    <a:pt x="408431" y="69850"/>
                  </a:lnTo>
                  <a:lnTo>
                    <a:pt x="408431" y="107696"/>
                  </a:lnTo>
                  <a:lnTo>
                    <a:pt x="461644" y="107696"/>
                  </a:lnTo>
                  <a:lnTo>
                    <a:pt x="461644" y="123190"/>
                  </a:lnTo>
                  <a:lnTo>
                    <a:pt x="391032" y="123190"/>
                  </a:lnTo>
                  <a:lnTo>
                    <a:pt x="391032" y="1651"/>
                  </a:lnTo>
                  <a:close/>
                </a:path>
                <a:path w="768350" h="144779">
                  <a:moveTo>
                    <a:pt x="269366" y="1651"/>
                  </a:moveTo>
                  <a:lnTo>
                    <a:pt x="286893" y="1651"/>
                  </a:lnTo>
                  <a:lnTo>
                    <a:pt x="323469" y="87122"/>
                  </a:lnTo>
                  <a:lnTo>
                    <a:pt x="359790" y="1651"/>
                  </a:lnTo>
                  <a:lnTo>
                    <a:pt x="377189" y="1651"/>
                  </a:lnTo>
                  <a:lnTo>
                    <a:pt x="325755" y="123825"/>
                  </a:lnTo>
                  <a:lnTo>
                    <a:pt x="321818" y="123825"/>
                  </a:lnTo>
                  <a:lnTo>
                    <a:pt x="269366" y="1651"/>
                  </a:lnTo>
                  <a:close/>
                </a:path>
                <a:path w="768350" h="144779">
                  <a:moveTo>
                    <a:pt x="238759" y="1651"/>
                  </a:moveTo>
                  <a:lnTo>
                    <a:pt x="256158" y="1651"/>
                  </a:lnTo>
                  <a:lnTo>
                    <a:pt x="256158" y="123317"/>
                  </a:lnTo>
                  <a:lnTo>
                    <a:pt x="238759" y="123317"/>
                  </a:lnTo>
                  <a:lnTo>
                    <a:pt x="238759" y="1651"/>
                  </a:lnTo>
                  <a:close/>
                </a:path>
                <a:path w="768350" h="144779">
                  <a:moveTo>
                    <a:pt x="151764" y="1651"/>
                  </a:moveTo>
                  <a:lnTo>
                    <a:pt x="169163" y="1651"/>
                  </a:lnTo>
                  <a:lnTo>
                    <a:pt x="169163" y="107442"/>
                  </a:lnTo>
                  <a:lnTo>
                    <a:pt x="223900" y="107442"/>
                  </a:lnTo>
                  <a:lnTo>
                    <a:pt x="223900" y="123317"/>
                  </a:lnTo>
                  <a:lnTo>
                    <a:pt x="151764" y="123317"/>
                  </a:lnTo>
                  <a:lnTo>
                    <a:pt x="151764" y="1651"/>
                  </a:lnTo>
                  <a:close/>
                </a:path>
                <a:path w="768350" h="144779">
                  <a:moveTo>
                    <a:pt x="672084" y="1016"/>
                  </a:moveTo>
                  <a:lnTo>
                    <a:pt x="684402" y="1016"/>
                  </a:lnTo>
                  <a:lnTo>
                    <a:pt x="738886" y="123317"/>
                  </a:lnTo>
                  <a:lnTo>
                    <a:pt x="721105" y="123317"/>
                  </a:lnTo>
                  <a:lnTo>
                    <a:pt x="704850" y="87249"/>
                  </a:lnTo>
                  <a:lnTo>
                    <a:pt x="653034" y="87249"/>
                  </a:lnTo>
                  <a:lnTo>
                    <a:pt x="637793" y="123317"/>
                  </a:lnTo>
                  <a:lnTo>
                    <a:pt x="619887" y="123317"/>
                  </a:lnTo>
                  <a:lnTo>
                    <a:pt x="672084" y="1016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02064" y="10019"/>
                  </a:lnTo>
                  <a:lnTo>
                    <a:pt x="129641" y="49676"/>
                  </a:lnTo>
                  <a:lnTo>
                    <a:pt x="130809" y="62611"/>
                  </a:lnTo>
                  <a:lnTo>
                    <a:pt x="129621" y="75467"/>
                  </a:lnTo>
                  <a:lnTo>
                    <a:pt x="101764" y="114802"/>
                  </a:lnTo>
                  <a:lnTo>
                    <a:pt x="64134" y="124714"/>
                  </a:lnTo>
                  <a:lnTo>
                    <a:pt x="50970" y="123616"/>
                  </a:lnTo>
                  <a:lnTo>
                    <a:pt x="10287" y="97726"/>
                  </a:lnTo>
                  <a:lnTo>
                    <a:pt x="0" y="62865"/>
                  </a:lnTo>
                  <a:lnTo>
                    <a:pt x="1144" y="49837"/>
                  </a:lnTo>
                  <a:lnTo>
                    <a:pt x="28269" y="10019"/>
                  </a:lnTo>
                  <a:lnTo>
                    <a:pt x="65024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535426" y="4337684"/>
            <a:ext cx="94361" cy="17183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759580" y="4337684"/>
            <a:ext cx="85090" cy="13220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60876" y="4337050"/>
            <a:ext cx="843153" cy="17233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2934" y="4335779"/>
            <a:ext cx="446913" cy="17360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7896" y="4377690"/>
            <a:ext cx="306959" cy="1316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3135" y="4634865"/>
            <a:ext cx="5334165" cy="17322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711" y="4900040"/>
            <a:ext cx="809167" cy="186944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08355" y="5359653"/>
            <a:ext cx="688975" cy="153035"/>
            <a:chOff x="508355" y="5359653"/>
            <a:chExt cx="688975" cy="153035"/>
          </a:xfrm>
        </p:grpSpPr>
        <p:sp>
          <p:nvSpPr>
            <p:cNvPr id="63" name="object 63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70915" y="99314"/>
                  </a:moveTo>
                  <a:lnTo>
                    <a:pt x="664476" y="99314"/>
                  </a:lnTo>
                  <a:lnTo>
                    <a:pt x="661974" y="100457"/>
                  </a:lnTo>
                  <a:lnTo>
                    <a:pt x="657733" y="105029"/>
                  </a:lnTo>
                  <a:lnTo>
                    <a:pt x="656666" y="107823"/>
                  </a:lnTo>
                  <a:lnTo>
                    <a:pt x="656666" y="116712"/>
                  </a:lnTo>
                  <a:lnTo>
                    <a:pt x="659752" y="120523"/>
                  </a:lnTo>
                  <a:lnTo>
                    <a:pt x="666338" y="122428"/>
                  </a:lnTo>
                  <a:lnTo>
                    <a:pt x="665893" y="122428"/>
                  </a:lnTo>
                  <a:lnTo>
                    <a:pt x="658583" y="140208"/>
                  </a:lnTo>
                  <a:lnTo>
                    <a:pt x="658583" y="143383"/>
                  </a:lnTo>
                  <a:lnTo>
                    <a:pt x="665086" y="141351"/>
                  </a:lnTo>
                  <a:lnTo>
                    <a:pt x="670191" y="137922"/>
                  </a:lnTo>
                  <a:lnTo>
                    <a:pt x="673912" y="132969"/>
                  </a:lnTo>
                  <a:lnTo>
                    <a:pt x="677621" y="128143"/>
                  </a:lnTo>
                  <a:lnTo>
                    <a:pt x="679488" y="122428"/>
                  </a:lnTo>
                  <a:lnTo>
                    <a:pt x="679488" y="111125"/>
                  </a:lnTo>
                  <a:lnTo>
                    <a:pt x="678357" y="107187"/>
                  </a:lnTo>
                  <a:lnTo>
                    <a:pt x="673823" y="100837"/>
                  </a:lnTo>
                  <a:lnTo>
                    <a:pt x="670915" y="99314"/>
                  </a:lnTo>
                  <a:close/>
                </a:path>
                <a:path w="680085" h="143510">
                  <a:moveTo>
                    <a:pt x="595490" y="0"/>
                  </a:moveTo>
                  <a:lnTo>
                    <a:pt x="583247" y="0"/>
                  </a:lnTo>
                  <a:lnTo>
                    <a:pt x="531012" y="122301"/>
                  </a:lnTo>
                  <a:lnTo>
                    <a:pt x="548906" y="122301"/>
                  </a:lnTo>
                  <a:lnTo>
                    <a:pt x="564095" y="86233"/>
                  </a:lnTo>
                  <a:lnTo>
                    <a:pt x="633941" y="86233"/>
                  </a:lnTo>
                  <a:lnTo>
                    <a:pt x="627032" y="70739"/>
                  </a:lnTo>
                  <a:lnTo>
                    <a:pt x="571017" y="70739"/>
                  </a:lnTo>
                  <a:lnTo>
                    <a:pt x="589216" y="26670"/>
                  </a:lnTo>
                  <a:lnTo>
                    <a:pt x="607382" y="26670"/>
                  </a:lnTo>
                  <a:lnTo>
                    <a:pt x="595490" y="0"/>
                  </a:lnTo>
                  <a:close/>
                </a:path>
                <a:path w="680085" h="143510">
                  <a:moveTo>
                    <a:pt x="633941" y="86233"/>
                  </a:moveTo>
                  <a:lnTo>
                    <a:pt x="615988" y="86233"/>
                  </a:lnTo>
                  <a:lnTo>
                    <a:pt x="632206" y="122301"/>
                  </a:lnTo>
                  <a:lnTo>
                    <a:pt x="650024" y="122301"/>
                  </a:lnTo>
                  <a:lnTo>
                    <a:pt x="633941" y="86233"/>
                  </a:lnTo>
                  <a:close/>
                </a:path>
                <a:path w="680085" h="143510">
                  <a:moveTo>
                    <a:pt x="607382" y="26670"/>
                  </a:moveTo>
                  <a:lnTo>
                    <a:pt x="589216" y="26670"/>
                  </a:lnTo>
                  <a:lnTo>
                    <a:pt x="608838" y="70739"/>
                  </a:lnTo>
                  <a:lnTo>
                    <a:pt x="627032" y="70739"/>
                  </a:lnTo>
                  <a:lnTo>
                    <a:pt x="607382" y="26670"/>
                  </a:lnTo>
                  <a:close/>
                </a:path>
                <a:path w="680085" h="143510">
                  <a:moveTo>
                    <a:pt x="268605" y="635"/>
                  </a:moveTo>
                  <a:lnTo>
                    <a:pt x="227596" y="635"/>
                  </a:lnTo>
                  <a:lnTo>
                    <a:pt x="227596" y="122174"/>
                  </a:lnTo>
                  <a:lnTo>
                    <a:pt x="276872" y="122174"/>
                  </a:lnTo>
                  <a:lnTo>
                    <a:pt x="284187" y="121793"/>
                  </a:lnTo>
                  <a:lnTo>
                    <a:pt x="288023" y="121285"/>
                  </a:lnTo>
                  <a:lnTo>
                    <a:pt x="291858" y="120650"/>
                  </a:lnTo>
                  <a:lnTo>
                    <a:pt x="296062" y="119380"/>
                  </a:lnTo>
                  <a:lnTo>
                    <a:pt x="300647" y="117602"/>
                  </a:lnTo>
                  <a:lnTo>
                    <a:pt x="308483" y="114681"/>
                  </a:lnTo>
                  <a:lnTo>
                    <a:pt x="315366" y="110236"/>
                  </a:lnTo>
                  <a:lnTo>
                    <a:pt x="319048" y="106680"/>
                  </a:lnTo>
                  <a:lnTo>
                    <a:pt x="245008" y="106680"/>
                  </a:lnTo>
                  <a:lnTo>
                    <a:pt x="245008" y="16129"/>
                  </a:lnTo>
                  <a:lnTo>
                    <a:pt x="319385" y="16129"/>
                  </a:lnTo>
                  <a:lnTo>
                    <a:pt x="314731" y="12291"/>
                  </a:lnTo>
                  <a:lnTo>
                    <a:pt x="307873" y="8128"/>
                  </a:lnTo>
                  <a:lnTo>
                    <a:pt x="299998" y="4867"/>
                  </a:lnTo>
                  <a:lnTo>
                    <a:pt x="290830" y="2524"/>
                  </a:lnTo>
                  <a:lnTo>
                    <a:pt x="280366" y="1109"/>
                  </a:lnTo>
                  <a:lnTo>
                    <a:pt x="268605" y="635"/>
                  </a:lnTo>
                  <a:close/>
                </a:path>
                <a:path w="680085" h="143510">
                  <a:moveTo>
                    <a:pt x="319385" y="16129"/>
                  </a:moveTo>
                  <a:lnTo>
                    <a:pt x="275132" y="16129"/>
                  </a:lnTo>
                  <a:lnTo>
                    <a:pt x="281203" y="16510"/>
                  </a:lnTo>
                  <a:lnTo>
                    <a:pt x="288747" y="17780"/>
                  </a:lnTo>
                  <a:lnTo>
                    <a:pt x="292735" y="19050"/>
                  </a:lnTo>
                  <a:lnTo>
                    <a:pt x="296951" y="21082"/>
                  </a:lnTo>
                  <a:lnTo>
                    <a:pt x="301155" y="22987"/>
                  </a:lnTo>
                  <a:lnTo>
                    <a:pt x="321373" y="60579"/>
                  </a:lnTo>
                  <a:lnTo>
                    <a:pt x="320601" y="69723"/>
                  </a:lnTo>
                  <a:lnTo>
                    <a:pt x="296418" y="102108"/>
                  </a:lnTo>
                  <a:lnTo>
                    <a:pt x="276009" y="106680"/>
                  </a:lnTo>
                  <a:lnTo>
                    <a:pt x="319048" y="106680"/>
                  </a:lnTo>
                  <a:lnTo>
                    <a:pt x="321284" y="104521"/>
                  </a:lnTo>
                  <a:lnTo>
                    <a:pt x="327088" y="98806"/>
                  </a:lnTo>
                  <a:lnTo>
                    <a:pt x="331558" y="92329"/>
                  </a:lnTo>
                  <a:lnTo>
                    <a:pt x="334683" y="84836"/>
                  </a:lnTo>
                  <a:lnTo>
                    <a:pt x="337820" y="77470"/>
                  </a:lnTo>
                  <a:lnTo>
                    <a:pt x="339311" y="70131"/>
                  </a:lnTo>
                  <a:lnTo>
                    <a:pt x="339330" y="60579"/>
                  </a:lnTo>
                  <a:lnTo>
                    <a:pt x="338861" y="53189"/>
                  </a:lnTo>
                  <a:lnTo>
                    <a:pt x="320848" y="17335"/>
                  </a:lnTo>
                  <a:lnTo>
                    <a:pt x="319385" y="16129"/>
                  </a:lnTo>
                  <a:close/>
                </a:path>
                <a:path w="680085" h="143510">
                  <a:moveTo>
                    <a:pt x="420357" y="635"/>
                  </a:moveTo>
                  <a:lnTo>
                    <a:pt x="406260" y="635"/>
                  </a:lnTo>
                  <a:lnTo>
                    <a:pt x="406260" y="122301"/>
                  </a:lnTo>
                  <a:lnTo>
                    <a:pt x="422617" y="122301"/>
                  </a:lnTo>
                  <a:lnTo>
                    <a:pt x="422617" y="28702"/>
                  </a:lnTo>
                  <a:lnTo>
                    <a:pt x="444719" y="28702"/>
                  </a:lnTo>
                  <a:lnTo>
                    <a:pt x="420357" y="635"/>
                  </a:lnTo>
                  <a:close/>
                </a:path>
                <a:path w="680085" h="143510">
                  <a:moveTo>
                    <a:pt x="444719" y="28702"/>
                  </a:moveTo>
                  <a:lnTo>
                    <a:pt x="422617" y="28702"/>
                  </a:lnTo>
                  <a:lnTo>
                    <a:pt x="503936" y="122301"/>
                  </a:lnTo>
                  <a:lnTo>
                    <a:pt x="518922" y="122301"/>
                  </a:lnTo>
                  <a:lnTo>
                    <a:pt x="518922" y="95123"/>
                  </a:lnTo>
                  <a:lnTo>
                    <a:pt x="502373" y="95123"/>
                  </a:lnTo>
                  <a:lnTo>
                    <a:pt x="444719" y="28702"/>
                  </a:lnTo>
                  <a:close/>
                </a:path>
                <a:path w="680085" h="143510">
                  <a:moveTo>
                    <a:pt x="518922" y="635"/>
                  </a:moveTo>
                  <a:lnTo>
                    <a:pt x="502373" y="635"/>
                  </a:lnTo>
                  <a:lnTo>
                    <a:pt x="502373" y="95123"/>
                  </a:lnTo>
                  <a:lnTo>
                    <a:pt x="518922" y="95123"/>
                  </a:lnTo>
                  <a:lnTo>
                    <a:pt x="518922" y="635"/>
                  </a:lnTo>
                  <a:close/>
                </a:path>
                <a:path w="680085" h="143510">
                  <a:moveTo>
                    <a:pt x="379120" y="635"/>
                  </a:moveTo>
                  <a:lnTo>
                    <a:pt x="361708" y="635"/>
                  </a:lnTo>
                  <a:lnTo>
                    <a:pt x="361708" y="122301"/>
                  </a:lnTo>
                  <a:lnTo>
                    <a:pt x="379120" y="122301"/>
                  </a:lnTo>
                  <a:lnTo>
                    <a:pt x="379120" y="635"/>
                  </a:lnTo>
                  <a:close/>
                </a:path>
                <a:path w="680085" h="143510">
                  <a:moveTo>
                    <a:pt x="207987" y="635"/>
                  </a:moveTo>
                  <a:lnTo>
                    <a:pt x="139039" y="635"/>
                  </a:lnTo>
                  <a:lnTo>
                    <a:pt x="139039" y="122174"/>
                  </a:lnTo>
                  <a:lnTo>
                    <a:pt x="209638" y="122174"/>
                  </a:lnTo>
                  <a:lnTo>
                    <a:pt x="209638" y="106680"/>
                  </a:lnTo>
                  <a:lnTo>
                    <a:pt x="156451" y="106680"/>
                  </a:lnTo>
                  <a:lnTo>
                    <a:pt x="156451" y="68834"/>
                  </a:lnTo>
                  <a:lnTo>
                    <a:pt x="206248" y="68834"/>
                  </a:lnTo>
                  <a:lnTo>
                    <a:pt x="206248" y="53212"/>
                  </a:lnTo>
                  <a:lnTo>
                    <a:pt x="156451" y="53212"/>
                  </a:lnTo>
                  <a:lnTo>
                    <a:pt x="156451" y="16129"/>
                  </a:lnTo>
                  <a:lnTo>
                    <a:pt x="207987" y="16129"/>
                  </a:lnTo>
                  <a:lnTo>
                    <a:pt x="207987" y="635"/>
                  </a:lnTo>
                  <a:close/>
                </a:path>
                <a:path w="680085" h="143510">
                  <a:moveTo>
                    <a:pt x="16484" y="635"/>
                  </a:moveTo>
                  <a:lnTo>
                    <a:pt x="0" y="635"/>
                  </a:lnTo>
                  <a:lnTo>
                    <a:pt x="0" y="122301"/>
                  </a:lnTo>
                  <a:lnTo>
                    <a:pt x="17411" y="122301"/>
                  </a:lnTo>
                  <a:lnTo>
                    <a:pt x="17411" y="27686"/>
                  </a:lnTo>
                  <a:lnTo>
                    <a:pt x="38331" y="27686"/>
                  </a:lnTo>
                  <a:lnTo>
                    <a:pt x="16484" y="635"/>
                  </a:lnTo>
                  <a:close/>
                </a:path>
                <a:path w="680085" h="143510">
                  <a:moveTo>
                    <a:pt x="113360" y="27686"/>
                  </a:moveTo>
                  <a:lnTo>
                    <a:pt x="95859" y="27686"/>
                  </a:lnTo>
                  <a:lnTo>
                    <a:pt x="95859" y="122301"/>
                  </a:lnTo>
                  <a:lnTo>
                    <a:pt x="113360" y="122301"/>
                  </a:lnTo>
                  <a:lnTo>
                    <a:pt x="113360" y="27686"/>
                  </a:lnTo>
                  <a:close/>
                </a:path>
                <a:path w="680085" h="143510">
                  <a:moveTo>
                    <a:pt x="38331" y="27686"/>
                  </a:moveTo>
                  <a:lnTo>
                    <a:pt x="17411" y="27686"/>
                  </a:lnTo>
                  <a:lnTo>
                    <a:pt x="55245" y="74676"/>
                  </a:lnTo>
                  <a:lnTo>
                    <a:pt x="58470" y="74676"/>
                  </a:lnTo>
                  <a:lnTo>
                    <a:pt x="77569" y="50673"/>
                  </a:lnTo>
                  <a:lnTo>
                    <a:pt x="56896" y="50673"/>
                  </a:lnTo>
                  <a:lnTo>
                    <a:pt x="38331" y="27686"/>
                  </a:lnTo>
                  <a:close/>
                </a:path>
                <a:path w="680085" h="143510">
                  <a:moveTo>
                    <a:pt x="113360" y="635"/>
                  </a:moveTo>
                  <a:lnTo>
                    <a:pt x="97078" y="635"/>
                  </a:lnTo>
                  <a:lnTo>
                    <a:pt x="56896" y="50673"/>
                  </a:lnTo>
                  <a:lnTo>
                    <a:pt x="77569" y="50673"/>
                  </a:lnTo>
                  <a:lnTo>
                    <a:pt x="95859" y="27686"/>
                  </a:lnTo>
                  <a:lnTo>
                    <a:pt x="113360" y="27686"/>
                  </a:lnTo>
                  <a:lnTo>
                    <a:pt x="113360" y="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67385" y="99314"/>
                  </a:moveTo>
                  <a:lnTo>
                    <a:pt x="670915" y="99314"/>
                  </a:lnTo>
                  <a:lnTo>
                    <a:pt x="673823" y="100837"/>
                  </a:lnTo>
                  <a:lnTo>
                    <a:pt x="676084" y="104012"/>
                  </a:lnTo>
                  <a:lnTo>
                    <a:pt x="678357" y="107187"/>
                  </a:lnTo>
                  <a:lnTo>
                    <a:pt x="679488" y="111125"/>
                  </a:lnTo>
                  <a:lnTo>
                    <a:pt x="679488" y="116078"/>
                  </a:lnTo>
                  <a:lnTo>
                    <a:pt x="679488" y="122428"/>
                  </a:lnTo>
                  <a:lnTo>
                    <a:pt x="677621" y="128143"/>
                  </a:lnTo>
                  <a:lnTo>
                    <a:pt x="673912" y="132969"/>
                  </a:lnTo>
                  <a:lnTo>
                    <a:pt x="670191" y="137922"/>
                  </a:lnTo>
                  <a:lnTo>
                    <a:pt x="665086" y="141351"/>
                  </a:lnTo>
                  <a:lnTo>
                    <a:pt x="658583" y="143383"/>
                  </a:lnTo>
                  <a:lnTo>
                    <a:pt x="658583" y="140208"/>
                  </a:lnTo>
                  <a:lnTo>
                    <a:pt x="661200" y="137668"/>
                  </a:lnTo>
                  <a:lnTo>
                    <a:pt x="663028" y="135128"/>
                  </a:lnTo>
                  <a:lnTo>
                    <a:pt x="664070" y="132587"/>
                  </a:lnTo>
                  <a:lnTo>
                    <a:pt x="665111" y="130048"/>
                  </a:lnTo>
                  <a:lnTo>
                    <a:pt x="665721" y="126618"/>
                  </a:lnTo>
                  <a:lnTo>
                    <a:pt x="665899" y="122301"/>
                  </a:lnTo>
                  <a:lnTo>
                    <a:pt x="659752" y="120523"/>
                  </a:lnTo>
                  <a:lnTo>
                    <a:pt x="656666" y="116712"/>
                  </a:lnTo>
                  <a:lnTo>
                    <a:pt x="656666" y="110871"/>
                  </a:lnTo>
                  <a:lnTo>
                    <a:pt x="656666" y="107823"/>
                  </a:lnTo>
                  <a:lnTo>
                    <a:pt x="657733" y="105029"/>
                  </a:lnTo>
                  <a:lnTo>
                    <a:pt x="659853" y="102743"/>
                  </a:lnTo>
                  <a:lnTo>
                    <a:pt x="661974" y="100457"/>
                  </a:lnTo>
                  <a:lnTo>
                    <a:pt x="664476" y="99314"/>
                  </a:lnTo>
                  <a:lnTo>
                    <a:pt x="667385" y="99314"/>
                  </a:lnTo>
                  <a:close/>
                </a:path>
                <a:path w="680085" h="143510">
                  <a:moveTo>
                    <a:pt x="589216" y="26670"/>
                  </a:moveTo>
                  <a:lnTo>
                    <a:pt x="571017" y="70739"/>
                  </a:lnTo>
                  <a:lnTo>
                    <a:pt x="608838" y="70739"/>
                  </a:lnTo>
                  <a:lnTo>
                    <a:pt x="589216" y="26670"/>
                  </a:lnTo>
                  <a:close/>
                </a:path>
                <a:path w="680085" h="143510">
                  <a:moveTo>
                    <a:pt x="245008" y="16129"/>
                  </a:moveTo>
                  <a:lnTo>
                    <a:pt x="245008" y="106680"/>
                  </a:lnTo>
                  <a:lnTo>
                    <a:pt x="267296" y="106680"/>
                  </a:lnTo>
                  <a:lnTo>
                    <a:pt x="276009" y="106680"/>
                  </a:lnTo>
                  <a:lnTo>
                    <a:pt x="299643" y="100330"/>
                  </a:lnTo>
                  <a:lnTo>
                    <a:pt x="302869" y="98552"/>
                  </a:lnTo>
                  <a:lnTo>
                    <a:pt x="321373" y="60579"/>
                  </a:lnTo>
                  <a:lnTo>
                    <a:pt x="320545" y="51220"/>
                  </a:lnTo>
                  <a:lnTo>
                    <a:pt x="296951" y="21082"/>
                  </a:lnTo>
                  <a:lnTo>
                    <a:pt x="292735" y="19050"/>
                  </a:lnTo>
                  <a:lnTo>
                    <a:pt x="288747" y="17780"/>
                  </a:lnTo>
                  <a:lnTo>
                    <a:pt x="284975" y="17145"/>
                  </a:lnTo>
                  <a:lnTo>
                    <a:pt x="281203" y="16510"/>
                  </a:lnTo>
                  <a:lnTo>
                    <a:pt x="275132" y="16129"/>
                  </a:lnTo>
                  <a:lnTo>
                    <a:pt x="266776" y="16129"/>
                  </a:lnTo>
                  <a:lnTo>
                    <a:pt x="245008" y="16129"/>
                  </a:lnTo>
                  <a:close/>
                </a:path>
                <a:path w="680085" h="143510">
                  <a:moveTo>
                    <a:pt x="406260" y="635"/>
                  </a:moveTo>
                  <a:lnTo>
                    <a:pt x="420357" y="635"/>
                  </a:lnTo>
                  <a:lnTo>
                    <a:pt x="502373" y="95123"/>
                  </a:lnTo>
                  <a:lnTo>
                    <a:pt x="502373" y="635"/>
                  </a:lnTo>
                  <a:lnTo>
                    <a:pt x="518922" y="635"/>
                  </a:lnTo>
                  <a:lnTo>
                    <a:pt x="518922" y="122301"/>
                  </a:lnTo>
                  <a:lnTo>
                    <a:pt x="503936" y="122301"/>
                  </a:lnTo>
                  <a:lnTo>
                    <a:pt x="422617" y="28702"/>
                  </a:lnTo>
                  <a:lnTo>
                    <a:pt x="422617" y="122301"/>
                  </a:lnTo>
                  <a:lnTo>
                    <a:pt x="406260" y="122301"/>
                  </a:lnTo>
                  <a:lnTo>
                    <a:pt x="406260" y="635"/>
                  </a:lnTo>
                  <a:close/>
                </a:path>
                <a:path w="680085" h="143510">
                  <a:moveTo>
                    <a:pt x="361708" y="635"/>
                  </a:moveTo>
                  <a:lnTo>
                    <a:pt x="379120" y="635"/>
                  </a:lnTo>
                  <a:lnTo>
                    <a:pt x="379120" y="122301"/>
                  </a:lnTo>
                  <a:lnTo>
                    <a:pt x="361708" y="122301"/>
                  </a:lnTo>
                  <a:lnTo>
                    <a:pt x="361708" y="635"/>
                  </a:lnTo>
                  <a:close/>
                </a:path>
                <a:path w="680085" h="143510">
                  <a:moveTo>
                    <a:pt x="227596" y="635"/>
                  </a:moveTo>
                  <a:lnTo>
                    <a:pt x="268605" y="635"/>
                  </a:lnTo>
                  <a:lnTo>
                    <a:pt x="280366" y="1109"/>
                  </a:lnTo>
                  <a:lnTo>
                    <a:pt x="320848" y="17335"/>
                  </a:lnTo>
                  <a:lnTo>
                    <a:pt x="338861" y="53189"/>
                  </a:lnTo>
                  <a:lnTo>
                    <a:pt x="339394" y="61595"/>
                  </a:lnTo>
                  <a:lnTo>
                    <a:pt x="339394" y="69723"/>
                  </a:lnTo>
                  <a:lnTo>
                    <a:pt x="337820" y="77470"/>
                  </a:lnTo>
                  <a:lnTo>
                    <a:pt x="334683" y="84836"/>
                  </a:lnTo>
                  <a:lnTo>
                    <a:pt x="331558" y="92329"/>
                  </a:lnTo>
                  <a:lnTo>
                    <a:pt x="300647" y="117602"/>
                  </a:lnTo>
                  <a:lnTo>
                    <a:pt x="296062" y="119380"/>
                  </a:lnTo>
                  <a:lnTo>
                    <a:pt x="291858" y="120650"/>
                  </a:lnTo>
                  <a:lnTo>
                    <a:pt x="288023" y="121285"/>
                  </a:lnTo>
                  <a:lnTo>
                    <a:pt x="284187" y="121793"/>
                  </a:lnTo>
                  <a:lnTo>
                    <a:pt x="276872" y="122174"/>
                  </a:lnTo>
                  <a:lnTo>
                    <a:pt x="266077" y="122174"/>
                  </a:lnTo>
                  <a:lnTo>
                    <a:pt x="227596" y="122174"/>
                  </a:lnTo>
                  <a:lnTo>
                    <a:pt x="227596" y="635"/>
                  </a:lnTo>
                  <a:close/>
                </a:path>
                <a:path w="680085" h="143510">
                  <a:moveTo>
                    <a:pt x="139039" y="635"/>
                  </a:moveTo>
                  <a:lnTo>
                    <a:pt x="207987" y="635"/>
                  </a:lnTo>
                  <a:lnTo>
                    <a:pt x="207987" y="16129"/>
                  </a:lnTo>
                  <a:lnTo>
                    <a:pt x="156451" y="16129"/>
                  </a:lnTo>
                  <a:lnTo>
                    <a:pt x="156451" y="53212"/>
                  </a:lnTo>
                  <a:lnTo>
                    <a:pt x="206248" y="53212"/>
                  </a:lnTo>
                  <a:lnTo>
                    <a:pt x="206248" y="68834"/>
                  </a:lnTo>
                  <a:lnTo>
                    <a:pt x="156451" y="68834"/>
                  </a:lnTo>
                  <a:lnTo>
                    <a:pt x="156451" y="106680"/>
                  </a:lnTo>
                  <a:lnTo>
                    <a:pt x="209638" y="106680"/>
                  </a:lnTo>
                  <a:lnTo>
                    <a:pt x="209638" y="122174"/>
                  </a:lnTo>
                  <a:lnTo>
                    <a:pt x="139039" y="122174"/>
                  </a:lnTo>
                  <a:lnTo>
                    <a:pt x="139039" y="635"/>
                  </a:lnTo>
                  <a:close/>
                </a:path>
                <a:path w="680085" h="143510">
                  <a:moveTo>
                    <a:pt x="0" y="635"/>
                  </a:moveTo>
                  <a:lnTo>
                    <a:pt x="16484" y="635"/>
                  </a:lnTo>
                  <a:lnTo>
                    <a:pt x="56896" y="50673"/>
                  </a:lnTo>
                  <a:lnTo>
                    <a:pt x="97078" y="635"/>
                  </a:lnTo>
                  <a:lnTo>
                    <a:pt x="113360" y="635"/>
                  </a:lnTo>
                  <a:lnTo>
                    <a:pt x="113360" y="122301"/>
                  </a:lnTo>
                  <a:lnTo>
                    <a:pt x="95859" y="122301"/>
                  </a:lnTo>
                  <a:lnTo>
                    <a:pt x="95859" y="27686"/>
                  </a:lnTo>
                  <a:lnTo>
                    <a:pt x="58470" y="74676"/>
                  </a:lnTo>
                  <a:lnTo>
                    <a:pt x="55245" y="74676"/>
                  </a:lnTo>
                  <a:lnTo>
                    <a:pt x="17411" y="27686"/>
                  </a:lnTo>
                  <a:lnTo>
                    <a:pt x="17411" y="122301"/>
                  </a:lnTo>
                  <a:lnTo>
                    <a:pt x="0" y="122301"/>
                  </a:lnTo>
                  <a:lnTo>
                    <a:pt x="0" y="635"/>
                  </a:lnTo>
                  <a:close/>
                </a:path>
                <a:path w="680085" h="143510">
                  <a:moveTo>
                    <a:pt x="583247" y="0"/>
                  </a:moveTo>
                  <a:lnTo>
                    <a:pt x="595490" y="0"/>
                  </a:lnTo>
                  <a:lnTo>
                    <a:pt x="650024" y="122301"/>
                  </a:lnTo>
                  <a:lnTo>
                    <a:pt x="632206" y="122301"/>
                  </a:lnTo>
                  <a:lnTo>
                    <a:pt x="615988" y="86233"/>
                  </a:lnTo>
                  <a:lnTo>
                    <a:pt x="564095" y="86233"/>
                  </a:lnTo>
                  <a:lnTo>
                    <a:pt x="548906" y="122301"/>
                  </a:lnTo>
                  <a:lnTo>
                    <a:pt x="531012" y="122301"/>
                  </a:lnTo>
                  <a:lnTo>
                    <a:pt x="583247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5" name="object 6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70380" y="5360289"/>
            <a:ext cx="485267" cy="151891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1828673" y="5358765"/>
            <a:ext cx="574040" cy="153670"/>
            <a:chOff x="1828673" y="5358765"/>
            <a:chExt cx="574040" cy="153670"/>
          </a:xfrm>
        </p:grpSpPr>
        <p:sp>
          <p:nvSpPr>
            <p:cNvPr id="67" name="object 67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6132" y="100203"/>
                  </a:moveTo>
                  <a:lnTo>
                    <a:pt x="549656" y="100203"/>
                  </a:lnTo>
                  <a:lnTo>
                    <a:pt x="547116" y="101346"/>
                  </a:lnTo>
                  <a:lnTo>
                    <a:pt x="544957" y="103631"/>
                  </a:lnTo>
                  <a:lnTo>
                    <a:pt x="542925" y="105918"/>
                  </a:lnTo>
                  <a:lnTo>
                    <a:pt x="541782" y="108712"/>
                  </a:lnTo>
                  <a:lnTo>
                    <a:pt x="541782" y="117601"/>
                  </a:lnTo>
                  <a:lnTo>
                    <a:pt x="544957" y="121412"/>
                  </a:lnTo>
                  <a:lnTo>
                    <a:pt x="551488" y="123316"/>
                  </a:lnTo>
                  <a:lnTo>
                    <a:pt x="551049" y="123316"/>
                  </a:lnTo>
                  <a:lnTo>
                    <a:pt x="543813" y="141097"/>
                  </a:lnTo>
                  <a:lnTo>
                    <a:pt x="543813" y="144272"/>
                  </a:lnTo>
                  <a:lnTo>
                    <a:pt x="550291" y="142240"/>
                  </a:lnTo>
                  <a:lnTo>
                    <a:pt x="555371" y="138810"/>
                  </a:lnTo>
                  <a:lnTo>
                    <a:pt x="559054" y="133857"/>
                  </a:lnTo>
                  <a:lnTo>
                    <a:pt x="562737" y="129031"/>
                  </a:lnTo>
                  <a:lnTo>
                    <a:pt x="564642" y="123316"/>
                  </a:lnTo>
                  <a:lnTo>
                    <a:pt x="564642" y="112013"/>
                  </a:lnTo>
                  <a:lnTo>
                    <a:pt x="563499" y="108076"/>
                  </a:lnTo>
                  <a:lnTo>
                    <a:pt x="561213" y="104901"/>
                  </a:lnTo>
                  <a:lnTo>
                    <a:pt x="559054" y="101726"/>
                  </a:lnTo>
                  <a:lnTo>
                    <a:pt x="556132" y="100203"/>
                  </a:lnTo>
                  <a:close/>
                </a:path>
                <a:path w="565150" h="144779">
                  <a:moveTo>
                    <a:pt x="201549" y="1524"/>
                  </a:moveTo>
                  <a:lnTo>
                    <a:pt x="171069" y="1524"/>
                  </a:lnTo>
                  <a:lnTo>
                    <a:pt x="171069" y="123190"/>
                  </a:lnTo>
                  <a:lnTo>
                    <a:pt x="188468" y="123190"/>
                  </a:lnTo>
                  <a:lnTo>
                    <a:pt x="188468" y="70231"/>
                  </a:lnTo>
                  <a:lnTo>
                    <a:pt x="227457" y="70231"/>
                  </a:lnTo>
                  <a:lnTo>
                    <a:pt x="224917" y="67944"/>
                  </a:lnTo>
                  <a:lnTo>
                    <a:pt x="221106" y="65404"/>
                  </a:lnTo>
                  <a:lnTo>
                    <a:pt x="227711" y="62865"/>
                  </a:lnTo>
                  <a:lnTo>
                    <a:pt x="232791" y="58928"/>
                  </a:lnTo>
                  <a:lnTo>
                    <a:pt x="235724" y="54737"/>
                  </a:lnTo>
                  <a:lnTo>
                    <a:pt x="188468" y="54737"/>
                  </a:lnTo>
                  <a:lnTo>
                    <a:pt x="188468" y="16382"/>
                  </a:lnTo>
                  <a:lnTo>
                    <a:pt x="235955" y="16382"/>
                  </a:lnTo>
                  <a:lnTo>
                    <a:pt x="235519" y="15644"/>
                  </a:lnTo>
                  <a:lnTo>
                    <a:pt x="230759" y="10668"/>
                  </a:lnTo>
                  <a:lnTo>
                    <a:pt x="224855" y="6667"/>
                  </a:lnTo>
                  <a:lnTo>
                    <a:pt x="218011" y="3810"/>
                  </a:lnTo>
                  <a:lnTo>
                    <a:pt x="210238" y="2095"/>
                  </a:lnTo>
                  <a:lnTo>
                    <a:pt x="201549" y="1524"/>
                  </a:lnTo>
                  <a:close/>
                </a:path>
                <a:path w="565150" h="144779">
                  <a:moveTo>
                    <a:pt x="227457" y="70231"/>
                  </a:moveTo>
                  <a:lnTo>
                    <a:pt x="198628" y="70231"/>
                  </a:lnTo>
                  <a:lnTo>
                    <a:pt x="202692" y="70865"/>
                  </a:lnTo>
                  <a:lnTo>
                    <a:pt x="205105" y="72262"/>
                  </a:lnTo>
                  <a:lnTo>
                    <a:pt x="234315" y="108965"/>
                  </a:lnTo>
                  <a:lnTo>
                    <a:pt x="237744" y="113665"/>
                  </a:lnTo>
                  <a:lnTo>
                    <a:pt x="238252" y="114426"/>
                  </a:lnTo>
                  <a:lnTo>
                    <a:pt x="238632" y="114934"/>
                  </a:lnTo>
                  <a:lnTo>
                    <a:pt x="238760" y="115188"/>
                  </a:lnTo>
                  <a:lnTo>
                    <a:pt x="244094" y="123190"/>
                  </a:lnTo>
                  <a:lnTo>
                    <a:pt x="264794" y="123190"/>
                  </a:lnTo>
                  <a:lnTo>
                    <a:pt x="258318" y="114553"/>
                  </a:lnTo>
                  <a:lnTo>
                    <a:pt x="255778" y="110997"/>
                  </a:lnTo>
                  <a:lnTo>
                    <a:pt x="252349" y="105790"/>
                  </a:lnTo>
                  <a:lnTo>
                    <a:pt x="248157" y="98932"/>
                  </a:lnTo>
                  <a:lnTo>
                    <a:pt x="243395" y="91285"/>
                  </a:lnTo>
                  <a:lnTo>
                    <a:pt x="239204" y="84899"/>
                  </a:lnTo>
                  <a:lnTo>
                    <a:pt x="235585" y="79752"/>
                  </a:lnTo>
                  <a:lnTo>
                    <a:pt x="232537" y="75818"/>
                  </a:lnTo>
                  <a:lnTo>
                    <a:pt x="228727" y="71374"/>
                  </a:lnTo>
                  <a:lnTo>
                    <a:pt x="227457" y="70231"/>
                  </a:lnTo>
                  <a:close/>
                </a:path>
                <a:path w="565150" h="144779">
                  <a:moveTo>
                    <a:pt x="312293" y="16890"/>
                  </a:moveTo>
                  <a:lnTo>
                    <a:pt x="294767" y="16890"/>
                  </a:lnTo>
                  <a:lnTo>
                    <a:pt x="294767" y="123190"/>
                  </a:lnTo>
                  <a:lnTo>
                    <a:pt x="312293" y="123190"/>
                  </a:lnTo>
                  <a:lnTo>
                    <a:pt x="312293" y="16890"/>
                  </a:lnTo>
                  <a:close/>
                </a:path>
                <a:path w="565150" h="144779">
                  <a:moveTo>
                    <a:pt x="235955" y="16382"/>
                  </a:moveTo>
                  <a:lnTo>
                    <a:pt x="202184" y="16382"/>
                  </a:lnTo>
                  <a:lnTo>
                    <a:pt x="208280" y="17018"/>
                  </a:lnTo>
                  <a:lnTo>
                    <a:pt x="215646" y="19557"/>
                  </a:lnTo>
                  <a:lnTo>
                    <a:pt x="218567" y="21716"/>
                  </a:lnTo>
                  <a:lnTo>
                    <a:pt x="220599" y="24891"/>
                  </a:lnTo>
                  <a:lnTo>
                    <a:pt x="222655" y="28027"/>
                  </a:lnTo>
                  <a:lnTo>
                    <a:pt x="223647" y="31496"/>
                  </a:lnTo>
                  <a:lnTo>
                    <a:pt x="223647" y="39115"/>
                  </a:lnTo>
                  <a:lnTo>
                    <a:pt x="222789" y="42544"/>
                  </a:lnTo>
                  <a:lnTo>
                    <a:pt x="222757" y="42671"/>
                  </a:lnTo>
                  <a:lnTo>
                    <a:pt x="220853" y="45719"/>
                  </a:lnTo>
                  <a:lnTo>
                    <a:pt x="219149" y="48640"/>
                  </a:lnTo>
                  <a:lnTo>
                    <a:pt x="219075" y="48768"/>
                  </a:lnTo>
                  <a:lnTo>
                    <a:pt x="216535" y="51053"/>
                  </a:lnTo>
                  <a:lnTo>
                    <a:pt x="213232" y="52450"/>
                  </a:lnTo>
                  <a:lnTo>
                    <a:pt x="209931" y="53975"/>
                  </a:lnTo>
                  <a:lnTo>
                    <a:pt x="203835" y="54737"/>
                  </a:lnTo>
                  <a:lnTo>
                    <a:pt x="235724" y="54737"/>
                  </a:lnTo>
                  <a:lnTo>
                    <a:pt x="239816" y="48768"/>
                  </a:lnTo>
                  <a:lnTo>
                    <a:pt x="239903" y="48640"/>
                  </a:lnTo>
                  <a:lnTo>
                    <a:pt x="241643" y="42671"/>
                  </a:lnTo>
                  <a:lnTo>
                    <a:pt x="241681" y="35432"/>
                  </a:lnTo>
                  <a:lnTo>
                    <a:pt x="240992" y="28027"/>
                  </a:lnTo>
                  <a:lnTo>
                    <a:pt x="239023" y="21716"/>
                  </a:lnTo>
                  <a:lnTo>
                    <a:pt x="238934" y="21431"/>
                  </a:lnTo>
                  <a:lnTo>
                    <a:pt x="235955" y="16382"/>
                  </a:lnTo>
                  <a:close/>
                </a:path>
                <a:path w="565150" h="144779">
                  <a:moveTo>
                    <a:pt x="354711" y="1396"/>
                  </a:moveTo>
                  <a:lnTo>
                    <a:pt x="253111" y="1396"/>
                  </a:lnTo>
                  <a:lnTo>
                    <a:pt x="253111" y="16890"/>
                  </a:lnTo>
                  <a:lnTo>
                    <a:pt x="354711" y="16890"/>
                  </a:lnTo>
                  <a:lnTo>
                    <a:pt x="354711" y="1396"/>
                  </a:lnTo>
                  <a:close/>
                </a:path>
                <a:path w="565150" h="144779">
                  <a:moveTo>
                    <a:pt x="389255" y="1524"/>
                  </a:moveTo>
                  <a:lnTo>
                    <a:pt x="371856" y="1524"/>
                  </a:lnTo>
                  <a:lnTo>
                    <a:pt x="371856" y="123190"/>
                  </a:lnTo>
                  <a:lnTo>
                    <a:pt x="389255" y="123190"/>
                  </a:lnTo>
                  <a:lnTo>
                    <a:pt x="389255" y="1524"/>
                  </a:lnTo>
                  <a:close/>
                </a:path>
                <a:path w="565150" h="144779">
                  <a:moveTo>
                    <a:pt x="151130" y="1524"/>
                  </a:moveTo>
                  <a:lnTo>
                    <a:pt x="82168" y="1524"/>
                  </a:lnTo>
                  <a:lnTo>
                    <a:pt x="82168" y="123062"/>
                  </a:lnTo>
                  <a:lnTo>
                    <a:pt x="152781" y="123062"/>
                  </a:lnTo>
                  <a:lnTo>
                    <a:pt x="152781" y="107568"/>
                  </a:lnTo>
                  <a:lnTo>
                    <a:pt x="99568" y="107568"/>
                  </a:lnTo>
                  <a:lnTo>
                    <a:pt x="99568" y="69722"/>
                  </a:lnTo>
                  <a:lnTo>
                    <a:pt x="149352" y="69722"/>
                  </a:lnTo>
                  <a:lnTo>
                    <a:pt x="149352" y="54101"/>
                  </a:lnTo>
                  <a:lnTo>
                    <a:pt x="99568" y="54101"/>
                  </a:lnTo>
                  <a:lnTo>
                    <a:pt x="99568" y="17018"/>
                  </a:lnTo>
                  <a:lnTo>
                    <a:pt x="151130" y="17018"/>
                  </a:lnTo>
                  <a:lnTo>
                    <a:pt x="151130" y="1524"/>
                  </a:lnTo>
                  <a:close/>
                </a:path>
                <a:path w="565150" h="144779">
                  <a:moveTo>
                    <a:pt x="64897" y="1524"/>
                  </a:moveTo>
                  <a:lnTo>
                    <a:pt x="0" y="1524"/>
                  </a:lnTo>
                  <a:lnTo>
                    <a:pt x="0" y="123190"/>
                  </a:lnTo>
                  <a:lnTo>
                    <a:pt x="17399" y="123190"/>
                  </a:lnTo>
                  <a:lnTo>
                    <a:pt x="17399" y="66547"/>
                  </a:lnTo>
                  <a:lnTo>
                    <a:pt x="64897" y="66547"/>
                  </a:lnTo>
                  <a:lnTo>
                    <a:pt x="64897" y="51053"/>
                  </a:lnTo>
                  <a:lnTo>
                    <a:pt x="17399" y="51053"/>
                  </a:lnTo>
                  <a:lnTo>
                    <a:pt x="17399" y="17018"/>
                  </a:lnTo>
                  <a:lnTo>
                    <a:pt x="64897" y="17018"/>
                  </a:lnTo>
                  <a:lnTo>
                    <a:pt x="64897" y="1524"/>
                  </a:lnTo>
                  <a:close/>
                </a:path>
                <a:path w="565150" h="144779">
                  <a:moveTo>
                    <a:pt x="483997" y="0"/>
                  </a:moveTo>
                  <a:lnTo>
                    <a:pt x="477138" y="0"/>
                  </a:lnTo>
                  <a:lnTo>
                    <a:pt x="463637" y="1141"/>
                  </a:lnTo>
                  <a:lnTo>
                    <a:pt x="422034" y="27781"/>
                  </a:lnTo>
                  <a:lnTo>
                    <a:pt x="411480" y="63500"/>
                  </a:lnTo>
                  <a:lnTo>
                    <a:pt x="412621" y="75930"/>
                  </a:lnTo>
                  <a:lnTo>
                    <a:pt x="439378" y="114675"/>
                  </a:lnTo>
                  <a:lnTo>
                    <a:pt x="477900" y="124587"/>
                  </a:lnTo>
                  <a:lnTo>
                    <a:pt x="488973" y="123969"/>
                  </a:lnTo>
                  <a:lnTo>
                    <a:pt x="500094" y="122126"/>
                  </a:lnTo>
                  <a:lnTo>
                    <a:pt x="511262" y="119068"/>
                  </a:lnTo>
                  <a:lnTo>
                    <a:pt x="522478" y="114807"/>
                  </a:lnTo>
                  <a:lnTo>
                    <a:pt x="522478" y="109474"/>
                  </a:lnTo>
                  <a:lnTo>
                    <a:pt x="478409" y="109474"/>
                  </a:lnTo>
                  <a:lnTo>
                    <a:pt x="468143" y="108642"/>
                  </a:lnTo>
                  <a:lnTo>
                    <a:pt x="432943" y="81232"/>
                  </a:lnTo>
                  <a:lnTo>
                    <a:pt x="429513" y="62484"/>
                  </a:lnTo>
                  <a:lnTo>
                    <a:pt x="430371" y="52960"/>
                  </a:lnTo>
                  <a:lnTo>
                    <a:pt x="458469" y="18907"/>
                  </a:lnTo>
                  <a:lnTo>
                    <a:pt x="476757" y="15493"/>
                  </a:lnTo>
                  <a:lnTo>
                    <a:pt x="519938" y="15493"/>
                  </a:lnTo>
                  <a:lnTo>
                    <a:pt x="519938" y="10413"/>
                  </a:lnTo>
                  <a:lnTo>
                    <a:pt x="510540" y="6476"/>
                  </a:lnTo>
                  <a:lnTo>
                    <a:pt x="502793" y="3682"/>
                  </a:lnTo>
                  <a:lnTo>
                    <a:pt x="496697" y="2285"/>
                  </a:lnTo>
                  <a:lnTo>
                    <a:pt x="490474" y="762"/>
                  </a:lnTo>
                  <a:lnTo>
                    <a:pt x="483997" y="0"/>
                  </a:lnTo>
                  <a:close/>
                </a:path>
                <a:path w="565150" h="144779">
                  <a:moveTo>
                    <a:pt x="522478" y="63246"/>
                  </a:moveTo>
                  <a:lnTo>
                    <a:pt x="481584" y="63246"/>
                  </a:lnTo>
                  <a:lnTo>
                    <a:pt x="481584" y="78740"/>
                  </a:lnTo>
                  <a:lnTo>
                    <a:pt x="505079" y="78740"/>
                  </a:lnTo>
                  <a:lnTo>
                    <a:pt x="505079" y="104140"/>
                  </a:lnTo>
                  <a:lnTo>
                    <a:pt x="478409" y="109474"/>
                  </a:lnTo>
                  <a:lnTo>
                    <a:pt x="522478" y="109474"/>
                  </a:lnTo>
                  <a:lnTo>
                    <a:pt x="522478" y="63246"/>
                  </a:lnTo>
                  <a:close/>
                </a:path>
                <a:path w="565150" h="144779">
                  <a:moveTo>
                    <a:pt x="519938" y="15493"/>
                  </a:moveTo>
                  <a:lnTo>
                    <a:pt x="476757" y="15493"/>
                  </a:lnTo>
                  <a:lnTo>
                    <a:pt x="488445" y="16349"/>
                  </a:lnTo>
                  <a:lnTo>
                    <a:pt x="487829" y="16349"/>
                  </a:lnTo>
                  <a:lnTo>
                    <a:pt x="498300" y="18653"/>
                  </a:lnTo>
                  <a:lnTo>
                    <a:pt x="509101" y="22619"/>
                  </a:lnTo>
                  <a:lnTo>
                    <a:pt x="519938" y="28193"/>
                  </a:lnTo>
                  <a:lnTo>
                    <a:pt x="519938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2577" y="100203"/>
                  </a:moveTo>
                  <a:lnTo>
                    <a:pt x="556132" y="100203"/>
                  </a:lnTo>
                  <a:lnTo>
                    <a:pt x="559054" y="101726"/>
                  </a:lnTo>
                  <a:lnTo>
                    <a:pt x="561213" y="104901"/>
                  </a:lnTo>
                  <a:lnTo>
                    <a:pt x="563499" y="108076"/>
                  </a:lnTo>
                  <a:lnTo>
                    <a:pt x="564642" y="112013"/>
                  </a:lnTo>
                  <a:lnTo>
                    <a:pt x="564642" y="116966"/>
                  </a:lnTo>
                  <a:lnTo>
                    <a:pt x="564642" y="123316"/>
                  </a:lnTo>
                  <a:lnTo>
                    <a:pt x="562737" y="129031"/>
                  </a:lnTo>
                  <a:lnTo>
                    <a:pt x="559054" y="133857"/>
                  </a:lnTo>
                  <a:lnTo>
                    <a:pt x="555371" y="138810"/>
                  </a:lnTo>
                  <a:lnTo>
                    <a:pt x="550291" y="142240"/>
                  </a:lnTo>
                  <a:lnTo>
                    <a:pt x="543813" y="144272"/>
                  </a:lnTo>
                  <a:lnTo>
                    <a:pt x="543813" y="141097"/>
                  </a:lnTo>
                  <a:lnTo>
                    <a:pt x="546354" y="138556"/>
                  </a:lnTo>
                  <a:lnTo>
                    <a:pt x="548132" y="136016"/>
                  </a:lnTo>
                  <a:lnTo>
                    <a:pt x="549275" y="133476"/>
                  </a:lnTo>
                  <a:lnTo>
                    <a:pt x="550291" y="130937"/>
                  </a:lnTo>
                  <a:lnTo>
                    <a:pt x="550926" y="127507"/>
                  </a:lnTo>
                  <a:lnTo>
                    <a:pt x="551053" y="123190"/>
                  </a:lnTo>
                  <a:lnTo>
                    <a:pt x="544957" y="121412"/>
                  </a:lnTo>
                  <a:lnTo>
                    <a:pt x="541782" y="117601"/>
                  </a:lnTo>
                  <a:lnTo>
                    <a:pt x="541782" y="111759"/>
                  </a:lnTo>
                  <a:lnTo>
                    <a:pt x="541782" y="108712"/>
                  </a:lnTo>
                  <a:lnTo>
                    <a:pt x="542925" y="105918"/>
                  </a:lnTo>
                  <a:lnTo>
                    <a:pt x="544957" y="103631"/>
                  </a:lnTo>
                  <a:lnTo>
                    <a:pt x="547116" y="101346"/>
                  </a:lnTo>
                  <a:lnTo>
                    <a:pt x="549656" y="100203"/>
                  </a:lnTo>
                  <a:lnTo>
                    <a:pt x="552577" y="100203"/>
                  </a:lnTo>
                  <a:close/>
                </a:path>
                <a:path w="565150" h="144779">
                  <a:moveTo>
                    <a:pt x="188468" y="16382"/>
                  </a:moveTo>
                  <a:lnTo>
                    <a:pt x="188468" y="54737"/>
                  </a:lnTo>
                  <a:lnTo>
                    <a:pt x="195072" y="54737"/>
                  </a:lnTo>
                  <a:lnTo>
                    <a:pt x="203835" y="54737"/>
                  </a:lnTo>
                  <a:lnTo>
                    <a:pt x="209931" y="53975"/>
                  </a:lnTo>
                  <a:lnTo>
                    <a:pt x="213232" y="52450"/>
                  </a:lnTo>
                  <a:lnTo>
                    <a:pt x="216535" y="51053"/>
                  </a:lnTo>
                  <a:lnTo>
                    <a:pt x="219075" y="48768"/>
                  </a:lnTo>
                  <a:lnTo>
                    <a:pt x="220853" y="45719"/>
                  </a:lnTo>
                  <a:lnTo>
                    <a:pt x="222757" y="42671"/>
                  </a:lnTo>
                  <a:lnTo>
                    <a:pt x="223647" y="39115"/>
                  </a:lnTo>
                  <a:lnTo>
                    <a:pt x="223647" y="35306"/>
                  </a:lnTo>
                  <a:lnTo>
                    <a:pt x="223647" y="31496"/>
                  </a:lnTo>
                  <a:lnTo>
                    <a:pt x="222631" y="27940"/>
                  </a:lnTo>
                  <a:lnTo>
                    <a:pt x="220599" y="24891"/>
                  </a:lnTo>
                  <a:lnTo>
                    <a:pt x="218567" y="21716"/>
                  </a:lnTo>
                  <a:lnTo>
                    <a:pt x="215646" y="19557"/>
                  </a:lnTo>
                  <a:lnTo>
                    <a:pt x="211962" y="18287"/>
                  </a:lnTo>
                  <a:lnTo>
                    <a:pt x="208280" y="17018"/>
                  </a:lnTo>
                  <a:lnTo>
                    <a:pt x="202184" y="16382"/>
                  </a:lnTo>
                  <a:lnTo>
                    <a:pt x="193675" y="16382"/>
                  </a:lnTo>
                  <a:lnTo>
                    <a:pt x="188468" y="16382"/>
                  </a:lnTo>
                  <a:close/>
                </a:path>
                <a:path w="565150" h="144779">
                  <a:moveTo>
                    <a:pt x="371856" y="1524"/>
                  </a:moveTo>
                  <a:lnTo>
                    <a:pt x="389255" y="1524"/>
                  </a:lnTo>
                  <a:lnTo>
                    <a:pt x="389255" y="123190"/>
                  </a:lnTo>
                  <a:lnTo>
                    <a:pt x="371856" y="123190"/>
                  </a:lnTo>
                  <a:lnTo>
                    <a:pt x="371856" y="1524"/>
                  </a:lnTo>
                  <a:close/>
                </a:path>
                <a:path w="565150" h="144779">
                  <a:moveTo>
                    <a:pt x="171069" y="1524"/>
                  </a:moveTo>
                  <a:lnTo>
                    <a:pt x="201549" y="1524"/>
                  </a:lnTo>
                  <a:lnTo>
                    <a:pt x="210238" y="2095"/>
                  </a:lnTo>
                  <a:lnTo>
                    <a:pt x="240992" y="28027"/>
                  </a:lnTo>
                  <a:lnTo>
                    <a:pt x="241681" y="35432"/>
                  </a:lnTo>
                  <a:lnTo>
                    <a:pt x="241681" y="42544"/>
                  </a:lnTo>
                  <a:lnTo>
                    <a:pt x="221106" y="65404"/>
                  </a:lnTo>
                  <a:lnTo>
                    <a:pt x="224917" y="67944"/>
                  </a:lnTo>
                  <a:lnTo>
                    <a:pt x="248157" y="98932"/>
                  </a:lnTo>
                  <a:lnTo>
                    <a:pt x="252349" y="105790"/>
                  </a:lnTo>
                  <a:lnTo>
                    <a:pt x="255778" y="110997"/>
                  </a:lnTo>
                  <a:lnTo>
                    <a:pt x="258318" y="114553"/>
                  </a:lnTo>
                  <a:lnTo>
                    <a:pt x="264794" y="123190"/>
                  </a:lnTo>
                  <a:lnTo>
                    <a:pt x="244094" y="123190"/>
                  </a:lnTo>
                  <a:lnTo>
                    <a:pt x="238760" y="115188"/>
                  </a:lnTo>
                  <a:lnTo>
                    <a:pt x="238632" y="114934"/>
                  </a:lnTo>
                  <a:lnTo>
                    <a:pt x="238252" y="114426"/>
                  </a:lnTo>
                  <a:lnTo>
                    <a:pt x="237744" y="113665"/>
                  </a:lnTo>
                  <a:lnTo>
                    <a:pt x="234315" y="108965"/>
                  </a:lnTo>
                  <a:lnTo>
                    <a:pt x="228981" y="100075"/>
                  </a:lnTo>
                  <a:lnTo>
                    <a:pt x="223138" y="90550"/>
                  </a:lnTo>
                  <a:lnTo>
                    <a:pt x="219582" y="85597"/>
                  </a:lnTo>
                  <a:lnTo>
                    <a:pt x="216281" y="81534"/>
                  </a:lnTo>
                  <a:lnTo>
                    <a:pt x="213232" y="78612"/>
                  </a:lnTo>
                  <a:lnTo>
                    <a:pt x="210185" y="75691"/>
                  </a:lnTo>
                  <a:lnTo>
                    <a:pt x="207518" y="73532"/>
                  </a:lnTo>
                  <a:lnTo>
                    <a:pt x="205105" y="72262"/>
                  </a:lnTo>
                  <a:lnTo>
                    <a:pt x="202692" y="70865"/>
                  </a:lnTo>
                  <a:lnTo>
                    <a:pt x="198628" y="70231"/>
                  </a:lnTo>
                  <a:lnTo>
                    <a:pt x="192912" y="70231"/>
                  </a:lnTo>
                  <a:lnTo>
                    <a:pt x="188468" y="70231"/>
                  </a:lnTo>
                  <a:lnTo>
                    <a:pt x="188468" y="123190"/>
                  </a:lnTo>
                  <a:lnTo>
                    <a:pt x="171069" y="123190"/>
                  </a:lnTo>
                  <a:lnTo>
                    <a:pt x="171069" y="1524"/>
                  </a:lnTo>
                  <a:close/>
                </a:path>
                <a:path w="565150" h="144779">
                  <a:moveTo>
                    <a:pt x="82168" y="1524"/>
                  </a:moveTo>
                  <a:lnTo>
                    <a:pt x="151130" y="1524"/>
                  </a:lnTo>
                  <a:lnTo>
                    <a:pt x="151130" y="17018"/>
                  </a:lnTo>
                  <a:lnTo>
                    <a:pt x="99568" y="17018"/>
                  </a:lnTo>
                  <a:lnTo>
                    <a:pt x="99568" y="54101"/>
                  </a:lnTo>
                  <a:lnTo>
                    <a:pt x="149352" y="54101"/>
                  </a:lnTo>
                  <a:lnTo>
                    <a:pt x="149352" y="69722"/>
                  </a:lnTo>
                  <a:lnTo>
                    <a:pt x="99568" y="69722"/>
                  </a:lnTo>
                  <a:lnTo>
                    <a:pt x="99568" y="107568"/>
                  </a:lnTo>
                  <a:lnTo>
                    <a:pt x="152781" y="107568"/>
                  </a:lnTo>
                  <a:lnTo>
                    <a:pt x="152781" y="123062"/>
                  </a:lnTo>
                  <a:lnTo>
                    <a:pt x="82168" y="123062"/>
                  </a:lnTo>
                  <a:lnTo>
                    <a:pt x="82168" y="1524"/>
                  </a:lnTo>
                  <a:close/>
                </a:path>
                <a:path w="565150" h="144779">
                  <a:moveTo>
                    <a:pt x="0" y="1524"/>
                  </a:moveTo>
                  <a:lnTo>
                    <a:pt x="64897" y="1524"/>
                  </a:lnTo>
                  <a:lnTo>
                    <a:pt x="64897" y="17018"/>
                  </a:lnTo>
                  <a:lnTo>
                    <a:pt x="17399" y="17018"/>
                  </a:lnTo>
                  <a:lnTo>
                    <a:pt x="17399" y="51053"/>
                  </a:lnTo>
                  <a:lnTo>
                    <a:pt x="64897" y="51053"/>
                  </a:lnTo>
                  <a:lnTo>
                    <a:pt x="64897" y="66547"/>
                  </a:lnTo>
                  <a:lnTo>
                    <a:pt x="17399" y="66547"/>
                  </a:lnTo>
                  <a:lnTo>
                    <a:pt x="17399" y="123190"/>
                  </a:lnTo>
                  <a:lnTo>
                    <a:pt x="0" y="123190"/>
                  </a:lnTo>
                  <a:lnTo>
                    <a:pt x="0" y="1524"/>
                  </a:lnTo>
                  <a:close/>
                </a:path>
                <a:path w="565150" h="144779">
                  <a:moveTo>
                    <a:pt x="253111" y="1396"/>
                  </a:moveTo>
                  <a:lnTo>
                    <a:pt x="354711" y="1396"/>
                  </a:lnTo>
                  <a:lnTo>
                    <a:pt x="354711" y="16890"/>
                  </a:lnTo>
                  <a:lnTo>
                    <a:pt x="312293" y="16890"/>
                  </a:lnTo>
                  <a:lnTo>
                    <a:pt x="312293" y="123190"/>
                  </a:lnTo>
                  <a:lnTo>
                    <a:pt x="294767" y="123190"/>
                  </a:lnTo>
                  <a:lnTo>
                    <a:pt x="294767" y="16890"/>
                  </a:lnTo>
                  <a:lnTo>
                    <a:pt x="253111" y="16890"/>
                  </a:lnTo>
                  <a:lnTo>
                    <a:pt x="253111" y="1396"/>
                  </a:lnTo>
                  <a:close/>
                </a:path>
                <a:path w="565150" h="144779">
                  <a:moveTo>
                    <a:pt x="477138" y="0"/>
                  </a:moveTo>
                  <a:lnTo>
                    <a:pt x="483997" y="0"/>
                  </a:lnTo>
                  <a:lnTo>
                    <a:pt x="490474" y="762"/>
                  </a:lnTo>
                  <a:lnTo>
                    <a:pt x="496697" y="2285"/>
                  </a:lnTo>
                  <a:lnTo>
                    <a:pt x="502793" y="3682"/>
                  </a:lnTo>
                  <a:lnTo>
                    <a:pt x="510540" y="6476"/>
                  </a:lnTo>
                  <a:lnTo>
                    <a:pt x="519938" y="10413"/>
                  </a:lnTo>
                  <a:lnTo>
                    <a:pt x="519938" y="28193"/>
                  </a:lnTo>
                  <a:lnTo>
                    <a:pt x="509101" y="22619"/>
                  </a:lnTo>
                  <a:lnTo>
                    <a:pt x="498300" y="18653"/>
                  </a:lnTo>
                  <a:lnTo>
                    <a:pt x="487523" y="16281"/>
                  </a:lnTo>
                  <a:lnTo>
                    <a:pt x="476757" y="15493"/>
                  </a:lnTo>
                  <a:lnTo>
                    <a:pt x="467232" y="16349"/>
                  </a:lnTo>
                  <a:lnTo>
                    <a:pt x="432943" y="44211"/>
                  </a:lnTo>
                  <a:lnTo>
                    <a:pt x="429513" y="62484"/>
                  </a:lnTo>
                  <a:lnTo>
                    <a:pt x="430371" y="72316"/>
                  </a:lnTo>
                  <a:lnTo>
                    <a:pt x="458866" y="106156"/>
                  </a:lnTo>
                  <a:lnTo>
                    <a:pt x="478409" y="109474"/>
                  </a:lnTo>
                  <a:lnTo>
                    <a:pt x="483889" y="109166"/>
                  </a:lnTo>
                  <a:lnTo>
                    <a:pt x="489870" y="108251"/>
                  </a:lnTo>
                  <a:lnTo>
                    <a:pt x="496375" y="106741"/>
                  </a:lnTo>
                  <a:lnTo>
                    <a:pt x="503428" y="104647"/>
                  </a:lnTo>
                  <a:lnTo>
                    <a:pt x="505079" y="104140"/>
                  </a:lnTo>
                  <a:lnTo>
                    <a:pt x="505079" y="78740"/>
                  </a:lnTo>
                  <a:lnTo>
                    <a:pt x="481584" y="78740"/>
                  </a:lnTo>
                  <a:lnTo>
                    <a:pt x="481584" y="63246"/>
                  </a:lnTo>
                  <a:lnTo>
                    <a:pt x="522478" y="63246"/>
                  </a:lnTo>
                  <a:lnTo>
                    <a:pt x="522478" y="114807"/>
                  </a:lnTo>
                  <a:lnTo>
                    <a:pt x="511262" y="119068"/>
                  </a:lnTo>
                  <a:lnTo>
                    <a:pt x="500094" y="122126"/>
                  </a:lnTo>
                  <a:lnTo>
                    <a:pt x="488973" y="123969"/>
                  </a:lnTo>
                  <a:lnTo>
                    <a:pt x="477900" y="124587"/>
                  </a:lnTo>
                  <a:lnTo>
                    <a:pt x="463520" y="123489"/>
                  </a:lnTo>
                  <a:lnTo>
                    <a:pt x="421713" y="97647"/>
                  </a:lnTo>
                  <a:lnTo>
                    <a:pt x="411480" y="63500"/>
                  </a:lnTo>
                  <a:lnTo>
                    <a:pt x="412648" y="50450"/>
                  </a:lnTo>
                  <a:lnTo>
                    <a:pt x="440205" y="10233"/>
                  </a:lnTo>
                  <a:lnTo>
                    <a:pt x="463637" y="1141"/>
                  </a:lnTo>
                  <a:lnTo>
                    <a:pt x="477138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9" name="object 6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70023" y="5358765"/>
            <a:ext cx="1464056" cy="17322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015485" y="5400294"/>
            <a:ext cx="81280" cy="9207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179823" y="5360289"/>
            <a:ext cx="964819" cy="17170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205984" y="5360161"/>
            <a:ext cx="455803" cy="13233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40653" y="5400294"/>
            <a:ext cx="81280" cy="92075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5485" y="5657126"/>
            <a:ext cx="2401925" cy="17352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07745" y="6084201"/>
            <a:ext cx="1336929" cy="15340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912366" y="6085065"/>
            <a:ext cx="1343152" cy="17230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318636" y="6083846"/>
            <a:ext cx="1900047" cy="173520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284851" y="6084201"/>
            <a:ext cx="540004" cy="133731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00087" y="6349377"/>
            <a:ext cx="3053499" cy="20669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7348855" y="3682110"/>
            <a:ext cx="3470275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u="sng" spc="-70" dirty="0" err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ffigaro</a:t>
            </a:r>
            <a:r>
              <a:rPr sz="1800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@sp.senai.br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pc="-85" dirty="0">
                <a:solidFill>
                  <a:srgbClr val="373D40"/>
                </a:solidFill>
                <a:latin typeface="Trebuchet MS"/>
                <a:cs typeface="Trebuchet MS"/>
              </a:rPr>
              <a:t>Fernando Oliveira Figaro</a:t>
            </a:r>
          </a:p>
          <a:p>
            <a:pPr marL="12700">
              <a:lnSpc>
                <a:spcPct val="100000"/>
              </a:lnSpc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3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888480" y="3691128"/>
            <a:ext cx="375285" cy="1382395"/>
            <a:chOff x="6888480" y="3691128"/>
            <a:chExt cx="375285" cy="1382395"/>
          </a:xfrm>
        </p:grpSpPr>
        <p:pic>
          <p:nvPicPr>
            <p:cNvPr id="84" name="object 8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894576" y="3691128"/>
              <a:ext cx="361188" cy="35966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888480" y="4195572"/>
              <a:ext cx="359664" cy="361188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902196" y="4713732"/>
              <a:ext cx="361188" cy="3596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1624</Words>
  <Application>Microsoft Office PowerPoint</Application>
  <PresentationFormat>Widescreen</PresentationFormat>
  <Paragraphs>236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Arial MT</vt:lpstr>
      <vt:lpstr>Trebuchet MS</vt:lpstr>
      <vt:lpstr>Office Theme</vt:lpstr>
      <vt:lpstr>PROGRAMAÇÃO EM PYTHON</vt:lpstr>
      <vt:lpstr>PROGRAMAÇÃO EM PYTHON</vt:lpstr>
      <vt:lpstr>PROGRAMAÇÃO EM PYTHON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PROGRAMAÇÃO EM PYTHON</vt:lpstr>
      <vt:lpstr>Apresentação do PowerPoint</vt:lpstr>
      <vt:lpstr>Não é preciso a instalação:</vt:lpstr>
      <vt:lpstr>Início do programa:</vt:lpstr>
      <vt:lpstr>Será aplicado contextualização.</vt:lpstr>
      <vt:lpstr>EM PYTHON</vt:lpstr>
      <vt:lpstr>Apresentação do PowerPoint</vt:lpstr>
      <vt:lpstr>Apresentação do PowerPoint</vt:lpstr>
      <vt:lpstr>Apresentação do PowerPoint</vt:lpstr>
      <vt:lpstr>Quais são os tipos de dados que o computador pode armazenar nas variáveis?</vt:lpstr>
      <vt:lpstr>Apresentação do PowerPoint</vt:lpstr>
      <vt:lpstr>Apresentação do PowerPoint</vt:lpstr>
      <vt:lpstr>Apresentação do PowerPoint</vt:lpstr>
      <vt:lpstr>Apresentação do PowerPoint</vt:lpstr>
      <vt:lpstr>PROGRAMAÇÃO EM PYTHON</vt:lpstr>
      <vt:lpstr>Apresentação do PowerPoint</vt:lpstr>
      <vt:lpstr>Apresentação do PowerPoint</vt:lpstr>
      <vt:lpstr>Apresentação do PowerPoint</vt:lpstr>
      <vt:lpstr>Armazenar informação e imprimir na tela</vt:lpstr>
      <vt:lpstr>PROGRAMAÇÃO EM PYTHON</vt:lpstr>
      <vt:lpstr>PROGRAMAÇÃO EM PYTHON</vt:lpstr>
      <vt:lpstr>EXERCÍCIOS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2</cp:revision>
  <dcterms:created xsi:type="dcterms:W3CDTF">2026-01-05T19:32:19Z</dcterms:created>
  <dcterms:modified xsi:type="dcterms:W3CDTF">2026-01-09T23:35:31Z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