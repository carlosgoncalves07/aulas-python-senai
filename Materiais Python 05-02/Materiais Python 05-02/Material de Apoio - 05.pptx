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8184" y="569848"/>
            <a:ext cx="5297170" cy="603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20"/>
                </a:lnTo>
                <a:lnTo>
                  <a:pt x="8991600" y="1645920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20"/>
                </a:moveTo>
                <a:lnTo>
                  <a:pt x="8991600" y="1645920"/>
                </a:lnTo>
                <a:lnTo>
                  <a:pt x="8991600" y="0"/>
                </a:lnTo>
                <a:lnTo>
                  <a:pt x="0" y="0"/>
                </a:lnTo>
                <a:lnTo>
                  <a:pt x="0" y="1645920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3169920" y="0"/>
                </a:moveTo>
                <a:lnTo>
                  <a:pt x="0" y="0"/>
                </a:lnTo>
                <a:lnTo>
                  <a:pt x="0" y="972820"/>
                </a:lnTo>
                <a:lnTo>
                  <a:pt x="3169920" y="972820"/>
                </a:lnTo>
                <a:lnTo>
                  <a:pt x="3169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0" y="972820"/>
                </a:moveTo>
                <a:lnTo>
                  <a:pt x="3169920" y="972820"/>
                </a:lnTo>
                <a:lnTo>
                  <a:pt x="3169920" y="0"/>
                </a:lnTo>
                <a:lnTo>
                  <a:pt x="0" y="0"/>
                </a:lnTo>
                <a:lnTo>
                  <a:pt x="0" y="9728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3803" y="569848"/>
            <a:ext cx="76549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48403" y="3018472"/>
            <a:ext cx="7701915" cy="320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rogramiz.com/python-programming/online-compiler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2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10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16.png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38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16.png"/><Relationship Id="rId10" Type="http://schemas.openxmlformats.org/officeDocument/2006/relationships/image" Target="../media/image39.jpg"/><Relationship Id="rId4" Type="http://schemas.openxmlformats.org/officeDocument/2006/relationships/image" Target="../media/image8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11" Type="http://schemas.openxmlformats.org/officeDocument/2006/relationships/hyperlink" Target="https://docs.python.org/pt-br/3.13/library/functions.html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9" Type="http://schemas.openxmlformats.org/officeDocument/2006/relationships/image" Target="../media/image78.png"/><Relationship Id="rId21" Type="http://schemas.openxmlformats.org/officeDocument/2006/relationships/image" Target="../media/image60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47" Type="http://schemas.openxmlformats.org/officeDocument/2006/relationships/image" Target="../media/image86.png"/><Relationship Id="rId50" Type="http://schemas.openxmlformats.org/officeDocument/2006/relationships/image" Target="../media/image89.png"/><Relationship Id="rId55" Type="http://schemas.openxmlformats.org/officeDocument/2006/relationships/image" Target="../media/image2.jpg"/><Relationship Id="rId7" Type="http://schemas.openxmlformats.org/officeDocument/2006/relationships/image" Target="../media/image46.png"/><Relationship Id="rId2" Type="http://schemas.openxmlformats.org/officeDocument/2006/relationships/image" Target="../media/image6.png"/><Relationship Id="rId16" Type="http://schemas.openxmlformats.org/officeDocument/2006/relationships/image" Target="../media/image55.png"/><Relationship Id="rId29" Type="http://schemas.openxmlformats.org/officeDocument/2006/relationships/image" Target="../media/image68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4.png"/><Relationship Id="rId53" Type="http://schemas.openxmlformats.org/officeDocument/2006/relationships/image" Target="../media/image92.png"/><Relationship Id="rId58" Type="http://schemas.openxmlformats.org/officeDocument/2006/relationships/image" Target="../media/image95.png"/><Relationship Id="rId5" Type="http://schemas.openxmlformats.org/officeDocument/2006/relationships/image" Target="../media/image44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image" Target="../media/image87.png"/><Relationship Id="rId56" Type="http://schemas.openxmlformats.org/officeDocument/2006/relationships/hyperlink" Target="mailto:ffigaro@sp.senai.br" TargetMode="External"/><Relationship Id="rId8" Type="http://schemas.openxmlformats.org/officeDocument/2006/relationships/image" Target="../media/image47.png"/><Relationship Id="rId51" Type="http://schemas.openxmlformats.org/officeDocument/2006/relationships/image" Target="../media/image90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5.png"/><Relationship Id="rId59" Type="http://schemas.openxmlformats.org/officeDocument/2006/relationships/image" Target="../media/image96.png"/><Relationship Id="rId20" Type="http://schemas.openxmlformats.org/officeDocument/2006/relationships/image" Target="../media/image59.png"/><Relationship Id="rId41" Type="http://schemas.openxmlformats.org/officeDocument/2006/relationships/image" Target="../media/image80.png"/><Relationship Id="rId54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8.png"/><Relationship Id="rId57" Type="http://schemas.openxmlformats.org/officeDocument/2006/relationships/image" Target="../media/image94.png"/><Relationship Id="rId10" Type="http://schemas.openxmlformats.org/officeDocument/2006/relationships/image" Target="../media/image49.png"/><Relationship Id="rId31" Type="http://schemas.openxmlformats.org/officeDocument/2006/relationships/image" Target="../media/image70.png"/><Relationship Id="rId44" Type="http://schemas.openxmlformats.org/officeDocument/2006/relationships/image" Target="../media/image83.png"/><Relationship Id="rId52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464" y="1844992"/>
            <a:ext cx="70034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409" dirty="0"/>
              <a:t>PROGRAMAÇÃO</a:t>
            </a:r>
            <a:r>
              <a:rPr sz="3800" spc="300" dirty="0"/>
              <a:t> </a:t>
            </a:r>
            <a:r>
              <a:rPr sz="3800" spc="145" dirty="0"/>
              <a:t>EM</a:t>
            </a:r>
            <a:r>
              <a:rPr sz="3800" spc="310" dirty="0"/>
              <a:t> </a:t>
            </a:r>
            <a:r>
              <a:rPr sz="3800" spc="380" dirty="0"/>
              <a:t>PYTHON</a:t>
            </a:r>
            <a:endParaRPr sz="3800"/>
          </a:p>
        </p:txBody>
      </p:sp>
      <p:grpSp>
        <p:nvGrpSpPr>
          <p:cNvPr id="3" name="object 3"/>
          <p:cNvGrpSpPr/>
          <p:nvPr/>
        </p:nvGrpSpPr>
        <p:grpSpPr>
          <a:xfrm>
            <a:off x="2117089" y="2579370"/>
            <a:ext cx="9859010" cy="4083050"/>
            <a:chOff x="2117089" y="2579370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29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7089" y="2747010"/>
              <a:ext cx="2293619" cy="14795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269" y="2631440"/>
              <a:ext cx="2142489" cy="15951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689" y="2579370"/>
              <a:ext cx="1658619" cy="15951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30"/>
              <a:ext cx="788669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70" y="1164589"/>
              <a:ext cx="735329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79" y="2245347"/>
              <a:ext cx="5405374" cy="7978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470" y="2562225"/>
              <a:ext cx="650367" cy="2208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5389" y="2561335"/>
              <a:ext cx="900683" cy="22174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415" y="634365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015" y="1128395"/>
            <a:ext cx="46920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2056130" algn="l"/>
                <a:tab pos="2871470" algn="l"/>
                <a:tab pos="4109720" algn="l"/>
              </a:tabLst>
            </a:pP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6225" y="3176854"/>
          <a:ext cx="4364354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440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Linguagem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Python;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Instalação</a:t>
                      </a:r>
                      <a:r>
                        <a:rPr sz="2000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Python;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Programação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em</a:t>
                      </a:r>
                      <a:r>
                        <a:rPr sz="2000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Python;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Variáveis;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Instruções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I/O;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Built-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5229" y="2359660"/>
            <a:ext cx="5725160" cy="37541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940" y="218440"/>
            <a:ext cx="5067300" cy="1173480"/>
            <a:chOff x="789940" y="218440"/>
            <a:chExt cx="5067300" cy="1173480"/>
          </a:xfrm>
        </p:grpSpPr>
        <p:sp>
          <p:nvSpPr>
            <p:cNvPr id="16" name="object 16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3040379" y="1164589"/>
            <a:ext cx="8935720" cy="5497830"/>
            <a:chOff x="3040379" y="1164589"/>
            <a:chExt cx="8935720" cy="54978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8169" y="2263127"/>
              <a:ext cx="5404104" cy="7952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9742" y="2575686"/>
              <a:ext cx="1066926" cy="2908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5767" y="3556253"/>
            <a:ext cx="11340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44930" algn="l"/>
                <a:tab pos="3009900" algn="l"/>
                <a:tab pos="3696970" algn="l"/>
                <a:tab pos="5319395" algn="l"/>
                <a:tab pos="6712584" algn="l"/>
                <a:tab pos="7247255" algn="l"/>
                <a:tab pos="8611235" algn="l"/>
                <a:tab pos="10257155" algn="l"/>
                <a:tab pos="11026775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000000"/>
                </a:solidFill>
              </a:rPr>
              <a:t>Python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é</a:t>
            </a:r>
            <a:r>
              <a:rPr sz="2400" spc="35" dirty="0">
                <a:solidFill>
                  <a:srgbClr val="000000"/>
                </a:solidFill>
              </a:rPr>
              <a:t> </a:t>
            </a:r>
            <a:r>
              <a:rPr sz="2400" spc="-150" dirty="0">
                <a:solidFill>
                  <a:srgbClr val="000000"/>
                </a:solidFill>
              </a:rPr>
              <a:t>uma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linguagem</a:t>
            </a:r>
            <a:r>
              <a:rPr sz="2400" b="1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programação</a:t>
            </a:r>
            <a:r>
              <a:rPr sz="2400" b="1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alto</a:t>
            </a:r>
            <a:r>
              <a:rPr sz="2400" b="1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000000"/>
                </a:solidFill>
                <a:latin typeface="Trebuchet MS"/>
                <a:cs typeface="Trebuchet MS"/>
              </a:rPr>
              <a:t>nível</a:t>
            </a:r>
            <a:r>
              <a:rPr sz="2400" spc="-85" dirty="0">
                <a:solidFill>
                  <a:srgbClr val="000000"/>
                </a:solidFill>
              </a:rPr>
              <a:t>, </a:t>
            </a:r>
            <a:r>
              <a:rPr sz="2400" spc="-100" dirty="0">
                <a:solidFill>
                  <a:srgbClr val="000000"/>
                </a:solidFill>
              </a:rPr>
              <a:t>conhecida</a:t>
            </a:r>
            <a:r>
              <a:rPr sz="2400" spc="-8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por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sua</a:t>
            </a:r>
            <a:r>
              <a:rPr sz="2400" spc="50" dirty="0">
                <a:solidFill>
                  <a:srgbClr val="000000"/>
                </a:solidFill>
              </a:rPr>
              <a:t> </a:t>
            </a:r>
            <a:r>
              <a:rPr sz="2400" spc="-95" dirty="0">
                <a:solidFill>
                  <a:srgbClr val="00AF50"/>
                </a:solidFill>
              </a:rPr>
              <a:t>sintaxe</a:t>
            </a:r>
            <a:r>
              <a:rPr sz="2400" spc="50" dirty="0">
                <a:solidFill>
                  <a:srgbClr val="00AF50"/>
                </a:solidFill>
              </a:rPr>
              <a:t> </a:t>
            </a:r>
            <a:r>
              <a:rPr sz="2400" spc="-90" dirty="0">
                <a:solidFill>
                  <a:srgbClr val="00AF50"/>
                </a:solidFill>
              </a:rPr>
              <a:t>clara</a:t>
            </a:r>
            <a:r>
              <a:rPr sz="2400" spc="45" dirty="0">
                <a:solidFill>
                  <a:srgbClr val="00AF50"/>
                </a:solidFill>
              </a:rPr>
              <a:t> </a:t>
            </a:r>
            <a:r>
              <a:rPr sz="2400" dirty="0">
                <a:solidFill>
                  <a:srgbClr val="00AF50"/>
                </a:solidFill>
              </a:rPr>
              <a:t>e</a:t>
            </a:r>
            <a:r>
              <a:rPr sz="2400" spc="50" dirty="0">
                <a:solidFill>
                  <a:srgbClr val="00AF50"/>
                </a:solidFill>
              </a:rPr>
              <a:t> </a:t>
            </a:r>
            <a:r>
              <a:rPr sz="2400" spc="-185" dirty="0">
                <a:solidFill>
                  <a:srgbClr val="00AF50"/>
                </a:solidFill>
              </a:rPr>
              <a:t>legibilidade</a:t>
            </a:r>
            <a:r>
              <a:rPr sz="2400" spc="-185" dirty="0">
                <a:solidFill>
                  <a:srgbClr val="000000"/>
                </a:solidFill>
              </a:rPr>
              <a:t>,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que</a:t>
            </a:r>
            <a:r>
              <a:rPr sz="2400" spc="50" dirty="0">
                <a:solidFill>
                  <a:srgbClr val="006FC0"/>
                </a:solidFill>
              </a:rPr>
              <a:t> </a:t>
            </a:r>
            <a:r>
              <a:rPr sz="2400" spc="-140" dirty="0">
                <a:solidFill>
                  <a:srgbClr val="006FC0"/>
                </a:solidFill>
              </a:rPr>
              <a:t>facilita </a:t>
            </a:r>
            <a:r>
              <a:rPr sz="2400" spc="-95" dirty="0">
                <a:solidFill>
                  <a:srgbClr val="006FC0"/>
                </a:solidFill>
              </a:rPr>
              <a:t>tanto</a:t>
            </a:r>
            <a:r>
              <a:rPr sz="2400" spc="-30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o</a:t>
            </a:r>
            <a:r>
              <a:rPr sz="2400" spc="-15" dirty="0">
                <a:solidFill>
                  <a:srgbClr val="006FC0"/>
                </a:solidFill>
              </a:rPr>
              <a:t> </a:t>
            </a:r>
            <a:r>
              <a:rPr sz="2400" spc="-130" dirty="0">
                <a:solidFill>
                  <a:srgbClr val="006FC0"/>
                </a:solidFill>
              </a:rPr>
              <a:t>aprendizado</a:t>
            </a:r>
            <a:r>
              <a:rPr sz="2400" spc="-35" dirty="0">
                <a:solidFill>
                  <a:srgbClr val="006FC0"/>
                </a:solidFill>
              </a:rPr>
              <a:t> </a:t>
            </a:r>
            <a:r>
              <a:rPr sz="2400" spc="-130" dirty="0">
                <a:solidFill>
                  <a:srgbClr val="006FC0"/>
                </a:solidFill>
              </a:rPr>
              <a:t>para</a:t>
            </a:r>
            <a:r>
              <a:rPr sz="2400" spc="-15" dirty="0">
                <a:solidFill>
                  <a:srgbClr val="006FC0"/>
                </a:solidFill>
              </a:rPr>
              <a:t> </a:t>
            </a:r>
            <a:r>
              <a:rPr sz="2400" spc="-145" dirty="0">
                <a:solidFill>
                  <a:srgbClr val="006FC0"/>
                </a:solidFill>
              </a:rPr>
              <a:t>iniciantes</a:t>
            </a:r>
            <a:r>
              <a:rPr sz="2400" spc="-20" dirty="0">
                <a:solidFill>
                  <a:srgbClr val="006FC0"/>
                </a:solidFill>
              </a:rPr>
              <a:t> </a:t>
            </a:r>
            <a:r>
              <a:rPr sz="2400" spc="-105" dirty="0">
                <a:solidFill>
                  <a:srgbClr val="006FC0"/>
                </a:solidFill>
              </a:rPr>
              <a:t>quanto</a:t>
            </a:r>
            <a:r>
              <a:rPr sz="2400" spc="-20" dirty="0">
                <a:solidFill>
                  <a:srgbClr val="006FC0"/>
                </a:solidFill>
              </a:rPr>
              <a:t> </a:t>
            </a:r>
            <a:r>
              <a:rPr sz="2400" dirty="0">
                <a:solidFill>
                  <a:srgbClr val="006FC0"/>
                </a:solidFill>
              </a:rPr>
              <a:t>a</a:t>
            </a:r>
            <a:r>
              <a:rPr sz="2400" spc="-20" dirty="0">
                <a:solidFill>
                  <a:srgbClr val="006FC0"/>
                </a:solidFill>
              </a:rPr>
              <a:t> </a:t>
            </a:r>
            <a:r>
              <a:rPr sz="2400" spc="-140" dirty="0">
                <a:solidFill>
                  <a:srgbClr val="006FC0"/>
                </a:solidFill>
              </a:rPr>
              <a:t>manutenção</a:t>
            </a:r>
            <a:r>
              <a:rPr sz="2400" spc="-20" dirty="0">
                <a:solidFill>
                  <a:srgbClr val="006FC0"/>
                </a:solidFill>
              </a:rPr>
              <a:t> </a:t>
            </a:r>
            <a:r>
              <a:rPr sz="2400" spc="-25" dirty="0">
                <a:solidFill>
                  <a:srgbClr val="006FC0"/>
                </a:solidFill>
              </a:rPr>
              <a:t>de </a:t>
            </a:r>
            <a:r>
              <a:rPr sz="2400" spc="-110" dirty="0">
                <a:solidFill>
                  <a:srgbClr val="006FC0"/>
                </a:solidFill>
              </a:rPr>
              <a:t>projetos</a:t>
            </a:r>
            <a:r>
              <a:rPr sz="2400" spc="-55" dirty="0">
                <a:solidFill>
                  <a:srgbClr val="006FC0"/>
                </a:solidFill>
              </a:rPr>
              <a:t> </a:t>
            </a:r>
            <a:r>
              <a:rPr sz="2400" spc="-20" dirty="0">
                <a:solidFill>
                  <a:srgbClr val="006FC0"/>
                </a:solidFill>
              </a:rPr>
              <a:t>complexos</a:t>
            </a:r>
            <a:r>
              <a:rPr sz="2400" spc="-20" dirty="0">
                <a:solidFill>
                  <a:srgbClr val="000000"/>
                </a:solidFill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3803" y="2160270"/>
            <a:ext cx="7657465" cy="320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rebuchet MS"/>
                <a:cs typeface="Trebuchet MS"/>
              </a:rPr>
              <a:t>Desenvolvida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inicialmente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Guido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van</a:t>
            </a:r>
            <a:r>
              <a:rPr sz="2400" u="sng" spc="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Rossum</a:t>
            </a:r>
            <a:r>
              <a:rPr sz="2400" spc="-90" dirty="0">
                <a:latin typeface="Trebuchet MS"/>
                <a:cs typeface="Trebuchet MS"/>
              </a:rPr>
              <a:t>, </a:t>
            </a:r>
            <a:r>
              <a:rPr sz="2400" spc="-40" dirty="0">
                <a:latin typeface="Trebuchet MS"/>
                <a:cs typeface="Trebuchet MS"/>
              </a:rPr>
              <a:t>Python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é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linguagem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interpretada,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dinâmica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multi-</a:t>
            </a:r>
            <a:r>
              <a:rPr sz="2400" spc="-165" dirty="0">
                <a:latin typeface="Trebuchet MS"/>
                <a:cs typeface="Trebuchet MS"/>
              </a:rPr>
              <a:t>paradigma, </a:t>
            </a:r>
            <a:r>
              <a:rPr sz="2400" spc="-100" dirty="0">
                <a:latin typeface="Trebuchet MS"/>
                <a:cs typeface="Trebuchet MS"/>
              </a:rPr>
              <a:t>permitindo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utilização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programação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orientada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objetos, </a:t>
            </a:r>
            <a:r>
              <a:rPr sz="2400" spc="-160" dirty="0">
                <a:latin typeface="Trebuchet MS"/>
                <a:cs typeface="Trebuchet MS"/>
              </a:rPr>
              <a:t>funcional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imperativa.</a:t>
            </a:r>
            <a:endParaRPr sz="2400">
              <a:latin typeface="Trebuchet MS"/>
              <a:cs typeface="Trebuchet MS"/>
            </a:endParaRPr>
          </a:p>
          <a:p>
            <a:pPr marL="12700" marR="36830" algn="just">
              <a:lnSpc>
                <a:spcPct val="100000"/>
              </a:lnSpc>
              <a:spcBef>
                <a:spcPts val="1000"/>
              </a:spcBef>
            </a:pPr>
            <a:r>
              <a:rPr sz="2400" b="1" dirty="0">
                <a:latin typeface="Trebuchet MS"/>
                <a:cs typeface="Trebuchet MS"/>
              </a:rPr>
              <a:t>Essa</a:t>
            </a:r>
            <a:r>
              <a:rPr sz="2400" b="1" spc="24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flexibilidade</a:t>
            </a:r>
            <a:r>
              <a:rPr sz="2400" b="1" spc="25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2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torna</a:t>
            </a:r>
            <a:r>
              <a:rPr sz="2400" b="1" spc="250" dirty="0">
                <a:latin typeface="Trebuchet MS"/>
                <a:cs typeface="Trebuchet MS"/>
              </a:rPr>
              <a:t> </a:t>
            </a:r>
            <a:r>
              <a:rPr sz="2400" b="1" spc="60" dirty="0">
                <a:latin typeface="Trebuchet MS"/>
                <a:cs typeface="Trebuchet MS"/>
              </a:rPr>
              <a:t>uma</a:t>
            </a:r>
            <a:r>
              <a:rPr sz="2400" b="1" spc="2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escolha</a:t>
            </a:r>
            <a:r>
              <a:rPr sz="2400" b="1" spc="25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popular</a:t>
            </a:r>
            <a:r>
              <a:rPr sz="2400" b="1" spc="25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para </a:t>
            </a:r>
            <a:r>
              <a:rPr sz="2400" b="1" dirty="0">
                <a:latin typeface="Trebuchet MS"/>
                <a:cs typeface="Trebuchet MS"/>
              </a:rPr>
              <a:t>diversas</a:t>
            </a:r>
            <a:r>
              <a:rPr sz="2400" b="1" spc="3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áreas,</a:t>
            </a:r>
            <a:r>
              <a:rPr sz="2400" b="1" spc="160" dirty="0">
                <a:latin typeface="Trebuchet MS"/>
                <a:cs typeface="Trebuchet MS"/>
              </a:rPr>
              <a:t> </a:t>
            </a:r>
            <a:r>
              <a:rPr sz="2400" b="1" spc="65" dirty="0">
                <a:latin typeface="Trebuchet MS"/>
                <a:cs typeface="Trebuchet MS"/>
              </a:rPr>
              <a:t>como</a:t>
            </a:r>
            <a:r>
              <a:rPr sz="2400" b="1" spc="3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desenvolvimento</a:t>
            </a:r>
            <a:r>
              <a:rPr sz="2400" b="1" spc="36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web,</a:t>
            </a:r>
            <a:r>
              <a:rPr sz="2400" b="1" spc="15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ciência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35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dados,</a:t>
            </a:r>
            <a:r>
              <a:rPr sz="2400" b="1" spc="-28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automação</a:t>
            </a:r>
            <a:r>
              <a:rPr sz="2400" b="1" spc="-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e</a:t>
            </a:r>
            <a:r>
              <a:rPr sz="2400" b="1" spc="-35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inteligência </a:t>
            </a:r>
            <a:r>
              <a:rPr sz="2400" b="1" spc="-10" dirty="0">
                <a:latin typeface="Trebuchet MS"/>
                <a:cs typeface="Trebuchet MS"/>
              </a:rPr>
              <a:t>artificial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-185" dirty="0">
                <a:latin typeface="Trebuchet MS"/>
                <a:cs typeface="Trebuchet MS"/>
              </a:rPr>
              <a:t>Site: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6F2F9F"/>
                </a:solidFill>
                <a:latin typeface="Trebuchet MS"/>
                <a:cs typeface="Trebuchet MS"/>
              </a:rPr>
              <a:t>https://</a:t>
            </a:r>
            <a:r>
              <a:rPr sz="2400" spc="-165" dirty="0">
                <a:solidFill>
                  <a:srgbClr val="6F2F9F"/>
                </a:solidFill>
                <a:latin typeface="Trebuchet MS"/>
                <a:cs typeface="Trebuchet MS"/>
                <a:hlinkClick r:id="rId2"/>
              </a:rPr>
              <a:t>www.python.org/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54290" cy="33331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400" b="1" dirty="0">
                <a:latin typeface="Trebuchet MS"/>
                <a:cs typeface="Trebuchet MS"/>
              </a:rPr>
              <a:t>Programação</a:t>
            </a:r>
            <a:r>
              <a:rPr sz="2400" b="1" spc="18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17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Python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programação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Python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pode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ser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realizada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em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uma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ampla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variedade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ambientes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plataformas.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Entre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possibilidades,</a:t>
            </a:r>
            <a:r>
              <a:rPr sz="2400" spc="-30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destacam-</a:t>
            </a:r>
            <a:r>
              <a:rPr sz="2400" spc="-200" dirty="0">
                <a:latin typeface="Trebuchet MS"/>
                <a:cs typeface="Trebuchet MS"/>
              </a:rPr>
              <a:t>se: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Ambientes</a:t>
            </a:r>
            <a:r>
              <a:rPr sz="2400" b="1" spc="4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4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Desenvolvimento</a:t>
            </a:r>
            <a:r>
              <a:rPr sz="2400" b="1" spc="459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Integrados</a:t>
            </a:r>
            <a:r>
              <a:rPr sz="2400" b="1" spc="440" dirty="0">
                <a:latin typeface="Trebuchet MS"/>
                <a:cs typeface="Trebuchet MS"/>
              </a:rPr>
              <a:t> </a:t>
            </a:r>
            <a:r>
              <a:rPr sz="2400" b="1" spc="55" dirty="0">
                <a:latin typeface="Trebuchet MS"/>
                <a:cs typeface="Trebuchet MS"/>
              </a:rPr>
              <a:t>(IDEs): 	</a:t>
            </a:r>
            <a:r>
              <a:rPr sz="2400" spc="-125" dirty="0">
                <a:latin typeface="Trebuchet MS"/>
                <a:cs typeface="Trebuchet MS"/>
              </a:rPr>
              <a:t>Ferramentas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u="sng" spc="-12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PyCharm</a:t>
            </a:r>
            <a:r>
              <a:rPr sz="2400" spc="-120" dirty="0">
                <a:latin typeface="Trebuchet MS"/>
                <a:cs typeface="Trebuchet MS"/>
              </a:rPr>
              <a:t>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VS</a:t>
            </a:r>
            <a:r>
              <a:rPr sz="2400" u="sng" spc="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Code</a:t>
            </a:r>
            <a:r>
              <a:rPr sz="2400" u="sng" spc="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Spyder</a:t>
            </a:r>
            <a:r>
              <a:rPr sz="2400" spc="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oferecem 	</a:t>
            </a:r>
            <a:r>
              <a:rPr sz="2400" dirty="0">
                <a:latin typeface="Trebuchet MS"/>
                <a:cs typeface="Trebuchet MS"/>
              </a:rPr>
              <a:t>recursos</a:t>
            </a:r>
            <a:r>
              <a:rPr sz="2400" spc="21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avançados</a:t>
            </a:r>
            <a:r>
              <a:rPr sz="2400" spc="2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21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escrever,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depurar</a:t>
            </a:r>
            <a:r>
              <a:rPr sz="2400" spc="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gerenciar 	</a:t>
            </a:r>
            <a:r>
              <a:rPr sz="2400" spc="-110" dirty="0">
                <a:latin typeface="Trebuchet MS"/>
                <a:cs typeface="Trebuchet MS"/>
              </a:rPr>
              <a:t>projetos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3877691"/>
            <a:ext cx="762571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spc="50" dirty="0">
                <a:latin typeface="Trebuchet MS"/>
                <a:cs typeface="Trebuchet MS"/>
              </a:rPr>
              <a:t>Notebooks</a:t>
            </a:r>
            <a:r>
              <a:rPr sz="2400" b="1" spc="160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Interativos:</a:t>
            </a:r>
            <a:r>
              <a:rPr sz="2400" b="1" spc="162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Plataformas</a:t>
            </a:r>
            <a:r>
              <a:rPr sz="2400" spc="16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como</a:t>
            </a:r>
            <a:r>
              <a:rPr sz="2400" spc="1610" dirty="0">
                <a:latin typeface="Trebuchet MS"/>
                <a:cs typeface="Trebuchet MS"/>
              </a:rPr>
              <a:t> </a:t>
            </a:r>
            <a:r>
              <a:rPr sz="2400" u="sng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Jupyter</a:t>
            </a:r>
            <a:r>
              <a:rPr sz="2400" spc="-75" dirty="0">
                <a:latin typeface="Trebuchet MS"/>
                <a:cs typeface="Trebuchet MS"/>
              </a:rPr>
              <a:t> 	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Notebook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Google</a:t>
            </a:r>
            <a:r>
              <a:rPr sz="24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Colab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permitem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execução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interativa</a:t>
            </a:r>
            <a:r>
              <a:rPr sz="2400" spc="-110" dirty="0">
                <a:latin typeface="Trebuchet MS"/>
                <a:cs typeface="Trebuchet MS"/>
              </a:rPr>
              <a:t> 	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6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código,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o</a:t>
            </a:r>
            <a:r>
              <a:rPr sz="2400" spc="64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63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é</a:t>
            </a:r>
            <a:r>
              <a:rPr sz="2400" spc="65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especialmente</a:t>
            </a:r>
            <a:r>
              <a:rPr sz="2400" spc="66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útil</a:t>
            </a:r>
            <a:r>
              <a:rPr sz="2400" spc="65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64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análises</a:t>
            </a:r>
            <a:r>
              <a:rPr sz="2400" spc="65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85" dirty="0">
                <a:latin typeface="Trebuchet MS"/>
                <a:cs typeface="Trebuchet MS"/>
              </a:rPr>
              <a:t> 	</a:t>
            </a:r>
            <a:r>
              <a:rPr sz="2400" spc="-105" dirty="0">
                <a:latin typeface="Trebuchet MS"/>
                <a:cs typeface="Trebuchet MS"/>
              </a:rPr>
              <a:t>dados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prototipagem.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7656195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Aplicações</a:t>
            </a:r>
            <a:r>
              <a:rPr sz="2400" b="1" spc="-3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Web: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frameworks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como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9900"/>
                </a:solidFill>
                <a:latin typeface="Trebuchet MS"/>
                <a:cs typeface="Trebuchet MS"/>
              </a:rPr>
              <a:t>Django</a:t>
            </a:r>
            <a:r>
              <a:rPr sz="2400" spc="1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Trebuchet MS"/>
                <a:cs typeface="Trebuchet MS"/>
              </a:rPr>
              <a:t>Flask</a:t>
            </a:r>
            <a:r>
              <a:rPr sz="2400" spc="-135" dirty="0">
                <a:latin typeface="Trebuchet MS"/>
                <a:cs typeface="Trebuchet MS"/>
              </a:rPr>
              <a:t>, 	</a:t>
            </a:r>
            <a:r>
              <a:rPr sz="2400" spc="-50" dirty="0">
                <a:latin typeface="Trebuchet MS"/>
                <a:cs typeface="Trebuchet MS"/>
              </a:rPr>
              <a:t>Python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destaca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desenvolvimento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sites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serviços 	</a:t>
            </a:r>
            <a:r>
              <a:rPr sz="2400" spc="-20" dirty="0">
                <a:latin typeface="Trebuchet MS"/>
                <a:cs typeface="Trebuchet MS"/>
              </a:rPr>
              <a:t>web.</a:t>
            </a:r>
            <a:endParaRPr sz="2400">
              <a:latin typeface="Trebuchet MS"/>
              <a:cs typeface="Trebuchet MS"/>
            </a:endParaRPr>
          </a:p>
          <a:p>
            <a:pPr marL="240029" marR="36195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Scripts</a:t>
            </a:r>
            <a:r>
              <a:rPr sz="2400" b="1" spc="405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e</a:t>
            </a:r>
            <a:r>
              <a:rPr sz="2400" b="1" spc="409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Automação:</a:t>
            </a:r>
            <a:r>
              <a:rPr sz="2400" b="1" spc="305" dirty="0">
                <a:latin typeface="Trebuchet MS"/>
                <a:cs typeface="Trebuchet MS"/>
              </a:rPr>
              <a:t>  </a:t>
            </a:r>
            <a:r>
              <a:rPr sz="2400" spc="65" dirty="0">
                <a:latin typeface="Trebuchet MS"/>
                <a:cs typeface="Trebuchet MS"/>
              </a:rPr>
              <a:t>De</a:t>
            </a:r>
            <a:r>
              <a:rPr sz="2400" spc="409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simples</a:t>
            </a:r>
            <a:r>
              <a:rPr sz="2400" spc="40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scripts</a:t>
            </a:r>
            <a:r>
              <a:rPr sz="2400" spc="409" dirty="0">
                <a:latin typeface="Trebuchet MS"/>
                <a:cs typeface="Trebuchet MS"/>
              </a:rPr>
              <a:t>  </a:t>
            </a:r>
            <a:r>
              <a:rPr sz="2400" spc="-114" dirty="0">
                <a:latin typeface="Trebuchet MS"/>
                <a:cs typeface="Trebuchet MS"/>
              </a:rPr>
              <a:t>para 	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automatizar</a:t>
            </a:r>
            <a:r>
              <a:rPr sz="24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tarefas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rotineiras</a:t>
            </a:r>
            <a:r>
              <a:rPr sz="2400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até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aplicações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robustas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de 	</a:t>
            </a:r>
            <a:r>
              <a:rPr sz="2400" spc="-145" dirty="0">
                <a:solidFill>
                  <a:srgbClr val="00AF50"/>
                </a:solidFill>
                <a:latin typeface="Trebuchet MS"/>
                <a:cs typeface="Trebuchet MS"/>
              </a:rPr>
              <a:t>automação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processos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empresariais</a:t>
            </a:r>
            <a:r>
              <a:rPr sz="2400" spc="-7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3018472"/>
            <a:ext cx="762698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Ciência</a:t>
            </a:r>
            <a:r>
              <a:rPr sz="2400" b="1" spc="-10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15" dirty="0">
                <a:latin typeface="Trebuchet MS"/>
                <a:cs typeface="Trebuchet MS"/>
              </a:rPr>
              <a:t>  </a:t>
            </a:r>
            <a:r>
              <a:rPr sz="2400" b="1" spc="75" dirty="0">
                <a:latin typeface="Trebuchet MS"/>
                <a:cs typeface="Trebuchet MS"/>
              </a:rPr>
              <a:t>Dados</a:t>
            </a:r>
            <a:r>
              <a:rPr sz="2400" b="1" spc="-15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e</a:t>
            </a:r>
            <a:r>
              <a:rPr sz="2400" b="1" spc="-15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Machine</a:t>
            </a:r>
            <a:r>
              <a:rPr sz="2400" b="1" spc="-15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Learning:</a:t>
            </a:r>
            <a:r>
              <a:rPr sz="2400" b="1" spc="465" dirty="0"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Bibliotecas 	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NumPy</a:t>
            </a:r>
            <a:r>
              <a:rPr sz="2400" spc="-70" dirty="0">
                <a:latin typeface="Trebuchet MS"/>
                <a:cs typeface="Trebuchet MS"/>
              </a:rPr>
              <a:t>,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Pandas</a:t>
            </a:r>
            <a:r>
              <a:rPr sz="2400" spc="-140" dirty="0">
                <a:latin typeface="Trebuchet MS"/>
                <a:cs typeface="Trebuchet MS"/>
              </a:rPr>
              <a:t>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Matplotlib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u="sng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Scikit-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learn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fazem</a:t>
            </a:r>
            <a:r>
              <a:rPr sz="2400" spc="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de 	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Python</a:t>
            </a:r>
            <a:r>
              <a:rPr sz="2400" spc="2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uma</a:t>
            </a:r>
            <a:r>
              <a:rPr sz="2400" spc="2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das</a:t>
            </a:r>
            <a:r>
              <a:rPr sz="2400" spc="2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linguagens</a:t>
            </a:r>
            <a:r>
              <a:rPr sz="2400" spc="2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preferidas</a:t>
            </a:r>
            <a:r>
              <a:rPr sz="2400" spc="2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400" spc="2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análise</a:t>
            </a:r>
            <a:r>
              <a:rPr sz="2400" spc="2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e 	</a:t>
            </a:r>
            <a:r>
              <a:rPr sz="2400" spc="-160" dirty="0">
                <a:solidFill>
                  <a:srgbClr val="006FC0"/>
                </a:solidFill>
                <a:latin typeface="Trebuchet MS"/>
                <a:cs typeface="Trebuchet MS"/>
              </a:rPr>
              <a:t>visualização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dados.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4935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Para</a:t>
            </a:r>
            <a:r>
              <a:rPr sz="2400" b="1" spc="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rodar</a:t>
            </a:r>
            <a:r>
              <a:rPr sz="2400" b="1" spc="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Python</a:t>
            </a:r>
            <a:r>
              <a:rPr sz="2400" b="1" spc="3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no</a:t>
            </a:r>
            <a:r>
              <a:rPr sz="2400" b="1" spc="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computador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1062609"/>
            <a:ext cx="7626350" cy="161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8990" algn="l"/>
                <a:tab pos="1756410" algn="l"/>
                <a:tab pos="2880360" algn="l"/>
                <a:tab pos="3460750" algn="l"/>
                <a:tab pos="4135120" algn="l"/>
                <a:tab pos="5918835" algn="l"/>
                <a:tab pos="6753225" algn="l"/>
              </a:tabLst>
            </a:pPr>
            <a:r>
              <a:rPr sz="2400" spc="-20" dirty="0">
                <a:latin typeface="Trebuchet MS"/>
                <a:cs typeface="Trebuchet MS"/>
              </a:rPr>
              <a:t>Para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rodar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Python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no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seu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computador,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você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5" dirty="0">
                <a:latin typeface="Trebuchet MS"/>
                <a:cs typeface="Trebuchet MS"/>
              </a:rPr>
              <a:t>precisa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165" dirty="0">
                <a:latin typeface="Trebuchet MS"/>
                <a:cs typeface="Trebuchet MS"/>
              </a:rPr>
              <a:t>basicamente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dos </a:t>
            </a:r>
            <a:r>
              <a:rPr sz="2400" spc="-145" dirty="0">
                <a:latin typeface="Trebuchet MS"/>
                <a:cs typeface="Trebuchet MS"/>
              </a:rPr>
              <a:t>seguintes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elementos:</a:t>
            </a:r>
            <a:endParaRPr sz="2400">
              <a:latin typeface="Trebuchet MS"/>
              <a:cs typeface="Trebuchet MS"/>
            </a:endParaRPr>
          </a:p>
          <a:p>
            <a:pPr marL="12700" marR="6985">
              <a:lnSpc>
                <a:spcPct val="100000"/>
              </a:lnSpc>
              <a:spcBef>
                <a:spcPts val="1000"/>
              </a:spcBef>
            </a:pPr>
            <a:r>
              <a:rPr sz="2400" b="1" dirty="0">
                <a:latin typeface="Trebuchet MS"/>
                <a:cs typeface="Trebuchet MS"/>
              </a:rPr>
              <a:t>Interpretador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Python: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Baixe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instale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Python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partir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do </a:t>
            </a:r>
            <a:r>
              <a:rPr sz="2400" spc="-140" dirty="0">
                <a:latin typeface="Trebuchet MS"/>
                <a:cs typeface="Trebuchet MS"/>
              </a:rPr>
              <a:t>site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oficial.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3559" y="2879089"/>
              <a:ext cx="6671309" cy="34302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2600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10" dirty="0">
                <a:latin typeface="Trebuchet MS"/>
                <a:cs typeface="Trebuchet MS"/>
              </a:rPr>
              <a:t>Vá</a:t>
            </a:r>
            <a:r>
              <a:rPr sz="2400" b="1" spc="-6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Downloads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9409" y="1362710"/>
              <a:ext cx="7533640" cy="32575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426330" y="4678303"/>
            <a:ext cx="676846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spc="-145" dirty="0">
                <a:latin typeface="Trebuchet MS"/>
                <a:cs typeface="Trebuchet MS"/>
              </a:rPr>
              <a:t>Baixe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arquivo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conforme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ilustrado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exemplo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acima.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spc="-135" dirty="0">
                <a:latin typeface="Trebuchet MS"/>
                <a:cs typeface="Trebuchet MS"/>
              </a:rPr>
              <a:t>Execute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instalador.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7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740" y="6858000"/>
                  </a:lnTo>
                  <a:lnTo>
                    <a:pt x="83337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740" y="6858000"/>
                  </a:lnTo>
                  <a:lnTo>
                    <a:pt x="833374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0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Executando</a:t>
            </a:r>
            <a:r>
              <a:rPr sz="2400" b="1" spc="-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sz="2400" b="1" spc="-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Instalador: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009" y="847725"/>
            <a:ext cx="11769090" cy="5814695"/>
            <a:chOff x="207009" y="847725"/>
            <a:chExt cx="11769090" cy="58146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29"/>
              <a:ext cx="1130300" cy="288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29"/>
              <a:ext cx="787400" cy="50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59"/>
              <a:ext cx="73660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29"/>
              <a:ext cx="570230" cy="54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5600" y="1346200"/>
              <a:ext cx="7486650" cy="34772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50994" y="1331594"/>
              <a:ext cx="7515859" cy="3506470"/>
            </a:xfrm>
            <a:custGeom>
              <a:avLst/>
              <a:gdLst/>
              <a:ahLst/>
              <a:cxnLst/>
              <a:rect l="l" t="t" r="r" b="b"/>
              <a:pathLst>
                <a:path w="7515859" h="3506470">
                  <a:moveTo>
                    <a:pt x="0" y="3506470"/>
                  </a:moveTo>
                  <a:lnTo>
                    <a:pt x="7515859" y="3506470"/>
                  </a:lnTo>
                  <a:lnTo>
                    <a:pt x="7515859" y="0"/>
                  </a:lnTo>
                  <a:lnTo>
                    <a:pt x="0" y="0"/>
                  </a:lnTo>
                  <a:lnTo>
                    <a:pt x="0" y="3506470"/>
                  </a:lnTo>
                  <a:close/>
                </a:path>
              </a:pathLst>
            </a:custGeom>
            <a:ln w="29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61550" y="847725"/>
              <a:ext cx="95250" cy="398780"/>
            </a:xfrm>
            <a:custGeom>
              <a:avLst/>
              <a:gdLst/>
              <a:ahLst/>
              <a:cxnLst/>
              <a:rect l="l" t="t" r="r" b="b"/>
              <a:pathLst>
                <a:path w="95250" h="398780">
                  <a:moveTo>
                    <a:pt x="31750" y="303529"/>
                  </a:moveTo>
                  <a:lnTo>
                    <a:pt x="0" y="303529"/>
                  </a:lnTo>
                  <a:lnTo>
                    <a:pt x="47625" y="398779"/>
                  </a:lnTo>
                  <a:lnTo>
                    <a:pt x="87312" y="319404"/>
                  </a:lnTo>
                  <a:lnTo>
                    <a:pt x="31750" y="319404"/>
                  </a:lnTo>
                  <a:lnTo>
                    <a:pt x="31750" y="303529"/>
                  </a:lnTo>
                  <a:close/>
                </a:path>
                <a:path w="95250" h="398780">
                  <a:moveTo>
                    <a:pt x="63500" y="0"/>
                  </a:moveTo>
                  <a:lnTo>
                    <a:pt x="31750" y="0"/>
                  </a:lnTo>
                  <a:lnTo>
                    <a:pt x="31750" y="319404"/>
                  </a:lnTo>
                  <a:lnTo>
                    <a:pt x="63500" y="319404"/>
                  </a:lnTo>
                  <a:lnTo>
                    <a:pt x="63500" y="0"/>
                  </a:lnTo>
                  <a:close/>
                </a:path>
                <a:path w="95250" h="398780">
                  <a:moveTo>
                    <a:pt x="95250" y="303529"/>
                  </a:moveTo>
                  <a:lnTo>
                    <a:pt x="63500" y="303529"/>
                  </a:lnTo>
                  <a:lnTo>
                    <a:pt x="63500" y="319404"/>
                  </a:lnTo>
                  <a:lnTo>
                    <a:pt x="87312" y="319404"/>
                  </a:lnTo>
                  <a:lnTo>
                    <a:pt x="95250" y="303529"/>
                  </a:lnTo>
                  <a:close/>
                </a:path>
              </a:pathLst>
            </a:custGeom>
            <a:solidFill>
              <a:srgbClr val="C867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Procedimento</a:t>
            </a:r>
            <a:r>
              <a:rPr sz="2400" b="1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7519" y="1129030"/>
              <a:ext cx="6191250" cy="3835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72914" y="1114425"/>
              <a:ext cx="6220460" cy="3864610"/>
            </a:xfrm>
            <a:custGeom>
              <a:avLst/>
              <a:gdLst/>
              <a:ahLst/>
              <a:cxnLst/>
              <a:rect l="l" t="t" r="r" b="b"/>
              <a:pathLst>
                <a:path w="6220459" h="3864610">
                  <a:moveTo>
                    <a:pt x="0" y="3864610"/>
                  </a:moveTo>
                  <a:lnTo>
                    <a:pt x="6220460" y="3864610"/>
                  </a:lnTo>
                  <a:lnTo>
                    <a:pt x="6220460" y="0"/>
                  </a:lnTo>
                  <a:lnTo>
                    <a:pt x="0" y="0"/>
                  </a:lnTo>
                  <a:lnTo>
                    <a:pt x="0" y="3864610"/>
                  </a:lnTo>
                  <a:close/>
                </a:path>
              </a:pathLst>
            </a:custGeom>
            <a:ln w="29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64659" y="4986908"/>
            <a:ext cx="762380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Na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parte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inferior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235" dirty="0">
                <a:latin typeface="Trebuchet MS"/>
                <a:cs typeface="Trebuchet MS"/>
              </a:rPr>
              <a:t>tela,</a:t>
            </a:r>
            <a:r>
              <a:rPr sz="2400" spc="-2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marque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u="sng" spc="-17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ambas</a:t>
            </a:r>
            <a:r>
              <a:rPr sz="2400" u="sng" spc="-3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as</a:t>
            </a:r>
            <a:r>
              <a:rPr sz="2400" u="sng" spc="-2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caixas</a:t>
            </a:r>
            <a:r>
              <a:rPr sz="2400" u="sng" spc="-3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clique</a:t>
            </a:r>
            <a:r>
              <a:rPr sz="2400" spc="-25" dirty="0">
                <a:latin typeface="Trebuchet MS"/>
                <a:cs typeface="Trebuchet MS"/>
              </a:rPr>
              <a:t> em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6FC0"/>
                </a:solidFill>
                <a:latin typeface="Trebuchet MS"/>
                <a:cs typeface="Trebuchet MS"/>
              </a:rPr>
              <a:t>Install</a:t>
            </a:r>
            <a:r>
              <a:rPr sz="2400" b="1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b="1" spc="100" dirty="0">
                <a:solidFill>
                  <a:srgbClr val="006FC0"/>
                </a:solidFill>
                <a:latin typeface="Trebuchet MS"/>
                <a:cs typeface="Trebuchet MS"/>
              </a:rPr>
              <a:t>Now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Procedimento</a:t>
            </a:r>
            <a:r>
              <a:rPr sz="2400" b="1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4500" y="1159510"/>
              <a:ext cx="4906009" cy="356489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39894" y="1144905"/>
              <a:ext cx="4935220" cy="3594100"/>
            </a:xfrm>
            <a:custGeom>
              <a:avLst/>
              <a:gdLst/>
              <a:ahLst/>
              <a:cxnLst/>
              <a:rect l="l" t="t" r="r" b="b"/>
              <a:pathLst>
                <a:path w="4935220" h="3594100">
                  <a:moveTo>
                    <a:pt x="0" y="3594100"/>
                  </a:moveTo>
                  <a:lnTo>
                    <a:pt x="4935220" y="3594100"/>
                  </a:lnTo>
                  <a:lnTo>
                    <a:pt x="4935220" y="0"/>
                  </a:lnTo>
                  <a:lnTo>
                    <a:pt x="0" y="0"/>
                  </a:lnTo>
                  <a:lnTo>
                    <a:pt x="0" y="3594100"/>
                  </a:lnTo>
                  <a:close/>
                </a:path>
              </a:pathLst>
            </a:custGeom>
            <a:ln w="29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64659" y="4986908"/>
            <a:ext cx="76269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computador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solicitar,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clique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em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"</a:t>
            </a:r>
            <a:r>
              <a:rPr sz="2400" b="1" spc="95" dirty="0">
                <a:latin typeface="Trebuchet MS"/>
                <a:cs typeface="Trebuchet MS"/>
              </a:rPr>
              <a:t>Sim</a:t>
            </a:r>
            <a:r>
              <a:rPr sz="2400" spc="95" dirty="0">
                <a:latin typeface="Trebuchet MS"/>
                <a:cs typeface="Trebuchet MS"/>
              </a:rPr>
              <a:t>"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para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autorizar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155" dirty="0">
                <a:latin typeface="Trebuchet MS"/>
                <a:cs typeface="Trebuchet MS"/>
              </a:rPr>
              <a:t>instalação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da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20" dirty="0">
                <a:latin typeface="Trebuchet MS"/>
                <a:cs typeface="Trebuchet MS"/>
              </a:rPr>
              <a:t>linguagem.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Essa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autorização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pode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ser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necessária </a:t>
            </a:r>
            <a:r>
              <a:rPr sz="2400" spc="-155" dirty="0">
                <a:latin typeface="Trebuchet MS"/>
                <a:cs typeface="Trebuchet MS"/>
              </a:rPr>
              <a:t>mais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uma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vez.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Procedimento</a:t>
            </a:r>
            <a:r>
              <a:rPr sz="2400" b="1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009" y="1070610"/>
            <a:ext cx="11769090" cy="5591810"/>
            <a:chOff x="207009" y="1070610"/>
            <a:chExt cx="11769090" cy="55918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6250" y="1108710"/>
              <a:ext cx="6182359" cy="37223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67200" y="1089660"/>
              <a:ext cx="6220460" cy="3760470"/>
            </a:xfrm>
            <a:custGeom>
              <a:avLst/>
              <a:gdLst/>
              <a:ahLst/>
              <a:cxnLst/>
              <a:rect l="l" t="t" r="r" b="b"/>
              <a:pathLst>
                <a:path w="6220459" h="3760470">
                  <a:moveTo>
                    <a:pt x="0" y="3760470"/>
                  </a:moveTo>
                  <a:lnTo>
                    <a:pt x="6220459" y="3760470"/>
                  </a:lnTo>
                  <a:lnTo>
                    <a:pt x="6220459" y="0"/>
                  </a:lnTo>
                  <a:lnTo>
                    <a:pt x="0" y="0"/>
                  </a:lnTo>
                  <a:lnTo>
                    <a:pt x="0" y="376047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64659" y="4986908"/>
            <a:ext cx="4505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instalação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ocorrerá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normalmente.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Procedimento</a:t>
            </a:r>
            <a:r>
              <a:rPr sz="2400" b="1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64659" y="4860099"/>
            <a:ext cx="7626350" cy="15963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10"/>
              </a:spcBef>
            </a:pPr>
            <a:r>
              <a:rPr sz="2400" spc="-95" dirty="0">
                <a:latin typeface="Trebuchet MS"/>
                <a:cs typeface="Trebuchet MS"/>
              </a:rPr>
              <a:t>Clique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na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opção</a:t>
            </a:r>
            <a:r>
              <a:rPr sz="2400" spc="-27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“</a:t>
            </a:r>
            <a:r>
              <a:rPr sz="2400" spc="-110" dirty="0">
                <a:solidFill>
                  <a:srgbClr val="006FC0"/>
                </a:solidFill>
                <a:latin typeface="Trebuchet MS"/>
                <a:cs typeface="Trebuchet MS"/>
              </a:rPr>
              <a:t>Disable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Trebuchet MS"/>
                <a:cs typeface="Trebuchet MS"/>
              </a:rPr>
              <a:t>path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Trebuchet MS"/>
                <a:cs typeface="Trebuchet MS"/>
              </a:rPr>
              <a:t>length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limit</a:t>
            </a:r>
            <a:r>
              <a:rPr sz="2400" spc="-40" dirty="0">
                <a:latin typeface="Trebuchet MS"/>
                <a:cs typeface="Trebuchet MS"/>
              </a:rPr>
              <a:t>”.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90100"/>
              </a:lnSpc>
              <a:spcBef>
                <a:spcPts val="995"/>
              </a:spcBef>
            </a:pPr>
            <a:r>
              <a:rPr sz="2400" dirty="0">
                <a:latin typeface="Trebuchet MS"/>
                <a:cs typeface="Trebuchet MS"/>
              </a:rPr>
              <a:t>Opção</a:t>
            </a:r>
            <a:r>
              <a:rPr sz="2400" spc="4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remove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limitação</a:t>
            </a:r>
            <a:r>
              <a:rPr sz="2400" spc="4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260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caracteres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os </a:t>
            </a:r>
            <a:r>
              <a:rPr sz="2400" spc="-114" dirty="0">
                <a:latin typeface="Trebuchet MS"/>
                <a:cs typeface="Trebuchet MS"/>
              </a:rPr>
              <a:t>caminhos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arquivos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Windows,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permitindo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que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nomes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 </a:t>
            </a:r>
            <a:r>
              <a:rPr sz="2400" spc="-75" dirty="0">
                <a:latin typeface="Trebuchet MS"/>
                <a:cs typeface="Trebuchet MS"/>
              </a:rPr>
              <a:t>diretórios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mais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longos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sejam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usados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sem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gerar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erros.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41800" y="1052830"/>
            <a:ext cx="6258560" cy="3848100"/>
            <a:chOff x="4241800" y="1052830"/>
            <a:chExt cx="6258560" cy="38481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9900" y="1090930"/>
              <a:ext cx="6182359" cy="37719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60850" y="1071880"/>
              <a:ext cx="6220460" cy="3810000"/>
            </a:xfrm>
            <a:custGeom>
              <a:avLst/>
              <a:gdLst/>
              <a:ahLst/>
              <a:cxnLst/>
              <a:rect l="l" t="t" r="r" b="b"/>
              <a:pathLst>
                <a:path w="6220459" h="3810000">
                  <a:moveTo>
                    <a:pt x="0" y="3810000"/>
                  </a:moveTo>
                  <a:lnTo>
                    <a:pt x="6220459" y="3810000"/>
                  </a:lnTo>
                  <a:lnTo>
                    <a:pt x="6220459" y="0"/>
                  </a:lnTo>
                  <a:lnTo>
                    <a:pt x="0" y="0"/>
                  </a:lnTo>
                  <a:lnTo>
                    <a:pt x="0" y="38100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0910" y="3429000"/>
              <a:ext cx="4333240" cy="800100"/>
            </a:xfrm>
            <a:custGeom>
              <a:avLst/>
              <a:gdLst/>
              <a:ahLst/>
              <a:cxnLst/>
              <a:rect l="l" t="t" r="r" b="b"/>
              <a:pathLst>
                <a:path w="4333240" h="800100">
                  <a:moveTo>
                    <a:pt x="0" y="800100"/>
                  </a:moveTo>
                  <a:lnTo>
                    <a:pt x="4333240" y="800100"/>
                  </a:lnTo>
                  <a:lnTo>
                    <a:pt x="4333240" y="0"/>
                  </a:lnTo>
                  <a:lnTo>
                    <a:pt x="0" y="0"/>
                  </a:lnTo>
                  <a:lnTo>
                    <a:pt x="0" y="80010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Procedimento</a:t>
            </a:r>
            <a:r>
              <a:rPr sz="2400" b="1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477" y="1948179"/>
            <a:ext cx="196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FFFFFF"/>
                </a:solidFill>
                <a:latin typeface="Trebuchet MS"/>
                <a:cs typeface="Trebuchet MS"/>
              </a:rPr>
              <a:t>Linguagem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009" y="1089660"/>
            <a:ext cx="11769090" cy="5572760"/>
            <a:chOff x="207009" y="1089660"/>
            <a:chExt cx="11769090" cy="55727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009" y="3255010"/>
              <a:ext cx="3336290" cy="320929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64659" y="4859845"/>
            <a:ext cx="7625715" cy="13773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spc="-95" dirty="0">
                <a:latin typeface="Trebuchet MS"/>
                <a:cs typeface="Trebuchet MS"/>
              </a:rPr>
              <a:t>Clique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na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opção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“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Close</a:t>
            </a:r>
            <a:r>
              <a:rPr sz="2400" spc="-10" dirty="0">
                <a:latin typeface="Trebuchet MS"/>
                <a:cs typeface="Trebuchet MS"/>
              </a:rPr>
              <a:t>”.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Assim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está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instalado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linguagem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programação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Python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no </a:t>
            </a:r>
            <a:r>
              <a:rPr sz="2400" spc="-120" dirty="0">
                <a:latin typeface="Trebuchet MS"/>
                <a:cs typeface="Trebuchet MS"/>
              </a:rPr>
              <a:t>seu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computador.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1320" y="1075689"/>
            <a:ext cx="6356350" cy="4039870"/>
            <a:chOff x="4211320" y="1075689"/>
            <a:chExt cx="6356350" cy="403987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9420" y="1113789"/>
              <a:ext cx="6212839" cy="38328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30370" y="1094739"/>
              <a:ext cx="6250940" cy="3870960"/>
            </a:xfrm>
            <a:custGeom>
              <a:avLst/>
              <a:gdLst/>
              <a:ahLst/>
              <a:cxnLst/>
              <a:rect l="l" t="t" r="r" b="b"/>
              <a:pathLst>
                <a:path w="6250940" h="3870960">
                  <a:moveTo>
                    <a:pt x="0" y="3870960"/>
                  </a:moveTo>
                  <a:lnTo>
                    <a:pt x="6250939" y="3870960"/>
                  </a:lnTo>
                  <a:lnTo>
                    <a:pt x="6250939" y="0"/>
                  </a:lnTo>
                  <a:lnTo>
                    <a:pt x="0" y="0"/>
                  </a:lnTo>
                  <a:lnTo>
                    <a:pt x="0" y="38709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39910" y="4437380"/>
              <a:ext cx="1121410" cy="671830"/>
            </a:xfrm>
            <a:custGeom>
              <a:avLst/>
              <a:gdLst/>
              <a:ahLst/>
              <a:cxnLst/>
              <a:rect l="l" t="t" r="r" b="b"/>
              <a:pathLst>
                <a:path w="1121409" h="671829">
                  <a:moveTo>
                    <a:pt x="0" y="671830"/>
                  </a:moveTo>
                  <a:lnTo>
                    <a:pt x="1121409" y="671830"/>
                  </a:lnTo>
                  <a:lnTo>
                    <a:pt x="1121409" y="0"/>
                  </a:lnTo>
                  <a:lnTo>
                    <a:pt x="0" y="0"/>
                  </a:lnTo>
                  <a:lnTo>
                    <a:pt x="0" y="67183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60" dirty="0">
                <a:solidFill>
                  <a:srgbClr val="000000"/>
                </a:solidFill>
              </a:rPr>
              <a:t>Para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spc="-114" dirty="0">
                <a:solidFill>
                  <a:srgbClr val="000000"/>
                </a:solidFill>
              </a:rPr>
              <a:t>programar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165" dirty="0">
                <a:solidFill>
                  <a:srgbClr val="000000"/>
                </a:solidFill>
              </a:rPr>
              <a:t>em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150" dirty="0">
                <a:solidFill>
                  <a:srgbClr val="000000"/>
                </a:solidFill>
              </a:rPr>
              <a:t>Python,</a:t>
            </a:r>
            <a:r>
              <a:rPr sz="2400" spc="-260" dirty="0">
                <a:solidFill>
                  <a:srgbClr val="000000"/>
                </a:solidFill>
              </a:rPr>
              <a:t> </a:t>
            </a:r>
            <a:r>
              <a:rPr sz="2400" spc="-140" dirty="0">
                <a:solidFill>
                  <a:srgbClr val="000000"/>
                </a:solidFill>
              </a:rPr>
              <a:t>utilizaremos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</a:t>
            </a:r>
            <a:r>
              <a:rPr sz="2400" spc="-40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VSCode.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3760" y="1245870"/>
              <a:ext cx="1993899" cy="19951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50030" y="3624580"/>
              <a:ext cx="7415530" cy="252349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185025" y="2308225"/>
            <a:ext cx="276479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SITE:</a:t>
            </a:r>
            <a:endParaRPr sz="1800">
              <a:latin typeface="Trebuchet MS"/>
              <a:cs typeface="Trebuchet MS"/>
            </a:endParaRPr>
          </a:p>
          <a:p>
            <a:pPr marL="18415">
              <a:lnSpc>
                <a:spcPts val="2060"/>
              </a:lnSpc>
            </a:pPr>
            <a:r>
              <a:rPr sz="1800" spc="-145" dirty="0">
                <a:solidFill>
                  <a:srgbClr val="006FC0"/>
                </a:solidFill>
                <a:latin typeface="Trebuchet MS"/>
                <a:cs typeface="Trebuchet MS"/>
              </a:rPr>
              <a:t>https://code.visualstudio.com/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27620" cy="21088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Alternativa: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14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site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Programiz</a:t>
            </a:r>
            <a:r>
              <a:rPr sz="2400" spc="1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Trebuchet MS"/>
                <a:cs typeface="Trebuchet MS"/>
              </a:rPr>
              <a:t>Python</a:t>
            </a:r>
            <a:r>
              <a:rPr sz="2400" spc="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Online</a:t>
            </a:r>
            <a:r>
              <a:rPr sz="2400" spc="1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Compiler</a:t>
            </a:r>
            <a:r>
              <a:rPr sz="2400" spc="1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é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compilador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interpretador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online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linguagem</a:t>
            </a:r>
            <a:r>
              <a:rPr sz="2400" spc="17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Python.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Ele</a:t>
            </a:r>
            <a:r>
              <a:rPr sz="2400" spc="17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permite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você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escreva,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edite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execute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código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Python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diretamente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navegador,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sem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precisar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instalar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nada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seu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computador.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2419" y="3323589"/>
              <a:ext cx="7539990" cy="28498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394200" y="2842640"/>
            <a:ext cx="6165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006FC0"/>
                </a:solidFill>
                <a:latin typeface="Trebuchet MS"/>
                <a:cs typeface="Trebuchet MS"/>
              </a:rPr>
              <a:t>https://</a:t>
            </a:r>
            <a:r>
              <a:rPr sz="1800" spc="-145" dirty="0">
                <a:solidFill>
                  <a:srgbClr val="006FC0"/>
                </a:solidFill>
                <a:latin typeface="Trebuchet MS"/>
                <a:cs typeface="Trebuchet MS"/>
                <a:hlinkClick r:id="rId8"/>
              </a:rPr>
              <a:t>www.programiz.com/python-</a:t>
            </a:r>
            <a:r>
              <a:rPr sz="1800" spc="-120" dirty="0">
                <a:solidFill>
                  <a:srgbClr val="006FC0"/>
                </a:solidFill>
                <a:latin typeface="Trebuchet MS"/>
                <a:cs typeface="Trebuchet MS"/>
                <a:hlinkClick r:id="rId8"/>
              </a:rPr>
              <a:t>programming/online-</a:t>
            </a:r>
            <a:r>
              <a:rPr sz="1800" spc="-85" dirty="0">
                <a:solidFill>
                  <a:srgbClr val="006FC0"/>
                </a:solidFill>
                <a:latin typeface="Trebuchet MS"/>
                <a:cs typeface="Trebuchet MS"/>
                <a:hlinkClick r:id="rId8"/>
              </a:rPr>
              <a:t>compiler/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26984" cy="21088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Variáveis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Python,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declaração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variáveis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simples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não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requer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definição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explícita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tipos,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pois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linguagem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utiliza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tipagem </a:t>
            </a:r>
            <a:r>
              <a:rPr sz="2400" spc="-114" dirty="0">
                <a:latin typeface="Trebuchet MS"/>
                <a:cs typeface="Trebuchet MS"/>
              </a:rPr>
              <a:t>dinâmica.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exemplo,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variável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pode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criada</a:t>
            </a:r>
            <a:r>
              <a:rPr sz="2400" spc="2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 </a:t>
            </a:r>
            <a:r>
              <a:rPr sz="2400" spc="-165" dirty="0">
                <a:latin typeface="Trebuchet MS"/>
                <a:cs typeface="Trebuchet MS"/>
              </a:rPr>
              <a:t>modificada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da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seguinte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forma: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5590" y="2762250"/>
              <a:ext cx="7771129" cy="19050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128134" y="5073396"/>
            <a:ext cx="76250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7E7E7E"/>
                </a:solidFill>
                <a:latin typeface="Trebuchet MS"/>
                <a:cs typeface="Trebuchet MS"/>
              </a:rPr>
              <a:t>Professor,</a:t>
            </a:r>
            <a:r>
              <a:rPr sz="1800" spc="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neste</a:t>
            </a:r>
            <a:r>
              <a:rPr sz="1800" spc="1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momento,</a:t>
            </a:r>
            <a:r>
              <a:rPr sz="1800" spc="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explique</a:t>
            </a:r>
            <a:r>
              <a:rPr sz="1800" spc="1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ao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aluno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como</a:t>
            </a:r>
            <a:r>
              <a:rPr sz="1800" spc="1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inserir</a:t>
            </a:r>
            <a:r>
              <a:rPr sz="1800" spc="1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esses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dados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no 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VSCode,</a:t>
            </a: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salvar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arquivo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como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7E7E7E"/>
                </a:solidFill>
                <a:latin typeface="Trebuchet MS"/>
                <a:cs typeface="Trebuchet MS"/>
              </a:rPr>
              <a:t>main.py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7E7E7E"/>
                </a:solidFill>
                <a:latin typeface="Trebuchet MS"/>
                <a:cs typeface="Trebuchet MS"/>
              </a:rPr>
              <a:t>executá-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lo</a:t>
            </a:r>
            <a:r>
              <a:rPr sz="1800" spc="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no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7E7E7E"/>
                </a:solidFill>
                <a:latin typeface="Trebuchet MS"/>
                <a:cs typeface="Trebuchet MS"/>
              </a:rPr>
              <a:t>terminal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VSCode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ou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-7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7E7E7E"/>
                </a:solidFill>
                <a:latin typeface="Trebuchet MS"/>
                <a:cs typeface="Trebuchet MS"/>
              </a:rPr>
              <a:t>sistema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operacional.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25080" cy="35871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Variáveis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55" dirty="0">
                <a:latin typeface="Trebuchet MS"/>
                <a:cs typeface="Trebuchet MS"/>
              </a:rPr>
              <a:t>As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variáveis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possuem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simplicidade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tipagem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dinâmica,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é </a:t>
            </a:r>
            <a:r>
              <a:rPr sz="2400" spc="-100" dirty="0">
                <a:latin typeface="Trebuchet MS"/>
                <a:cs typeface="Trebuchet MS"/>
              </a:rPr>
              <a:t>importante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seguir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regras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convenções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nomeação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dessas </a:t>
            </a:r>
            <a:r>
              <a:rPr sz="2400" spc="-80" dirty="0">
                <a:latin typeface="Trebuchet MS"/>
                <a:cs typeface="Trebuchet MS"/>
              </a:rPr>
              <a:t>variáveis: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b="1" dirty="0">
                <a:latin typeface="Trebuchet MS"/>
                <a:cs typeface="Trebuchet MS"/>
              </a:rPr>
              <a:t>Regras</a:t>
            </a:r>
            <a:r>
              <a:rPr sz="2400" b="1" spc="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2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Nomenclatura:</a:t>
            </a:r>
            <a:endParaRPr sz="24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nome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variável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deve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começar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uma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letra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a–z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ou</a:t>
            </a:r>
            <a:endParaRPr sz="2400">
              <a:latin typeface="Trebuchet MS"/>
              <a:cs typeface="Trebuchet MS"/>
            </a:endParaRPr>
          </a:p>
          <a:p>
            <a:pPr marL="241300" algn="just">
              <a:lnSpc>
                <a:spcPct val="100000"/>
              </a:lnSpc>
            </a:pPr>
            <a:r>
              <a:rPr sz="2400" spc="145" dirty="0">
                <a:solidFill>
                  <a:srgbClr val="00AF50"/>
                </a:solidFill>
                <a:latin typeface="Trebuchet MS"/>
                <a:cs typeface="Trebuchet MS"/>
              </a:rPr>
              <a:t>A–Z</a:t>
            </a:r>
            <a:r>
              <a:rPr sz="2400" spc="145" dirty="0">
                <a:latin typeface="Trebuchet MS"/>
                <a:cs typeface="Trebuchet MS"/>
              </a:rPr>
              <a:t>)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com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1F5F"/>
                </a:solidFill>
                <a:latin typeface="Trebuchet MS"/>
                <a:cs typeface="Trebuchet MS"/>
              </a:rPr>
              <a:t>underscore</a:t>
            </a:r>
            <a:r>
              <a:rPr sz="2400" spc="-7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1F5F"/>
                </a:solidFill>
                <a:latin typeface="Trebuchet MS"/>
                <a:cs typeface="Trebuchet MS"/>
              </a:rPr>
              <a:t>(_)</a:t>
            </a:r>
            <a:r>
              <a:rPr sz="2400" spc="-2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105" dirty="0">
                <a:latin typeface="Trebuchet MS"/>
                <a:cs typeface="Trebuchet MS"/>
              </a:rPr>
              <a:t>Pode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conter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1F5F"/>
                </a:solidFill>
                <a:latin typeface="Trebuchet MS"/>
                <a:cs typeface="Trebuchet MS"/>
              </a:rPr>
              <a:t>letras</a:t>
            </a:r>
            <a:r>
              <a:rPr sz="2400" spc="-175" dirty="0">
                <a:latin typeface="Trebuchet MS"/>
                <a:cs typeface="Trebuchet MS"/>
              </a:rPr>
              <a:t>,</a:t>
            </a:r>
            <a:r>
              <a:rPr sz="2400" spc="-300" dirty="0"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números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964D24"/>
                </a:solidFill>
                <a:latin typeface="Trebuchet MS"/>
                <a:cs typeface="Trebuchet MS"/>
              </a:rPr>
              <a:t>underscores</a:t>
            </a:r>
            <a:r>
              <a:rPr sz="2400" spc="-2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4131564"/>
            <a:ext cx="7626984" cy="198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985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spc="15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pode</a:t>
            </a:r>
            <a:r>
              <a:rPr sz="2400" spc="160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começar</a:t>
            </a:r>
            <a:r>
              <a:rPr sz="2400" spc="160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2400" spc="15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2400" spc="160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número</a:t>
            </a:r>
            <a:r>
              <a:rPr sz="2400" spc="160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nem</a:t>
            </a:r>
            <a:r>
              <a:rPr sz="2400" spc="160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conter 	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caracteres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0000"/>
                </a:solidFill>
                <a:latin typeface="Trebuchet MS"/>
                <a:cs typeface="Trebuchet MS"/>
              </a:rPr>
              <a:t>especiais,</a:t>
            </a:r>
            <a:r>
              <a:rPr sz="2400" spc="-2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como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85" dirty="0">
                <a:solidFill>
                  <a:srgbClr val="FF0000"/>
                </a:solidFill>
                <a:latin typeface="Trebuchet MS"/>
                <a:cs typeface="Trebuchet MS"/>
              </a:rPr>
              <a:t>`&amp;`,</a:t>
            </a:r>
            <a:r>
              <a:rPr sz="2400" spc="-2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`@`,</a:t>
            </a:r>
            <a:r>
              <a:rPr sz="2400" spc="-290" dirty="0">
                <a:solidFill>
                  <a:srgbClr val="FF0000"/>
                </a:solidFill>
                <a:latin typeface="Trebuchet MS"/>
                <a:cs typeface="Trebuchet MS"/>
              </a:rPr>
              <a:t> `%`,</a:t>
            </a:r>
            <a:r>
              <a:rPr sz="2400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etc.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Por</a:t>
            </a:r>
            <a:r>
              <a:rPr sz="2400" spc="-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exemplo,</a:t>
            </a:r>
            <a:r>
              <a:rPr sz="2400" spc="5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‘</a:t>
            </a:r>
            <a:r>
              <a:rPr sz="2400" b="1" dirty="0">
                <a:latin typeface="Trebuchet MS"/>
                <a:cs typeface="Trebuchet MS"/>
              </a:rPr>
              <a:t>nome_completo</a:t>
            </a:r>
            <a:r>
              <a:rPr sz="2400" dirty="0">
                <a:latin typeface="Trebuchet MS"/>
                <a:cs typeface="Trebuchet MS"/>
              </a:rPr>
              <a:t>’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35" dirty="0"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válido</a:t>
            </a:r>
            <a:r>
              <a:rPr sz="2400" dirty="0">
                <a:latin typeface="Trebuchet MS"/>
                <a:cs typeface="Trebuchet MS"/>
              </a:rPr>
              <a:t>,</a:t>
            </a:r>
            <a:r>
              <a:rPr sz="2400" spc="509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enquanto 	</a:t>
            </a:r>
            <a:r>
              <a:rPr sz="2400" spc="-135" dirty="0">
                <a:solidFill>
                  <a:srgbClr val="FF0000"/>
                </a:solidFill>
                <a:latin typeface="Trebuchet MS"/>
                <a:cs typeface="Trebuchet MS"/>
              </a:rPr>
              <a:t>‘&amp;6varlo1</a:t>
            </a:r>
            <a:r>
              <a:rPr sz="2400" spc="-135" dirty="0">
                <a:latin typeface="Trebuchet MS"/>
                <a:cs typeface="Trebuchet MS"/>
              </a:rPr>
              <a:t>’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não</a:t>
            </a:r>
            <a:r>
              <a:rPr sz="2400" u="sng" spc="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é</a:t>
            </a:r>
            <a:r>
              <a:rPr sz="2400" u="sng" spc="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permitido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devido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caractere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315" dirty="0">
                <a:latin typeface="Trebuchet MS"/>
                <a:cs typeface="Trebuchet MS"/>
              </a:rPr>
              <a:t>‘</a:t>
            </a:r>
            <a:r>
              <a:rPr sz="2400" spc="-315" dirty="0">
                <a:solidFill>
                  <a:srgbClr val="FF0000"/>
                </a:solidFill>
                <a:latin typeface="Trebuchet MS"/>
                <a:cs typeface="Trebuchet MS"/>
              </a:rPr>
              <a:t>&amp;</a:t>
            </a:r>
            <a:r>
              <a:rPr sz="2400" spc="-315" dirty="0">
                <a:latin typeface="Trebuchet MS"/>
                <a:cs typeface="Trebuchet MS"/>
              </a:rPr>
              <a:t>’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por 	</a:t>
            </a:r>
            <a:r>
              <a:rPr sz="2400" spc="-150" dirty="0">
                <a:solidFill>
                  <a:srgbClr val="FF0000"/>
                </a:solidFill>
                <a:latin typeface="Trebuchet MS"/>
                <a:cs typeface="Trebuchet MS"/>
              </a:rPr>
              <a:t>iniciar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número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3326765" cy="101091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Variáveis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dirty="0">
                <a:latin typeface="Trebuchet MS"/>
                <a:cs typeface="Trebuchet MS"/>
              </a:rPr>
              <a:t>Convenção</a:t>
            </a:r>
            <a:r>
              <a:rPr sz="2400" b="1" spc="140" dirty="0">
                <a:latin typeface="Trebuchet MS"/>
                <a:cs typeface="Trebuchet MS"/>
              </a:rPr>
              <a:t> </a:t>
            </a:r>
            <a:r>
              <a:rPr sz="2400" b="1" spc="-60" dirty="0">
                <a:latin typeface="Trebuchet MS"/>
                <a:cs typeface="Trebuchet MS"/>
              </a:rPr>
              <a:t>snake_case: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1555750"/>
            <a:ext cx="3764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  <a:tab pos="890905" algn="l"/>
                <a:tab pos="2053589" algn="l"/>
                <a:tab pos="2446020" algn="l"/>
              </a:tabLst>
            </a:pPr>
            <a:r>
              <a:rPr sz="2400" spc="-25" dirty="0">
                <a:latin typeface="Trebuchet MS"/>
                <a:cs typeface="Trebuchet MS"/>
              </a:rPr>
              <a:t>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Python,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0" dirty="0">
                <a:latin typeface="Trebuchet MS"/>
                <a:cs typeface="Trebuchet MS"/>
              </a:rPr>
              <a:t>convenção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6335" y="1555750"/>
            <a:ext cx="3624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9925" algn="l"/>
                <a:tab pos="2348865" algn="l"/>
                <a:tab pos="3442970" algn="l"/>
              </a:tabLst>
            </a:pPr>
            <a:r>
              <a:rPr sz="2400" spc="-10" dirty="0">
                <a:latin typeface="Trebuchet MS"/>
                <a:cs typeface="Trebuchet MS"/>
              </a:rPr>
              <a:t>recomendada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é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utilizar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2403" y="1921509"/>
            <a:ext cx="4684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latin typeface="Trebuchet MS"/>
                <a:cs typeface="Trebuchet MS"/>
              </a:rPr>
              <a:t>snake_case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nomes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variáveis.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3803" y="2414270"/>
            <a:ext cx="762380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Isso</a:t>
            </a:r>
            <a:r>
              <a:rPr sz="2400" spc="3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significa</a:t>
            </a:r>
            <a:r>
              <a:rPr sz="2400" spc="3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usar</a:t>
            </a:r>
            <a:r>
              <a:rPr sz="2400" spc="3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apenas</a:t>
            </a:r>
            <a:r>
              <a:rPr sz="2400" spc="3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letras</a:t>
            </a:r>
            <a:r>
              <a:rPr sz="2400" spc="3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minúsculas</a:t>
            </a:r>
            <a:r>
              <a:rPr sz="2400" spc="3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3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separar 	</a:t>
            </a:r>
            <a:r>
              <a:rPr sz="2400" spc="-80" dirty="0">
                <a:latin typeface="Trebuchet MS"/>
                <a:cs typeface="Trebuchet MS"/>
              </a:rPr>
              <a:t>palavras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underscores</a:t>
            </a:r>
            <a:r>
              <a:rPr sz="2400" spc="-70" dirty="0">
                <a:latin typeface="Trebuchet MS"/>
                <a:cs typeface="Trebuchet MS"/>
              </a:rPr>
              <a:t>,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'idade_usuario</a:t>
            </a:r>
            <a:r>
              <a:rPr sz="2400" spc="-45" dirty="0">
                <a:latin typeface="Trebuchet MS"/>
                <a:cs typeface="Trebuchet MS"/>
              </a:rPr>
              <a:t>'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ou 	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'valor_total</a:t>
            </a:r>
            <a:r>
              <a:rPr sz="2400" spc="-70" dirty="0">
                <a:latin typeface="Trebuchet MS"/>
                <a:cs typeface="Trebuchet MS"/>
              </a:rPr>
              <a:t>’.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3803" y="3511803"/>
            <a:ext cx="7625715" cy="18700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50" dirty="0">
                <a:latin typeface="Trebuchet MS"/>
                <a:cs typeface="Trebuchet MS"/>
              </a:rPr>
              <a:t>Tipagem</a:t>
            </a:r>
            <a:r>
              <a:rPr sz="2400" b="1" spc="-3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Dinâmica: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100" dirty="0">
                <a:latin typeface="Trebuchet MS"/>
                <a:cs typeface="Trebuchet MS"/>
              </a:rPr>
              <a:t>Python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964D24"/>
                </a:solidFill>
                <a:latin typeface="Trebuchet MS"/>
                <a:cs typeface="Trebuchet MS"/>
              </a:rPr>
              <a:t>não</a:t>
            </a:r>
            <a:r>
              <a:rPr sz="2400" spc="-45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964D24"/>
                </a:solidFill>
                <a:latin typeface="Trebuchet MS"/>
                <a:cs typeface="Trebuchet MS"/>
              </a:rPr>
              <a:t>exige</a:t>
            </a:r>
            <a:r>
              <a:rPr sz="2400" spc="-55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964D24"/>
                </a:solidFill>
                <a:latin typeface="Trebuchet MS"/>
                <a:cs typeface="Trebuchet MS"/>
              </a:rPr>
              <a:t>declaração</a:t>
            </a:r>
            <a:r>
              <a:rPr sz="2400" spc="-5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964D24"/>
                </a:solidFill>
                <a:latin typeface="Trebuchet MS"/>
                <a:cs typeface="Trebuchet MS"/>
              </a:rPr>
              <a:t>explícita</a:t>
            </a:r>
            <a:r>
              <a:rPr sz="2400" spc="-7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964D24"/>
                </a:solidFill>
                <a:latin typeface="Trebuchet MS"/>
                <a:cs typeface="Trebuchet MS"/>
              </a:rPr>
              <a:t>do</a:t>
            </a:r>
            <a:r>
              <a:rPr sz="2400" spc="-4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964D24"/>
                </a:solidFill>
                <a:latin typeface="Trebuchet MS"/>
                <a:cs typeface="Trebuchet MS"/>
              </a:rPr>
              <a:t>tipo</a:t>
            </a:r>
            <a:r>
              <a:rPr sz="2400" spc="-55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964D24"/>
                </a:solidFill>
                <a:latin typeface="Trebuchet MS"/>
                <a:cs typeface="Trebuchet MS"/>
              </a:rPr>
              <a:t>da</a:t>
            </a:r>
            <a:r>
              <a:rPr sz="2400" spc="-5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964D24"/>
                </a:solidFill>
                <a:latin typeface="Trebuchet MS"/>
                <a:cs typeface="Trebuchet MS"/>
              </a:rPr>
              <a:t>variável</a:t>
            </a:r>
            <a:r>
              <a:rPr sz="2400" spc="-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  <a:tab pos="633095" algn="l"/>
                <a:tab pos="1263650" algn="l"/>
                <a:tab pos="1550670" algn="l"/>
                <a:tab pos="3268979" algn="l"/>
                <a:tab pos="3942079" algn="l"/>
                <a:tab pos="4703445" algn="l"/>
                <a:tab pos="5958205" algn="l"/>
                <a:tab pos="6229985" algn="l"/>
                <a:tab pos="7291705" algn="l"/>
              </a:tabLst>
            </a:pPr>
            <a:r>
              <a:rPr sz="2400" spc="30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tipo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é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determinado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pelo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valor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atribuído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à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variável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no</a:t>
            </a:r>
            <a:endParaRPr sz="24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2400" spc="-95" dirty="0">
                <a:solidFill>
                  <a:srgbClr val="006FC0"/>
                </a:solidFill>
                <a:latin typeface="Trebuchet MS"/>
                <a:cs typeface="Trebuchet MS"/>
              </a:rPr>
              <a:t>momento</a:t>
            </a:r>
            <a:r>
              <a:rPr sz="24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Trebuchet MS"/>
                <a:cs typeface="Trebuchet MS"/>
              </a:rPr>
              <a:t>da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execução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53655" cy="21088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400" b="1" dirty="0">
                <a:latin typeface="Trebuchet MS"/>
                <a:cs typeface="Trebuchet MS"/>
              </a:rPr>
              <a:t>Instruções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85" dirty="0">
                <a:latin typeface="Trebuchet MS"/>
                <a:cs typeface="Trebuchet MS"/>
              </a:rPr>
              <a:t>I/O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(Entrada/Saída)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55" dirty="0">
                <a:latin typeface="Trebuchet MS"/>
                <a:cs typeface="Trebuchet MS"/>
              </a:rPr>
              <a:t>As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instruções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2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entrada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saída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essenciais</a:t>
            </a:r>
            <a:r>
              <a:rPr sz="2400" spc="2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114" dirty="0">
                <a:latin typeface="Trebuchet MS"/>
                <a:cs typeface="Trebuchet MS"/>
              </a:rPr>
              <a:t>interação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entre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 </a:t>
            </a:r>
            <a:r>
              <a:rPr sz="2400" spc="-100" dirty="0">
                <a:latin typeface="Trebuchet MS"/>
                <a:cs typeface="Trebuchet MS"/>
              </a:rPr>
              <a:t>programa</a:t>
            </a:r>
            <a:r>
              <a:rPr sz="2400" dirty="0">
                <a:latin typeface="Trebuchet MS"/>
                <a:cs typeface="Trebuchet MS"/>
              </a:rPr>
              <a:t> 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 </a:t>
            </a:r>
            <a:r>
              <a:rPr sz="2400" spc="-60" dirty="0">
                <a:latin typeface="Trebuchet MS"/>
                <a:cs typeface="Trebuchet MS"/>
              </a:rPr>
              <a:t>usuário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outros </a:t>
            </a:r>
            <a:r>
              <a:rPr sz="2400" spc="-130" dirty="0">
                <a:latin typeface="Trebuchet MS"/>
                <a:cs typeface="Trebuchet MS"/>
              </a:rPr>
              <a:t>sistemas.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Python,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operações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I/O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podem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realizadas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130" dirty="0">
                <a:latin typeface="Trebuchet MS"/>
                <a:cs typeface="Trebuchet MS"/>
              </a:rPr>
              <a:t>diversas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maneiras: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9590" y="1089660"/>
            <a:ext cx="11446510" cy="5572760"/>
            <a:chOff x="529590" y="1089660"/>
            <a:chExt cx="11446510" cy="5572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7190" y="2639060"/>
              <a:ext cx="4833620" cy="19240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87190" y="4629150"/>
              <a:ext cx="4833620" cy="19240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502140" y="2975609"/>
            <a:ext cx="2339340" cy="140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latin typeface="Trebuchet MS"/>
                <a:cs typeface="Trebuchet MS"/>
              </a:rPr>
              <a:t>Para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Trebuchet MS"/>
                <a:cs typeface="Trebuchet MS"/>
              </a:rPr>
              <a:t>entrada</a:t>
            </a:r>
            <a:r>
              <a:rPr sz="1800" spc="-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rebuchet MS"/>
                <a:cs typeface="Trebuchet MS"/>
              </a:rPr>
              <a:t>dados </a:t>
            </a:r>
            <a:r>
              <a:rPr sz="1800" spc="-85" dirty="0">
                <a:latin typeface="Trebuchet MS"/>
                <a:cs typeface="Trebuchet MS"/>
              </a:rPr>
              <a:t>usamos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função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input()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</a:pPr>
            <a:r>
              <a:rPr sz="1800" spc="-114" dirty="0">
                <a:latin typeface="Trebuchet MS"/>
                <a:cs typeface="Trebuchet MS"/>
              </a:rPr>
              <a:t>Para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00AF50"/>
                </a:solidFill>
                <a:latin typeface="Trebuchet MS"/>
                <a:cs typeface="Trebuchet MS"/>
              </a:rPr>
              <a:t>saída</a:t>
            </a:r>
            <a:r>
              <a:rPr sz="1800" spc="-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Trebuchet MS"/>
                <a:cs typeface="Trebuchet MS"/>
              </a:rPr>
              <a:t>dados</a:t>
            </a:r>
            <a:endParaRPr sz="180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5"/>
              </a:spcBef>
            </a:pPr>
            <a:r>
              <a:rPr sz="1800" spc="-85" dirty="0">
                <a:latin typeface="Trebuchet MS"/>
                <a:cs typeface="Trebuchet MS"/>
              </a:rPr>
              <a:t>usamos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função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print()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15840" y="3517900"/>
            <a:ext cx="6629400" cy="1016635"/>
            <a:chOff x="4815840" y="3517900"/>
            <a:chExt cx="6629400" cy="101663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77510" y="3521075"/>
              <a:ext cx="95250" cy="1681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11165" y="3688714"/>
              <a:ext cx="5734050" cy="0"/>
            </a:xfrm>
            <a:custGeom>
              <a:avLst/>
              <a:gdLst/>
              <a:ahLst/>
              <a:cxnLst/>
              <a:rect l="l" t="t" r="r" b="b"/>
              <a:pathLst>
                <a:path w="5734050">
                  <a:moveTo>
                    <a:pt x="0" y="0"/>
                  </a:moveTo>
                  <a:lnTo>
                    <a:pt x="5733923" y="0"/>
                  </a:lnTo>
                </a:path>
              </a:pathLst>
            </a:custGeom>
            <a:ln w="31750">
              <a:solidFill>
                <a:srgbClr val="C867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82350" y="3517900"/>
              <a:ext cx="95250" cy="17094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15840" y="4177665"/>
              <a:ext cx="95250" cy="356870"/>
            </a:xfrm>
            <a:custGeom>
              <a:avLst/>
              <a:gdLst/>
              <a:ahLst/>
              <a:cxnLst/>
              <a:rect l="l" t="t" r="r" b="b"/>
              <a:pathLst>
                <a:path w="95250" h="356870">
                  <a:moveTo>
                    <a:pt x="63500" y="79375"/>
                  </a:moveTo>
                  <a:lnTo>
                    <a:pt x="31750" y="79375"/>
                  </a:lnTo>
                  <a:lnTo>
                    <a:pt x="31750" y="356489"/>
                  </a:lnTo>
                  <a:lnTo>
                    <a:pt x="63500" y="356489"/>
                  </a:lnTo>
                  <a:lnTo>
                    <a:pt x="63500" y="79375"/>
                  </a:lnTo>
                  <a:close/>
                </a:path>
                <a:path w="95250" h="356870">
                  <a:moveTo>
                    <a:pt x="47625" y="0"/>
                  </a:moveTo>
                  <a:lnTo>
                    <a:pt x="0" y="95250"/>
                  </a:lnTo>
                  <a:lnTo>
                    <a:pt x="31750" y="95250"/>
                  </a:lnTo>
                  <a:lnTo>
                    <a:pt x="31750" y="79375"/>
                  </a:lnTo>
                  <a:lnTo>
                    <a:pt x="87312" y="79375"/>
                  </a:lnTo>
                  <a:lnTo>
                    <a:pt x="47625" y="0"/>
                  </a:lnTo>
                  <a:close/>
                </a:path>
                <a:path w="95250" h="356870">
                  <a:moveTo>
                    <a:pt x="87312" y="79375"/>
                  </a:moveTo>
                  <a:lnTo>
                    <a:pt x="63500" y="79375"/>
                  </a:lnTo>
                  <a:lnTo>
                    <a:pt x="63500" y="95250"/>
                  </a:lnTo>
                  <a:lnTo>
                    <a:pt x="95250" y="95250"/>
                  </a:lnTo>
                  <a:lnTo>
                    <a:pt x="87312" y="79375"/>
                  </a:lnTo>
                  <a:close/>
                </a:path>
              </a:pathLst>
            </a:custGeom>
            <a:solidFill>
              <a:srgbClr val="C867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3465" y="4518025"/>
              <a:ext cx="6548755" cy="0"/>
            </a:xfrm>
            <a:custGeom>
              <a:avLst/>
              <a:gdLst/>
              <a:ahLst/>
              <a:cxnLst/>
              <a:rect l="l" t="t" r="r" b="b"/>
              <a:pathLst>
                <a:path w="6548755">
                  <a:moveTo>
                    <a:pt x="0" y="0"/>
                  </a:moveTo>
                  <a:lnTo>
                    <a:pt x="6548246" y="0"/>
                  </a:lnTo>
                </a:path>
              </a:pathLst>
            </a:custGeom>
            <a:ln w="31750">
              <a:solidFill>
                <a:srgbClr val="C867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49990" y="4347210"/>
              <a:ext cx="95250" cy="1709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/>
              <a:t>PROGRAMAÇÃO </a:t>
            </a:r>
            <a:r>
              <a:rPr sz="2200" spc="100" dirty="0"/>
              <a:t>EM</a:t>
            </a:r>
            <a:r>
              <a:rPr sz="2200" dirty="0"/>
              <a:t>	</a:t>
            </a:r>
            <a:r>
              <a:rPr sz="2200" spc="280" dirty="0"/>
              <a:t>PYTHON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4273803" y="521715"/>
            <a:ext cx="35521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rebuchet MS"/>
                <a:cs typeface="Trebuchet MS"/>
              </a:rPr>
              <a:t>Formas</a:t>
            </a:r>
            <a:r>
              <a:rPr sz="1700" b="1" spc="-25" dirty="0">
                <a:latin typeface="Trebuchet MS"/>
                <a:cs typeface="Trebuchet MS"/>
              </a:rPr>
              <a:t> </a:t>
            </a:r>
            <a:r>
              <a:rPr sz="1700" b="1" spc="-30" dirty="0">
                <a:latin typeface="Trebuchet MS"/>
                <a:cs typeface="Trebuchet MS"/>
              </a:rPr>
              <a:t>diferentes</a:t>
            </a:r>
            <a:r>
              <a:rPr sz="1700" b="1" dirty="0">
                <a:latin typeface="Trebuchet MS"/>
                <a:cs typeface="Trebuchet MS"/>
              </a:rPr>
              <a:t> de</a:t>
            </a:r>
            <a:r>
              <a:rPr sz="1700" b="1" spc="-1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usar</a:t>
            </a:r>
            <a:r>
              <a:rPr sz="1700" b="1" spc="-1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o</a:t>
            </a:r>
            <a:r>
              <a:rPr sz="1700" b="1" spc="-10" dirty="0"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964D24"/>
                </a:solidFill>
                <a:latin typeface="Trebuchet MS"/>
                <a:cs typeface="Trebuchet MS"/>
              </a:rPr>
              <a:t>print()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3803" y="3119771"/>
            <a:ext cx="7626350" cy="28143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95"/>
              </a:spcBef>
            </a:pPr>
            <a:r>
              <a:rPr sz="1700" b="1" dirty="0">
                <a:latin typeface="Trebuchet MS"/>
                <a:cs typeface="Trebuchet MS"/>
              </a:rPr>
              <a:t>Forma</a:t>
            </a:r>
            <a:r>
              <a:rPr sz="1700" b="1" spc="-4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1:</a:t>
            </a:r>
            <a:r>
              <a:rPr sz="1700" b="1" spc="290" dirty="0">
                <a:latin typeface="Trebuchet MS"/>
                <a:cs typeface="Trebuchet MS"/>
              </a:rPr>
              <a:t> </a:t>
            </a:r>
            <a:r>
              <a:rPr sz="1700" b="1" spc="55" dirty="0">
                <a:solidFill>
                  <a:srgbClr val="006FC0"/>
                </a:solidFill>
                <a:latin typeface="Trebuchet MS"/>
                <a:cs typeface="Trebuchet MS"/>
              </a:rPr>
              <a:t>print("Nome</a:t>
            </a:r>
            <a:r>
              <a:rPr sz="1700" b="1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006FC0"/>
                </a:solidFill>
                <a:latin typeface="Trebuchet MS"/>
                <a:cs typeface="Trebuchet MS"/>
              </a:rPr>
              <a:t>da</a:t>
            </a:r>
            <a:r>
              <a:rPr sz="1700" b="1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006FC0"/>
                </a:solidFill>
                <a:latin typeface="Trebuchet MS"/>
                <a:cs typeface="Trebuchet MS"/>
              </a:rPr>
              <a:t>pessoa:",</a:t>
            </a:r>
            <a:r>
              <a:rPr sz="1700" b="1" spc="-20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006FC0"/>
                </a:solidFill>
                <a:latin typeface="Trebuchet MS"/>
                <a:cs typeface="Trebuchet MS"/>
              </a:rPr>
              <a:t>nome)</a:t>
            </a:r>
            <a:endParaRPr sz="17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Trebuchet MS"/>
                <a:cs typeface="Trebuchet MS"/>
              </a:rPr>
              <a:t>Na</a:t>
            </a:r>
            <a:r>
              <a:rPr sz="1700" spc="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abordagem</a:t>
            </a:r>
            <a:r>
              <a:rPr sz="1700" spc="7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apresentada,</a:t>
            </a:r>
            <a:r>
              <a:rPr sz="1700" spc="-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7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função</a:t>
            </a:r>
            <a:r>
              <a:rPr sz="1700" spc="7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print</a:t>
            </a:r>
            <a:r>
              <a:rPr sz="1700" spc="6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é</a:t>
            </a:r>
            <a:r>
              <a:rPr sz="1700" spc="6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utilizada</a:t>
            </a:r>
            <a:r>
              <a:rPr sz="1700" spc="6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com</a:t>
            </a:r>
            <a:r>
              <a:rPr sz="1700" spc="7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múltiplos</a:t>
            </a:r>
            <a:r>
              <a:rPr sz="1700" spc="6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argumentos </a:t>
            </a:r>
            <a:r>
              <a:rPr sz="1700" dirty="0">
                <a:latin typeface="Trebuchet MS"/>
                <a:cs typeface="Trebuchet MS"/>
              </a:rPr>
              <a:t>separados</a:t>
            </a:r>
            <a:r>
              <a:rPr sz="1700" spc="2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por</a:t>
            </a:r>
            <a:r>
              <a:rPr sz="1700" spc="30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vírgula.</a:t>
            </a:r>
            <a:r>
              <a:rPr sz="1700" spc="17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Por</a:t>
            </a:r>
            <a:r>
              <a:rPr sz="1700" spc="29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padrão,</a:t>
            </a:r>
            <a:r>
              <a:rPr sz="1700" spc="17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2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Python</a:t>
            </a:r>
            <a:r>
              <a:rPr sz="1700" spc="2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insere</a:t>
            </a:r>
            <a:r>
              <a:rPr sz="1700" spc="30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um</a:t>
            </a:r>
            <a:r>
              <a:rPr sz="1700" spc="2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espaço</a:t>
            </a:r>
            <a:r>
              <a:rPr sz="1700" spc="30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entre</a:t>
            </a:r>
            <a:r>
              <a:rPr sz="1700" spc="29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cada </a:t>
            </a:r>
            <a:r>
              <a:rPr sz="1700" spc="-35" dirty="0">
                <a:latin typeface="Trebuchet MS"/>
                <a:cs typeface="Trebuchet MS"/>
              </a:rPr>
              <a:t>argumento</a:t>
            </a:r>
            <a:r>
              <a:rPr sz="1700" spc="2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ao</a:t>
            </a:r>
            <a:r>
              <a:rPr sz="1700" spc="20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exibir</a:t>
            </a:r>
            <a:r>
              <a:rPr sz="1700" spc="20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21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saída,</a:t>
            </a:r>
            <a:r>
              <a:rPr sz="1700" spc="7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2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que</a:t>
            </a:r>
            <a:r>
              <a:rPr sz="1700" spc="204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permite</a:t>
            </a:r>
            <a:r>
              <a:rPr sz="1700" b="1" spc="21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imprimir</a:t>
            </a:r>
            <a:r>
              <a:rPr sz="1700" b="1" spc="20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diversos</a:t>
            </a:r>
            <a:r>
              <a:rPr sz="1700" b="1" spc="204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valores</a:t>
            </a:r>
            <a:r>
              <a:rPr sz="1700" b="1" spc="210" dirty="0">
                <a:latin typeface="Trebuchet MS"/>
                <a:cs typeface="Trebuchet MS"/>
              </a:rPr>
              <a:t> </a:t>
            </a:r>
            <a:r>
              <a:rPr sz="1700" b="1" spc="-25" dirty="0">
                <a:latin typeface="Trebuchet MS"/>
                <a:cs typeface="Trebuchet MS"/>
              </a:rPr>
              <a:t>de </a:t>
            </a:r>
            <a:r>
              <a:rPr sz="1700" b="1" dirty="0">
                <a:latin typeface="Trebuchet MS"/>
                <a:cs typeface="Trebuchet MS"/>
              </a:rPr>
              <a:t>forma</a:t>
            </a:r>
            <a:r>
              <a:rPr sz="1700" b="1" spc="10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clara</a:t>
            </a:r>
            <a:r>
              <a:rPr sz="1700" b="1" spc="11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e</a:t>
            </a:r>
            <a:r>
              <a:rPr sz="1700" b="1" spc="10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organizada</a:t>
            </a:r>
            <a:r>
              <a:rPr sz="1700" dirty="0">
                <a:latin typeface="Trebuchet MS"/>
                <a:cs typeface="Trebuchet MS"/>
              </a:rPr>
              <a:t>,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sem</a:t>
            </a:r>
            <a:r>
              <a:rPr sz="1700" spc="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11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necessidade</a:t>
            </a:r>
            <a:r>
              <a:rPr sz="1700" spc="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de</a:t>
            </a:r>
            <a:r>
              <a:rPr sz="1700" spc="10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concatenar</a:t>
            </a:r>
            <a:r>
              <a:rPr sz="1700" spc="11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manualmente</a:t>
            </a:r>
            <a:r>
              <a:rPr sz="1700" spc="10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as </a:t>
            </a:r>
            <a:r>
              <a:rPr sz="1700" spc="-10" dirty="0">
                <a:latin typeface="Trebuchet MS"/>
                <a:cs typeface="Trebuchet MS"/>
              </a:rPr>
              <a:t>strings.</a:t>
            </a:r>
            <a:endParaRPr sz="1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latin typeface="Trebuchet MS"/>
                <a:cs typeface="Trebuchet MS"/>
              </a:rPr>
              <a:t>Forma</a:t>
            </a:r>
            <a:r>
              <a:rPr sz="1700" b="1" spc="45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2:</a:t>
            </a:r>
            <a:r>
              <a:rPr sz="1700" b="1" spc="430" dirty="0"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64D24"/>
                </a:solidFill>
                <a:latin typeface="Trebuchet MS"/>
                <a:cs typeface="Trebuchet MS"/>
              </a:rPr>
              <a:t>print(f"Nome</a:t>
            </a:r>
            <a:r>
              <a:rPr sz="1700" b="1" spc="6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964D24"/>
                </a:solidFill>
                <a:latin typeface="Trebuchet MS"/>
                <a:cs typeface="Trebuchet MS"/>
              </a:rPr>
              <a:t>da</a:t>
            </a:r>
            <a:r>
              <a:rPr sz="1700" b="1" spc="55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1700" b="1" spc="-35" dirty="0">
                <a:solidFill>
                  <a:srgbClr val="964D24"/>
                </a:solidFill>
                <a:latin typeface="Trebuchet MS"/>
                <a:cs typeface="Trebuchet MS"/>
              </a:rPr>
              <a:t>pessoa:</a:t>
            </a:r>
            <a:r>
              <a:rPr sz="1700" b="1" spc="-150" dirty="0">
                <a:solidFill>
                  <a:srgbClr val="964D24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964D24"/>
                </a:solidFill>
                <a:latin typeface="Trebuchet MS"/>
                <a:cs typeface="Trebuchet MS"/>
              </a:rPr>
              <a:t>{nome}")</a:t>
            </a:r>
            <a:endParaRPr sz="17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spc="-75" dirty="0">
                <a:latin typeface="Trebuchet MS"/>
                <a:cs typeface="Trebuchet MS"/>
              </a:rPr>
              <a:t>Utilizamos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f-</a:t>
            </a:r>
            <a:r>
              <a:rPr sz="1700" spc="-75" dirty="0">
                <a:latin typeface="Trebuchet MS"/>
                <a:cs typeface="Trebuchet MS"/>
              </a:rPr>
              <a:t>strings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(strings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formatadas).</a:t>
            </a:r>
            <a:r>
              <a:rPr sz="1700" spc="1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Tudo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que</a:t>
            </a:r>
            <a:r>
              <a:rPr sz="1700" spc="-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estiver</a:t>
            </a:r>
            <a:r>
              <a:rPr sz="1700" spc="5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entre</a:t>
            </a:r>
            <a:r>
              <a:rPr sz="1700" spc="1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chaves</a:t>
            </a:r>
            <a:r>
              <a:rPr sz="1700" spc="5" dirty="0">
                <a:latin typeface="Trebuchet MS"/>
                <a:cs typeface="Trebuchet MS"/>
              </a:rPr>
              <a:t> </a:t>
            </a:r>
            <a:r>
              <a:rPr sz="1700" b="1" spc="-65" dirty="0">
                <a:latin typeface="Trebuchet MS"/>
                <a:cs typeface="Trebuchet MS"/>
              </a:rPr>
              <a:t>{}</a:t>
            </a:r>
            <a:r>
              <a:rPr sz="1700" b="1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dentro</a:t>
            </a:r>
            <a:r>
              <a:rPr sz="170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de </a:t>
            </a:r>
            <a:r>
              <a:rPr sz="1700" dirty="0">
                <a:latin typeface="Trebuchet MS"/>
                <a:cs typeface="Trebuchet MS"/>
              </a:rPr>
              <a:t>uma</a:t>
            </a:r>
            <a:r>
              <a:rPr sz="1700" spc="240" dirty="0">
                <a:latin typeface="Trebuchet MS"/>
                <a:cs typeface="Trebuchet MS"/>
              </a:rPr>
              <a:t> </a:t>
            </a:r>
            <a:r>
              <a:rPr sz="17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f-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string</a:t>
            </a:r>
            <a:r>
              <a:rPr sz="1700" spc="2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será</a:t>
            </a:r>
            <a:r>
              <a:rPr sz="1700" spc="2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substituído</a:t>
            </a:r>
            <a:r>
              <a:rPr sz="1700" spc="2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pelo</a:t>
            </a:r>
            <a:r>
              <a:rPr sz="1700" spc="2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valor</a:t>
            </a:r>
            <a:r>
              <a:rPr sz="1700" spc="2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ou</a:t>
            </a:r>
            <a:r>
              <a:rPr sz="1700" spc="2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expressão</a:t>
            </a:r>
            <a:r>
              <a:rPr sz="1700" spc="24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correspondente.</a:t>
            </a:r>
            <a:r>
              <a:rPr sz="1700" spc="1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Essa </a:t>
            </a:r>
            <a:r>
              <a:rPr sz="1700" spc="-10" dirty="0">
                <a:latin typeface="Trebuchet MS"/>
                <a:cs typeface="Trebuchet MS"/>
              </a:rPr>
              <a:t>abordagem</a:t>
            </a:r>
            <a:r>
              <a:rPr sz="1700" spc="38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permite</a:t>
            </a:r>
            <a:r>
              <a:rPr sz="1700" spc="39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maior</a:t>
            </a:r>
            <a:r>
              <a:rPr sz="1700" b="1" spc="39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controle</a:t>
            </a:r>
            <a:r>
              <a:rPr sz="1700" b="1" spc="40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e</a:t>
            </a:r>
            <a:r>
              <a:rPr sz="1700" b="1" spc="390" dirty="0">
                <a:latin typeface="Trebuchet MS"/>
                <a:cs typeface="Trebuchet MS"/>
              </a:rPr>
              <a:t> </a:t>
            </a:r>
            <a:r>
              <a:rPr sz="1700" b="1" dirty="0">
                <a:latin typeface="Trebuchet MS"/>
                <a:cs typeface="Trebuchet MS"/>
              </a:rPr>
              <a:t>legibilidade</a:t>
            </a:r>
            <a:r>
              <a:rPr sz="1700" dirty="0">
                <a:latin typeface="Trebuchet MS"/>
                <a:cs typeface="Trebuchet MS"/>
              </a:rPr>
              <a:t>,</a:t>
            </a:r>
            <a:r>
              <a:rPr sz="1700" spc="2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pois</a:t>
            </a:r>
            <a:r>
              <a:rPr sz="1700" spc="39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podemos</a:t>
            </a:r>
            <a:r>
              <a:rPr sz="1700" spc="38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inserir </a:t>
            </a:r>
            <a:r>
              <a:rPr sz="1700" spc="-114" dirty="0">
                <a:latin typeface="Trebuchet MS"/>
                <a:cs typeface="Trebuchet MS"/>
              </a:rPr>
              <a:t>variáveis</a:t>
            </a:r>
            <a:r>
              <a:rPr sz="170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e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40" dirty="0">
                <a:latin typeface="Trebuchet MS"/>
                <a:cs typeface="Trebuchet MS"/>
              </a:rPr>
              <a:t>até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mesmo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expressões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diretamente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no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texto.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9590" y="914400"/>
            <a:ext cx="11446510" cy="5748020"/>
            <a:chOff x="529590" y="914400"/>
            <a:chExt cx="11446510" cy="57480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29"/>
              <a:ext cx="1130300" cy="2882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29"/>
              <a:ext cx="787400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29"/>
              <a:ext cx="57023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" y="3429000"/>
              <a:ext cx="2990850" cy="29895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560" y="914400"/>
              <a:ext cx="6435090" cy="22009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97857" y="2061336"/>
              <a:ext cx="648335" cy="95250"/>
            </a:xfrm>
            <a:custGeom>
              <a:avLst/>
              <a:gdLst/>
              <a:ahLst/>
              <a:cxnLst/>
              <a:rect l="l" t="t" r="r" b="b"/>
              <a:pathLst>
                <a:path w="648335" h="95250">
                  <a:moveTo>
                    <a:pt x="552830" y="0"/>
                  </a:moveTo>
                  <a:lnTo>
                    <a:pt x="552322" y="95250"/>
                  </a:lnTo>
                  <a:lnTo>
                    <a:pt x="616421" y="63626"/>
                  </a:lnTo>
                  <a:lnTo>
                    <a:pt x="568325" y="63626"/>
                  </a:lnTo>
                  <a:lnTo>
                    <a:pt x="568578" y="31876"/>
                  </a:lnTo>
                  <a:lnTo>
                    <a:pt x="615743" y="31876"/>
                  </a:lnTo>
                  <a:lnTo>
                    <a:pt x="552830" y="0"/>
                  </a:lnTo>
                  <a:close/>
                </a:path>
                <a:path w="648335" h="95250">
                  <a:moveTo>
                    <a:pt x="253" y="29083"/>
                  </a:moveTo>
                  <a:lnTo>
                    <a:pt x="101" y="48133"/>
                  </a:lnTo>
                  <a:lnTo>
                    <a:pt x="0" y="60833"/>
                  </a:lnTo>
                  <a:lnTo>
                    <a:pt x="568324" y="63626"/>
                  </a:lnTo>
                  <a:lnTo>
                    <a:pt x="552491" y="63626"/>
                  </a:lnTo>
                  <a:lnTo>
                    <a:pt x="552574" y="48133"/>
                  </a:lnTo>
                  <a:lnTo>
                    <a:pt x="552660" y="31876"/>
                  </a:lnTo>
                  <a:lnTo>
                    <a:pt x="568579" y="31876"/>
                  </a:lnTo>
                  <a:lnTo>
                    <a:pt x="253" y="29083"/>
                  </a:lnTo>
                  <a:close/>
                </a:path>
                <a:path w="648335" h="95250">
                  <a:moveTo>
                    <a:pt x="615743" y="31876"/>
                  </a:moveTo>
                  <a:lnTo>
                    <a:pt x="568578" y="31876"/>
                  </a:lnTo>
                  <a:lnTo>
                    <a:pt x="568448" y="48133"/>
                  </a:lnTo>
                  <a:lnTo>
                    <a:pt x="568325" y="63626"/>
                  </a:lnTo>
                  <a:lnTo>
                    <a:pt x="616421" y="63626"/>
                  </a:lnTo>
                  <a:lnTo>
                    <a:pt x="647826" y="48133"/>
                  </a:lnTo>
                  <a:lnTo>
                    <a:pt x="615743" y="3187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4794" y="2575560"/>
              <a:ext cx="770890" cy="95250"/>
            </a:xfrm>
            <a:custGeom>
              <a:avLst/>
              <a:gdLst/>
              <a:ahLst/>
              <a:cxnLst/>
              <a:rect l="l" t="t" r="r" b="b"/>
              <a:pathLst>
                <a:path w="770889" h="95250">
                  <a:moveTo>
                    <a:pt x="675639" y="0"/>
                  </a:moveTo>
                  <a:lnTo>
                    <a:pt x="675639" y="95250"/>
                  </a:lnTo>
                  <a:lnTo>
                    <a:pt x="739139" y="63500"/>
                  </a:lnTo>
                  <a:lnTo>
                    <a:pt x="691514" y="63500"/>
                  </a:lnTo>
                  <a:lnTo>
                    <a:pt x="691514" y="31750"/>
                  </a:lnTo>
                  <a:lnTo>
                    <a:pt x="739139" y="31750"/>
                  </a:lnTo>
                  <a:lnTo>
                    <a:pt x="675639" y="0"/>
                  </a:lnTo>
                  <a:close/>
                </a:path>
                <a:path w="770889" h="95250">
                  <a:moveTo>
                    <a:pt x="675639" y="31750"/>
                  </a:moveTo>
                  <a:lnTo>
                    <a:pt x="0" y="31750"/>
                  </a:lnTo>
                  <a:lnTo>
                    <a:pt x="0" y="63500"/>
                  </a:lnTo>
                  <a:lnTo>
                    <a:pt x="675639" y="63500"/>
                  </a:lnTo>
                  <a:lnTo>
                    <a:pt x="675639" y="31750"/>
                  </a:lnTo>
                  <a:close/>
                </a:path>
                <a:path w="770889" h="95250">
                  <a:moveTo>
                    <a:pt x="739139" y="31750"/>
                  </a:moveTo>
                  <a:lnTo>
                    <a:pt x="691514" y="31750"/>
                  </a:lnTo>
                  <a:lnTo>
                    <a:pt x="691514" y="63500"/>
                  </a:lnTo>
                  <a:lnTo>
                    <a:pt x="739139" y="63500"/>
                  </a:lnTo>
                  <a:lnTo>
                    <a:pt x="770889" y="47625"/>
                  </a:lnTo>
                  <a:lnTo>
                    <a:pt x="739139" y="31750"/>
                  </a:lnTo>
                  <a:close/>
                </a:path>
              </a:pathLst>
            </a:custGeom>
            <a:solidFill>
              <a:srgbClr val="964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6869" y="2106294"/>
              <a:ext cx="95250" cy="1306830"/>
            </a:xfrm>
            <a:custGeom>
              <a:avLst/>
              <a:gdLst/>
              <a:ahLst/>
              <a:cxnLst/>
              <a:rect l="l" t="t" r="r" b="b"/>
              <a:pathLst>
                <a:path w="95250" h="1306829">
                  <a:moveTo>
                    <a:pt x="31750" y="1214660"/>
                  </a:moveTo>
                  <a:lnTo>
                    <a:pt x="29092" y="1215197"/>
                  </a:lnTo>
                  <a:lnTo>
                    <a:pt x="13954" y="1225407"/>
                  </a:lnTo>
                  <a:lnTo>
                    <a:pt x="3744" y="1240545"/>
                  </a:lnTo>
                  <a:lnTo>
                    <a:pt x="0" y="1259077"/>
                  </a:lnTo>
                  <a:lnTo>
                    <a:pt x="3744" y="1277610"/>
                  </a:lnTo>
                  <a:lnTo>
                    <a:pt x="13954" y="1292748"/>
                  </a:lnTo>
                  <a:lnTo>
                    <a:pt x="29092" y="1302958"/>
                  </a:lnTo>
                  <a:lnTo>
                    <a:pt x="47625" y="1306702"/>
                  </a:lnTo>
                  <a:lnTo>
                    <a:pt x="66157" y="1302958"/>
                  </a:lnTo>
                  <a:lnTo>
                    <a:pt x="81295" y="1292748"/>
                  </a:lnTo>
                  <a:lnTo>
                    <a:pt x="91505" y="1277610"/>
                  </a:lnTo>
                  <a:lnTo>
                    <a:pt x="95250" y="1259077"/>
                  </a:lnTo>
                  <a:lnTo>
                    <a:pt x="31750" y="1259077"/>
                  </a:lnTo>
                  <a:lnTo>
                    <a:pt x="31750" y="1214660"/>
                  </a:lnTo>
                  <a:close/>
                </a:path>
                <a:path w="95250" h="1306829">
                  <a:moveTo>
                    <a:pt x="47625" y="1211452"/>
                  </a:moveTo>
                  <a:lnTo>
                    <a:pt x="31750" y="1214660"/>
                  </a:lnTo>
                  <a:lnTo>
                    <a:pt x="31750" y="1259077"/>
                  </a:lnTo>
                  <a:lnTo>
                    <a:pt x="63500" y="1259077"/>
                  </a:lnTo>
                  <a:lnTo>
                    <a:pt x="63500" y="1214660"/>
                  </a:lnTo>
                  <a:lnTo>
                    <a:pt x="47625" y="1211452"/>
                  </a:lnTo>
                  <a:close/>
                </a:path>
                <a:path w="95250" h="1306829">
                  <a:moveTo>
                    <a:pt x="63500" y="1214660"/>
                  </a:moveTo>
                  <a:lnTo>
                    <a:pt x="63500" y="1259077"/>
                  </a:lnTo>
                  <a:lnTo>
                    <a:pt x="95250" y="1259077"/>
                  </a:lnTo>
                  <a:lnTo>
                    <a:pt x="91505" y="1240545"/>
                  </a:lnTo>
                  <a:lnTo>
                    <a:pt x="81295" y="1225407"/>
                  </a:lnTo>
                  <a:lnTo>
                    <a:pt x="66157" y="1215197"/>
                  </a:lnTo>
                  <a:lnTo>
                    <a:pt x="63500" y="1214660"/>
                  </a:lnTo>
                  <a:close/>
                </a:path>
                <a:path w="95250" h="1306829">
                  <a:moveTo>
                    <a:pt x="63500" y="0"/>
                  </a:moveTo>
                  <a:lnTo>
                    <a:pt x="31750" y="0"/>
                  </a:lnTo>
                  <a:lnTo>
                    <a:pt x="31750" y="1214660"/>
                  </a:lnTo>
                  <a:lnTo>
                    <a:pt x="47625" y="1211452"/>
                  </a:lnTo>
                  <a:lnTo>
                    <a:pt x="63500" y="1211452"/>
                  </a:lnTo>
                  <a:lnTo>
                    <a:pt x="63500" y="0"/>
                  </a:lnTo>
                  <a:close/>
                </a:path>
                <a:path w="95250" h="1306829">
                  <a:moveTo>
                    <a:pt x="63500" y="1211452"/>
                  </a:moveTo>
                  <a:lnTo>
                    <a:pt x="47625" y="1211452"/>
                  </a:lnTo>
                  <a:lnTo>
                    <a:pt x="63500" y="1214660"/>
                  </a:lnTo>
                  <a:lnTo>
                    <a:pt x="63500" y="1211452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8599" y="2614295"/>
              <a:ext cx="95250" cy="2292350"/>
            </a:xfrm>
            <a:custGeom>
              <a:avLst/>
              <a:gdLst/>
              <a:ahLst/>
              <a:cxnLst/>
              <a:rect l="l" t="t" r="r" b="b"/>
              <a:pathLst>
                <a:path w="95250" h="2292350">
                  <a:moveTo>
                    <a:pt x="31750" y="2200307"/>
                  </a:moveTo>
                  <a:lnTo>
                    <a:pt x="29092" y="2200844"/>
                  </a:lnTo>
                  <a:lnTo>
                    <a:pt x="13954" y="2211054"/>
                  </a:lnTo>
                  <a:lnTo>
                    <a:pt x="3744" y="2226192"/>
                  </a:lnTo>
                  <a:lnTo>
                    <a:pt x="0" y="2244724"/>
                  </a:lnTo>
                  <a:lnTo>
                    <a:pt x="3744" y="2263257"/>
                  </a:lnTo>
                  <a:lnTo>
                    <a:pt x="13954" y="2278395"/>
                  </a:lnTo>
                  <a:lnTo>
                    <a:pt x="29092" y="2288605"/>
                  </a:lnTo>
                  <a:lnTo>
                    <a:pt x="47625" y="2292349"/>
                  </a:lnTo>
                  <a:lnTo>
                    <a:pt x="66157" y="2288605"/>
                  </a:lnTo>
                  <a:lnTo>
                    <a:pt x="81295" y="2278395"/>
                  </a:lnTo>
                  <a:lnTo>
                    <a:pt x="91505" y="2263257"/>
                  </a:lnTo>
                  <a:lnTo>
                    <a:pt x="95250" y="2244724"/>
                  </a:lnTo>
                  <a:lnTo>
                    <a:pt x="31750" y="2244724"/>
                  </a:lnTo>
                  <a:lnTo>
                    <a:pt x="31750" y="2200307"/>
                  </a:lnTo>
                  <a:close/>
                </a:path>
                <a:path w="95250" h="2292350">
                  <a:moveTo>
                    <a:pt x="47625" y="2197099"/>
                  </a:moveTo>
                  <a:lnTo>
                    <a:pt x="31750" y="2200307"/>
                  </a:lnTo>
                  <a:lnTo>
                    <a:pt x="31750" y="2244724"/>
                  </a:lnTo>
                  <a:lnTo>
                    <a:pt x="63500" y="2244724"/>
                  </a:lnTo>
                  <a:lnTo>
                    <a:pt x="63500" y="2200307"/>
                  </a:lnTo>
                  <a:lnTo>
                    <a:pt x="47625" y="2197099"/>
                  </a:lnTo>
                  <a:close/>
                </a:path>
                <a:path w="95250" h="2292350">
                  <a:moveTo>
                    <a:pt x="63500" y="2200307"/>
                  </a:moveTo>
                  <a:lnTo>
                    <a:pt x="63500" y="2244724"/>
                  </a:lnTo>
                  <a:lnTo>
                    <a:pt x="95250" y="2244724"/>
                  </a:lnTo>
                  <a:lnTo>
                    <a:pt x="91505" y="2226192"/>
                  </a:lnTo>
                  <a:lnTo>
                    <a:pt x="81295" y="2211054"/>
                  </a:lnTo>
                  <a:lnTo>
                    <a:pt x="66157" y="2200844"/>
                  </a:lnTo>
                  <a:lnTo>
                    <a:pt x="63500" y="2200307"/>
                  </a:lnTo>
                  <a:close/>
                </a:path>
                <a:path w="95250" h="2292350">
                  <a:moveTo>
                    <a:pt x="63500" y="0"/>
                  </a:moveTo>
                  <a:lnTo>
                    <a:pt x="31750" y="0"/>
                  </a:lnTo>
                  <a:lnTo>
                    <a:pt x="31750" y="2200307"/>
                  </a:lnTo>
                  <a:lnTo>
                    <a:pt x="47625" y="2197099"/>
                  </a:lnTo>
                  <a:lnTo>
                    <a:pt x="63500" y="2197099"/>
                  </a:lnTo>
                  <a:lnTo>
                    <a:pt x="63500" y="0"/>
                  </a:lnTo>
                  <a:close/>
                </a:path>
                <a:path w="95250" h="2292350">
                  <a:moveTo>
                    <a:pt x="63500" y="2197099"/>
                  </a:moveTo>
                  <a:lnTo>
                    <a:pt x="47625" y="2197099"/>
                  </a:lnTo>
                  <a:lnTo>
                    <a:pt x="63500" y="2200307"/>
                  </a:lnTo>
                  <a:lnTo>
                    <a:pt x="63500" y="2197099"/>
                  </a:lnTo>
                  <a:close/>
                </a:path>
              </a:pathLst>
            </a:custGeom>
            <a:solidFill>
              <a:srgbClr val="964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0819" y="3299769"/>
            <a:ext cx="390525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184" y="1089660"/>
            <a:ext cx="11824335" cy="5572760"/>
            <a:chOff x="152184" y="1089660"/>
            <a:chExt cx="11824335" cy="55727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3623310"/>
              <a:ext cx="2842260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953510"/>
              <a:ext cx="1351280" cy="1949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84" y="3610610"/>
              <a:ext cx="609815" cy="27508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7479" y="3610609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Times New Roman"/>
              <a:cs typeface="Times New Roman"/>
            </a:endParaRPr>
          </a:p>
          <a:p>
            <a:pPr marL="691515" marR="1689100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</a:rPr>
              <a:t>Programação </a:t>
            </a:r>
            <a:r>
              <a:rPr sz="3600" spc="-165" dirty="0">
                <a:solidFill>
                  <a:srgbClr val="FFFFFF"/>
                </a:solidFill>
              </a:rPr>
              <a:t>Em</a:t>
            </a:r>
            <a:r>
              <a:rPr sz="3600" spc="-10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Python</a:t>
            </a:r>
            <a:endParaRPr sz="3600"/>
          </a:p>
        </p:txBody>
      </p:sp>
      <p:grpSp>
        <p:nvGrpSpPr>
          <p:cNvPr id="17" name="object 17"/>
          <p:cNvGrpSpPr/>
          <p:nvPr/>
        </p:nvGrpSpPr>
        <p:grpSpPr>
          <a:xfrm>
            <a:off x="1932939" y="212090"/>
            <a:ext cx="9384030" cy="5815330"/>
            <a:chOff x="1932939" y="212090"/>
            <a:chExt cx="9384030" cy="581533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47539" y="212090"/>
              <a:ext cx="6869429" cy="51130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32939" y="5198110"/>
              <a:ext cx="829310" cy="82930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058284" y="5445442"/>
            <a:ext cx="76250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7E7E7E"/>
                </a:solidFill>
                <a:latin typeface="Trebuchet MS"/>
                <a:cs typeface="Trebuchet MS"/>
              </a:rPr>
              <a:t>Professor,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neste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7E7E7E"/>
                </a:solidFill>
                <a:latin typeface="Trebuchet MS"/>
                <a:cs typeface="Trebuchet MS"/>
              </a:rPr>
              <a:t>momento,</a:t>
            </a:r>
            <a:r>
              <a:rPr sz="1800" spc="-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7E7E7E"/>
                </a:solidFill>
                <a:latin typeface="Trebuchet MS"/>
                <a:cs typeface="Trebuchet MS"/>
              </a:rPr>
              <a:t>oriente</a:t>
            </a:r>
            <a:r>
              <a:rPr sz="1800" spc="-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aluno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sobre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como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salvar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7E7E7E"/>
                </a:solidFill>
                <a:latin typeface="Trebuchet MS"/>
                <a:cs typeface="Trebuchet MS"/>
              </a:rPr>
              <a:t>script</a:t>
            </a:r>
            <a:r>
              <a:rPr sz="1800" spc="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7E7E7E"/>
                </a:solidFill>
                <a:latin typeface="Trebuchet MS"/>
                <a:cs typeface="Trebuchet MS"/>
              </a:rPr>
              <a:t>executá-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lo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no</a:t>
            </a:r>
            <a:r>
              <a:rPr sz="1800" spc="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terminal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VSCode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ou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sistema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7E7E7E"/>
                </a:solidFill>
                <a:latin typeface="Trebuchet MS"/>
                <a:cs typeface="Trebuchet MS"/>
              </a:rPr>
              <a:t>operacional.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Explique</a:t>
            </a:r>
            <a:r>
              <a:rPr sz="1800" spc="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6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7E7E7E"/>
                </a:solidFill>
                <a:latin typeface="Trebuchet MS"/>
                <a:cs typeface="Trebuchet MS"/>
              </a:rPr>
              <a:t>procedimento </a:t>
            </a:r>
            <a:r>
              <a:rPr sz="1800" spc="-125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execução</a:t>
            </a:r>
            <a:r>
              <a:rPr sz="1800" spc="-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Python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7E7E7E"/>
                </a:solidFill>
                <a:latin typeface="Trebuchet MS"/>
                <a:cs typeface="Trebuchet MS"/>
              </a:rPr>
              <a:t>via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linha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7E7E7E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comando.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8119" y="3270884"/>
            <a:ext cx="415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184" y="1089660"/>
            <a:ext cx="11824335" cy="5572760"/>
            <a:chOff x="152184" y="1089660"/>
            <a:chExt cx="11824335" cy="55727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999" y="1129030"/>
              <a:ext cx="57023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3623310"/>
              <a:ext cx="2842260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953510"/>
              <a:ext cx="1351280" cy="1949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84" y="3610610"/>
              <a:ext cx="609815" cy="27508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57479" y="3610609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Times New Roman"/>
              <a:cs typeface="Times New Roman"/>
            </a:endParaRPr>
          </a:p>
          <a:p>
            <a:pPr marL="691515" marR="1689100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57225" y="1948179"/>
            <a:ext cx="2453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</a:pPr>
            <a:r>
              <a:rPr sz="3600" spc="-175" dirty="0">
                <a:solidFill>
                  <a:srgbClr val="FFFFFF"/>
                </a:solidFill>
              </a:rPr>
              <a:t>Programação </a:t>
            </a:r>
            <a:r>
              <a:rPr sz="3600" spc="-165" dirty="0">
                <a:solidFill>
                  <a:srgbClr val="FFFFFF"/>
                </a:solidFill>
              </a:rPr>
              <a:t>Em</a:t>
            </a:r>
            <a:r>
              <a:rPr sz="3600" spc="-10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Python</a:t>
            </a:r>
            <a:endParaRPr sz="3600"/>
          </a:p>
        </p:txBody>
      </p:sp>
      <p:sp>
        <p:nvSpPr>
          <p:cNvPr id="17" name="object 17"/>
          <p:cNvSpPr txBox="1"/>
          <p:nvPr/>
        </p:nvSpPr>
        <p:spPr>
          <a:xfrm>
            <a:off x="4058284" y="5445442"/>
            <a:ext cx="7624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Professor,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neste</a:t>
            </a:r>
            <a:r>
              <a:rPr sz="1800" spc="1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momento,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destaque</a:t>
            </a:r>
            <a:r>
              <a:rPr sz="1800" spc="1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aluno</a:t>
            </a:r>
            <a:r>
              <a:rPr sz="1800" spc="114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r>
              <a:rPr sz="1800" spc="1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importância</a:t>
            </a:r>
            <a:r>
              <a:rPr sz="1800" spc="114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de</a:t>
            </a:r>
            <a:r>
              <a:rPr sz="1800" spc="12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converter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8284" y="5719762"/>
            <a:ext cx="76238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015" algn="l"/>
                <a:tab pos="1251585" algn="l"/>
                <a:tab pos="2229485" algn="l"/>
                <a:tab pos="3321050" algn="l"/>
                <a:tab pos="3841750" algn="l"/>
                <a:tab pos="4329430" algn="l"/>
                <a:tab pos="4639310" algn="l"/>
                <a:tab pos="5318760" algn="l"/>
                <a:tab pos="5758180" algn="l"/>
                <a:tab pos="6630670" algn="l"/>
              </a:tabLst>
            </a:pP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dados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nas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variáveis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utilizando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7E7E7E"/>
                </a:solidFill>
                <a:latin typeface="Trebuchet MS"/>
                <a:cs typeface="Trebuchet MS"/>
              </a:rPr>
              <a:t>str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,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b="1" spc="-25" dirty="0">
                <a:solidFill>
                  <a:srgbClr val="7E7E7E"/>
                </a:solidFill>
                <a:latin typeface="Trebuchet MS"/>
                <a:cs typeface="Trebuchet MS"/>
              </a:rPr>
              <a:t>int</a:t>
            </a:r>
            <a:r>
              <a:rPr sz="1800" b="1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b="1" spc="-10" dirty="0">
                <a:solidFill>
                  <a:srgbClr val="7E7E7E"/>
                </a:solidFill>
                <a:latin typeface="Trebuchet MS"/>
                <a:cs typeface="Trebuchet MS"/>
              </a:rPr>
              <a:t>float</a:t>
            </a:r>
            <a:r>
              <a:rPr sz="1800" b="1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no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Python,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garantindo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8284" y="5994082"/>
            <a:ext cx="518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7E7E7E"/>
                </a:solidFill>
                <a:latin typeface="Trebuchet MS"/>
                <a:cs typeface="Trebuchet MS"/>
              </a:rPr>
              <a:t>compatibilidade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precisão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nos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cálculos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manipulações.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2939" y="5198109"/>
            <a:ext cx="829310" cy="82930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06850" y="434340"/>
            <a:ext cx="796798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8429" y="1089660"/>
            <a:ext cx="11837670" cy="5572760"/>
            <a:chOff x="138429" y="1089660"/>
            <a:chExt cx="11837670" cy="5572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3623310"/>
              <a:ext cx="2842260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953510"/>
              <a:ext cx="1351280" cy="19494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84" y="3610610"/>
              <a:ext cx="609815" cy="27508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7479" y="3610610"/>
              <a:ext cx="3439160" cy="2763520"/>
            </a:xfrm>
            <a:custGeom>
              <a:avLst/>
              <a:gdLst/>
              <a:ahLst/>
              <a:cxnLst/>
              <a:rect l="l" t="t" r="r" b="b"/>
              <a:pathLst>
                <a:path w="3439160" h="2763520">
                  <a:moveTo>
                    <a:pt x="0" y="2763520"/>
                  </a:moveTo>
                  <a:lnTo>
                    <a:pt x="3439160" y="2763520"/>
                  </a:lnTo>
                  <a:lnTo>
                    <a:pt x="3439160" y="0"/>
                  </a:lnTo>
                  <a:lnTo>
                    <a:pt x="0" y="0"/>
                  </a:lnTo>
                  <a:lnTo>
                    <a:pt x="0" y="2763520"/>
                  </a:lnTo>
                  <a:close/>
                </a:path>
              </a:pathLst>
            </a:custGeom>
            <a:ln w="38100">
              <a:solidFill>
                <a:srgbClr val="F8E3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029" y="4182110"/>
              <a:ext cx="1859280" cy="17881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896733" y="3724402"/>
              <a:ext cx="739140" cy="15240"/>
            </a:xfrm>
            <a:custGeom>
              <a:avLst/>
              <a:gdLst/>
              <a:ahLst/>
              <a:cxnLst/>
              <a:rect l="l" t="t" r="r" b="b"/>
              <a:pathLst>
                <a:path w="739140" h="15239">
                  <a:moveTo>
                    <a:pt x="7391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39140" y="15240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9250" y="1948179"/>
            <a:ext cx="31127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9630" marR="5080" indent="-836930">
              <a:lnSpc>
                <a:spcPct val="100000"/>
              </a:lnSpc>
              <a:spcBef>
                <a:spcPts val="100"/>
              </a:spcBef>
            </a:pP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Contexto</a:t>
            </a:r>
            <a:r>
              <a:rPr sz="36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sobre: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Built-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ins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273803" y="569848"/>
            <a:ext cx="76250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solidFill>
                  <a:srgbClr val="000000"/>
                </a:solidFill>
              </a:rPr>
              <a:t>Built-</a:t>
            </a:r>
            <a:r>
              <a:rPr sz="2400" dirty="0">
                <a:solidFill>
                  <a:srgbClr val="000000"/>
                </a:solidFill>
              </a:rPr>
              <a:t>ins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spc="-155" dirty="0">
                <a:solidFill>
                  <a:srgbClr val="000000"/>
                </a:solidFill>
              </a:rPr>
              <a:t>referem-</a:t>
            </a:r>
            <a:r>
              <a:rPr sz="2400" dirty="0">
                <a:solidFill>
                  <a:srgbClr val="000000"/>
                </a:solidFill>
              </a:rPr>
              <a:t>se</a:t>
            </a:r>
            <a:r>
              <a:rPr sz="2400" spc="8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75" dirty="0">
                <a:solidFill>
                  <a:srgbClr val="000000"/>
                </a:solidFill>
              </a:rPr>
              <a:t> </a:t>
            </a:r>
            <a:r>
              <a:rPr sz="2400" spc="-125" dirty="0">
                <a:solidFill>
                  <a:srgbClr val="000000"/>
                </a:solidFill>
              </a:rPr>
              <a:t>funções,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spc="-60" dirty="0">
                <a:solidFill>
                  <a:srgbClr val="000000"/>
                </a:solidFill>
              </a:rPr>
              <a:t>classes</a:t>
            </a:r>
            <a:r>
              <a:rPr sz="2400" spc="8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e</a:t>
            </a:r>
            <a:r>
              <a:rPr sz="2400" spc="80" dirty="0">
                <a:solidFill>
                  <a:srgbClr val="000000"/>
                </a:solidFill>
              </a:rPr>
              <a:t> </a:t>
            </a:r>
            <a:r>
              <a:rPr sz="2400" spc="-40" dirty="0">
                <a:solidFill>
                  <a:srgbClr val="000000"/>
                </a:solidFill>
              </a:rPr>
              <a:t>objetos</a:t>
            </a:r>
            <a:r>
              <a:rPr sz="2400" spc="8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que</a:t>
            </a:r>
            <a:r>
              <a:rPr sz="2400" spc="80" dirty="0">
                <a:solidFill>
                  <a:srgbClr val="000000"/>
                </a:solidFill>
              </a:rPr>
              <a:t> </a:t>
            </a:r>
            <a:r>
              <a:rPr sz="2400" spc="-85" dirty="0">
                <a:solidFill>
                  <a:srgbClr val="000000"/>
                </a:solidFill>
              </a:rPr>
              <a:t>estão </a:t>
            </a:r>
            <a:r>
              <a:rPr sz="2400" spc="-110" dirty="0">
                <a:solidFill>
                  <a:srgbClr val="000000"/>
                </a:solidFill>
              </a:rPr>
              <a:t>disponíveis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de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forma </a:t>
            </a:r>
            <a:r>
              <a:rPr sz="2400" b="1" spc="-20" dirty="0">
                <a:solidFill>
                  <a:srgbClr val="000000"/>
                </a:solidFill>
                <a:latin typeface="Trebuchet MS"/>
                <a:cs typeface="Trebuchet MS"/>
              </a:rPr>
              <a:t>automática</a:t>
            </a:r>
            <a:r>
              <a:rPr sz="2400" spc="-20" dirty="0">
                <a:solidFill>
                  <a:srgbClr val="000000"/>
                </a:solidFill>
              </a:rPr>
              <a:t>,</a:t>
            </a:r>
            <a:r>
              <a:rPr sz="2400" spc="-160" dirty="0">
                <a:solidFill>
                  <a:srgbClr val="000000"/>
                </a:solidFill>
              </a:rPr>
              <a:t> </a:t>
            </a:r>
            <a:r>
              <a:rPr sz="2400" spc="-60" dirty="0">
                <a:solidFill>
                  <a:srgbClr val="000000"/>
                </a:solidFill>
              </a:rPr>
              <a:t>sem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80" dirty="0">
                <a:solidFill>
                  <a:srgbClr val="000000"/>
                </a:solidFill>
              </a:rPr>
              <a:t>que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190" dirty="0">
                <a:solidFill>
                  <a:srgbClr val="000000"/>
                </a:solidFill>
              </a:rPr>
              <a:t>seja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90" dirty="0">
                <a:solidFill>
                  <a:srgbClr val="000000"/>
                </a:solidFill>
              </a:rPr>
              <a:t>necessário </a:t>
            </a:r>
            <a:r>
              <a:rPr sz="2400" spc="-50" dirty="0">
                <a:solidFill>
                  <a:srgbClr val="000000"/>
                </a:solidFill>
              </a:rPr>
              <a:t>importar</a:t>
            </a:r>
            <a:r>
              <a:rPr sz="2400" spc="15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módulos</a:t>
            </a:r>
            <a:r>
              <a:rPr sz="2400" spc="175" dirty="0">
                <a:solidFill>
                  <a:srgbClr val="000000"/>
                </a:solidFill>
              </a:rPr>
              <a:t> </a:t>
            </a:r>
            <a:r>
              <a:rPr sz="2400" spc="-135" dirty="0">
                <a:solidFill>
                  <a:srgbClr val="000000"/>
                </a:solidFill>
              </a:rPr>
              <a:t>adicionais.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Eles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são</a:t>
            </a:r>
            <a:r>
              <a:rPr sz="2400" spc="180" dirty="0">
                <a:solidFill>
                  <a:srgbClr val="000000"/>
                </a:solidFill>
              </a:rPr>
              <a:t> </a:t>
            </a:r>
            <a:r>
              <a:rPr sz="2400" spc="-55" dirty="0">
                <a:solidFill>
                  <a:srgbClr val="000000"/>
                </a:solidFill>
              </a:rPr>
              <a:t>parte</a:t>
            </a:r>
            <a:r>
              <a:rPr sz="2400" spc="175" dirty="0">
                <a:solidFill>
                  <a:srgbClr val="000000"/>
                </a:solidFill>
              </a:rPr>
              <a:t> </a:t>
            </a:r>
            <a:r>
              <a:rPr sz="2400" spc="-110" dirty="0">
                <a:solidFill>
                  <a:srgbClr val="000000"/>
                </a:solidFill>
              </a:rPr>
              <a:t>integrante</a:t>
            </a:r>
            <a:r>
              <a:rPr sz="2400" spc="175" dirty="0">
                <a:solidFill>
                  <a:srgbClr val="000000"/>
                </a:solidFill>
              </a:rPr>
              <a:t> </a:t>
            </a:r>
            <a:r>
              <a:rPr sz="2400" spc="-60" dirty="0">
                <a:solidFill>
                  <a:srgbClr val="000000"/>
                </a:solidFill>
              </a:rPr>
              <a:t>da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38258" y="1667509"/>
            <a:ext cx="2462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5425" algn="l"/>
                <a:tab pos="2319020" algn="l"/>
              </a:tabLst>
            </a:pPr>
            <a:r>
              <a:rPr sz="2400" spc="-10" dirty="0">
                <a:latin typeface="Trebuchet MS"/>
                <a:cs typeface="Trebuchet MS"/>
              </a:rPr>
              <a:t>essenciais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para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90" dirty="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3803" y="1667509"/>
            <a:ext cx="489902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13840" algn="l"/>
                <a:tab pos="1949450" algn="l"/>
                <a:tab pos="3415029" algn="l"/>
              </a:tabLst>
            </a:pPr>
            <a:r>
              <a:rPr sz="2400" spc="-10" dirty="0">
                <a:latin typeface="Trebuchet MS"/>
                <a:cs typeface="Trebuchet MS"/>
              </a:rPr>
              <a:t>linguagem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fornecem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50" dirty="0">
                <a:latin typeface="Trebuchet MS"/>
                <a:cs typeface="Trebuchet MS"/>
              </a:rPr>
              <a:t>ferramentas </a:t>
            </a:r>
            <a:r>
              <a:rPr sz="2400" spc="-70" dirty="0">
                <a:latin typeface="Trebuchet MS"/>
                <a:cs typeface="Trebuchet MS"/>
              </a:rPr>
              <a:t>programação.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dirty="0">
                <a:latin typeface="Trebuchet MS"/>
                <a:cs typeface="Trebuchet MS"/>
              </a:rPr>
              <a:t>Disponibilidade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imediata: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3975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66700" algn="l"/>
              </a:tabLst>
            </a:pPr>
            <a:r>
              <a:rPr spc="-135" dirty="0"/>
              <a:t>Built-</a:t>
            </a:r>
            <a:r>
              <a:rPr dirty="0"/>
              <a:t>ins</a:t>
            </a:r>
            <a:r>
              <a:rPr spc="65" dirty="0"/>
              <a:t> </a:t>
            </a:r>
            <a:r>
              <a:rPr dirty="0"/>
              <a:t>estão</a:t>
            </a:r>
            <a:r>
              <a:rPr spc="95" dirty="0"/>
              <a:t> </a:t>
            </a:r>
            <a:r>
              <a:rPr spc="-10" dirty="0"/>
              <a:t>sempre</a:t>
            </a:r>
            <a:r>
              <a:rPr spc="95" dirty="0"/>
              <a:t> </a:t>
            </a:r>
            <a:r>
              <a:rPr spc="-60" dirty="0"/>
              <a:t>disponíveis</a:t>
            </a:r>
            <a:r>
              <a:rPr spc="95" dirty="0"/>
              <a:t> </a:t>
            </a:r>
            <a:r>
              <a:rPr dirty="0"/>
              <a:t>no</a:t>
            </a:r>
            <a:r>
              <a:rPr spc="95" dirty="0"/>
              <a:t> </a:t>
            </a:r>
            <a:r>
              <a:rPr spc="-150" dirty="0"/>
              <a:t>ambiente.</a:t>
            </a:r>
            <a:r>
              <a:rPr spc="-35" dirty="0"/>
              <a:t> </a:t>
            </a:r>
            <a:r>
              <a:rPr spc="-75" dirty="0"/>
              <a:t>Funções 	</a:t>
            </a:r>
            <a:r>
              <a:rPr dirty="0"/>
              <a:t>como</a:t>
            </a:r>
            <a:r>
              <a:rPr spc="-185" dirty="0"/>
              <a:t> </a:t>
            </a:r>
            <a:r>
              <a:rPr u="sng" spc="-150" dirty="0">
                <a:uFill>
                  <a:solidFill>
                    <a:srgbClr val="000000"/>
                  </a:solidFill>
                </a:uFill>
              </a:rPr>
              <a:t>print()</a:t>
            </a:r>
            <a:r>
              <a:rPr spc="-150" dirty="0"/>
              <a:t>,</a:t>
            </a:r>
            <a:r>
              <a:rPr spc="-30" dirty="0"/>
              <a:t> </a:t>
            </a:r>
            <a:r>
              <a:rPr u="sng" spc="-185" dirty="0">
                <a:uFill>
                  <a:solidFill>
                    <a:srgbClr val="000000"/>
                  </a:solidFill>
                </a:uFill>
              </a:rPr>
              <a:t>len()</a:t>
            </a:r>
            <a:r>
              <a:rPr spc="-185" dirty="0"/>
              <a:t>,</a:t>
            </a:r>
            <a:r>
              <a:rPr spc="5" dirty="0"/>
              <a:t> </a:t>
            </a:r>
            <a:r>
              <a:rPr u="sng" spc="-155" dirty="0">
                <a:uFill>
                  <a:solidFill>
                    <a:srgbClr val="000000"/>
                  </a:solidFill>
                </a:uFill>
              </a:rPr>
              <a:t>type</a:t>
            </a:r>
            <a:r>
              <a:rPr u="sng" spc="-170" dirty="0">
                <a:uFill>
                  <a:solidFill>
                    <a:srgbClr val="000000"/>
                  </a:solidFill>
                </a:uFill>
              </a:rPr>
              <a:t>(</a:t>
            </a:r>
            <a:r>
              <a:rPr u="sng" spc="-155" dirty="0">
                <a:uFill>
                  <a:solidFill>
                    <a:srgbClr val="000000"/>
                  </a:solidFill>
                </a:uFill>
              </a:rPr>
              <a:t>)</a:t>
            </a:r>
            <a:r>
              <a:rPr spc="30" dirty="0"/>
              <a:t>,</a:t>
            </a:r>
            <a:r>
              <a:rPr sz="2700" spc="-839" baseline="46296" dirty="0">
                <a:solidFill>
                  <a:srgbClr val="FFFFFF"/>
                </a:solidFill>
              </a:rPr>
              <a:t>E</a:t>
            </a:r>
            <a:r>
              <a:rPr sz="2400" spc="-495" dirty="0"/>
              <a:t>f</a:t>
            </a:r>
            <a:r>
              <a:rPr sz="2700" spc="-1477" baseline="46296" dirty="0">
                <a:solidFill>
                  <a:srgbClr val="FFFFFF"/>
                </a:solidFill>
              </a:rPr>
              <a:t>X</a:t>
            </a:r>
            <a:r>
              <a:rPr sz="2400" spc="-155" dirty="0"/>
              <a:t>l</a:t>
            </a:r>
            <a:r>
              <a:rPr sz="2400" spc="-944" dirty="0"/>
              <a:t>o</a:t>
            </a:r>
            <a:r>
              <a:rPr sz="2700" spc="-412" baseline="46296" dirty="0">
                <a:solidFill>
                  <a:srgbClr val="FFFFFF"/>
                </a:solidFill>
              </a:rPr>
              <a:t>E</a:t>
            </a:r>
            <a:r>
              <a:rPr sz="2400" spc="-155" dirty="0"/>
              <a:t>a</a:t>
            </a:r>
            <a:r>
              <a:rPr sz="2400" spc="-165" dirty="0"/>
              <a:t>t</a:t>
            </a:r>
            <a:r>
              <a:rPr sz="2400" spc="-155" dirty="0"/>
              <a:t>(),</a:t>
            </a:r>
            <a:r>
              <a:rPr sz="2400" spc="100" dirty="0"/>
              <a:t> </a:t>
            </a:r>
            <a:r>
              <a:rPr sz="2400" spc="-70" dirty="0"/>
              <a:t>entre</a:t>
            </a:r>
            <a:r>
              <a:rPr sz="2400" dirty="0"/>
              <a:t> </a:t>
            </a:r>
            <a:r>
              <a:rPr sz="2400" spc="-125" dirty="0"/>
              <a:t>outras,</a:t>
            </a:r>
            <a:r>
              <a:rPr sz="2400" spc="-55" dirty="0"/>
              <a:t> </a:t>
            </a:r>
            <a:r>
              <a:rPr sz="2400" spc="-40" dirty="0"/>
              <a:t>podem</a:t>
            </a:r>
            <a:r>
              <a:rPr sz="2400" spc="120" dirty="0"/>
              <a:t> </a:t>
            </a:r>
            <a:r>
              <a:rPr sz="2400" spc="-25" dirty="0"/>
              <a:t>ser 	</a:t>
            </a:r>
            <a:r>
              <a:rPr sz="2400" spc="-170" dirty="0"/>
              <a:t>utilizadas</a:t>
            </a:r>
            <a:r>
              <a:rPr sz="2400" spc="30" dirty="0"/>
              <a:t> </a:t>
            </a:r>
            <a:r>
              <a:rPr sz="2400" spc="-85" dirty="0"/>
              <a:t>diretamente.</a:t>
            </a:r>
            <a:endParaRPr sz="2400"/>
          </a:p>
          <a:p>
            <a:pPr marL="38100" algn="just">
              <a:lnSpc>
                <a:spcPct val="100000"/>
              </a:lnSpc>
              <a:spcBef>
                <a:spcPts val="1005"/>
              </a:spcBef>
            </a:pPr>
            <a:r>
              <a:rPr b="1" spc="-20" dirty="0">
                <a:latin typeface="Trebuchet MS"/>
                <a:cs typeface="Trebuchet MS"/>
              </a:rPr>
              <a:t>Facilitadores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do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desenvolvimento:</a:t>
            </a:r>
          </a:p>
          <a:p>
            <a:pPr marL="265430" marR="56515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66700" algn="l"/>
              </a:tabLst>
            </a:pPr>
            <a:r>
              <a:rPr dirty="0"/>
              <a:t>Por</a:t>
            </a:r>
            <a:r>
              <a:rPr spc="-185" dirty="0"/>
              <a:t> </a:t>
            </a:r>
            <a:r>
              <a:rPr spc="-140" dirty="0"/>
              <a:t>oferecerem</a:t>
            </a:r>
            <a:r>
              <a:rPr spc="10" dirty="0"/>
              <a:t> </a:t>
            </a:r>
            <a:r>
              <a:rPr spc="-160" dirty="0"/>
              <a:t>funcionalidades</a:t>
            </a:r>
            <a:r>
              <a:rPr spc="25" dirty="0"/>
              <a:t> </a:t>
            </a:r>
            <a:r>
              <a:rPr spc="-180" dirty="0"/>
              <a:t>comuns,</a:t>
            </a:r>
            <a:r>
              <a:rPr dirty="0"/>
              <a:t> </a:t>
            </a:r>
            <a:r>
              <a:rPr spc="-160" dirty="0"/>
              <a:t>eles</a:t>
            </a:r>
            <a:r>
              <a:rPr spc="30" dirty="0"/>
              <a:t> </a:t>
            </a:r>
            <a:r>
              <a:rPr spc="-140" dirty="0"/>
              <a:t>permitem</a:t>
            </a:r>
            <a:r>
              <a:rPr spc="25" dirty="0"/>
              <a:t> </a:t>
            </a:r>
            <a:r>
              <a:rPr spc="-35" dirty="0"/>
              <a:t>que 	</a:t>
            </a:r>
            <a:r>
              <a:rPr dirty="0"/>
              <a:t>o</a:t>
            </a:r>
            <a:r>
              <a:rPr spc="-185" dirty="0"/>
              <a:t> </a:t>
            </a:r>
            <a:r>
              <a:rPr spc="-75" dirty="0"/>
              <a:t>programador</a:t>
            </a:r>
            <a:r>
              <a:rPr spc="-15" dirty="0"/>
              <a:t> </a:t>
            </a:r>
            <a:r>
              <a:rPr spc="-100" dirty="0"/>
              <a:t>foque</a:t>
            </a:r>
            <a:r>
              <a:rPr dirty="0"/>
              <a:t> </a:t>
            </a:r>
            <a:r>
              <a:rPr spc="-30" dirty="0"/>
              <a:t>na</a:t>
            </a:r>
            <a:r>
              <a:rPr spc="-15" dirty="0"/>
              <a:t> </a:t>
            </a:r>
            <a:r>
              <a:rPr spc="-114" dirty="0"/>
              <a:t>lógica</a:t>
            </a:r>
            <a:r>
              <a:rPr spc="-10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170" dirty="0"/>
              <a:t>problema,</a:t>
            </a:r>
            <a:r>
              <a:rPr spc="-15" dirty="0"/>
              <a:t> </a:t>
            </a:r>
            <a:r>
              <a:rPr spc="-10" dirty="0"/>
              <a:t>sem</a:t>
            </a:r>
            <a:r>
              <a:rPr spc="-5" dirty="0"/>
              <a:t> </a:t>
            </a:r>
            <a:r>
              <a:rPr spc="-85" dirty="0"/>
              <a:t>precisar 	</a:t>
            </a:r>
            <a:r>
              <a:rPr spc="-130" dirty="0"/>
              <a:t>implementar</a:t>
            </a:r>
            <a:r>
              <a:rPr spc="-2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dirty="0"/>
              <a:t>zero</a:t>
            </a:r>
            <a:r>
              <a:rPr spc="-30" dirty="0"/>
              <a:t> </a:t>
            </a:r>
            <a:r>
              <a:rPr spc="-55" dirty="0"/>
              <a:t>operações</a:t>
            </a:r>
            <a:r>
              <a:rPr spc="-35" dirty="0"/>
              <a:t> </a:t>
            </a:r>
            <a:r>
              <a:rPr spc="-114" dirty="0"/>
              <a:t>básicas</a:t>
            </a:r>
            <a:r>
              <a:rPr spc="-30" dirty="0"/>
              <a:t> </a:t>
            </a:r>
            <a:r>
              <a:rPr dirty="0"/>
              <a:t>como</a:t>
            </a:r>
            <a:r>
              <a:rPr spc="-35" dirty="0"/>
              <a:t> </a:t>
            </a:r>
            <a:r>
              <a:rPr spc="-70" dirty="0"/>
              <a:t>conversões 	</a:t>
            </a:r>
            <a:r>
              <a:rPr spc="-155" dirty="0"/>
              <a:t>de</a:t>
            </a:r>
            <a:r>
              <a:rPr spc="10" dirty="0"/>
              <a:t> </a:t>
            </a:r>
            <a:r>
              <a:rPr spc="-180" dirty="0"/>
              <a:t>tipo,</a:t>
            </a:r>
            <a:r>
              <a:rPr spc="-270" dirty="0"/>
              <a:t> </a:t>
            </a:r>
            <a:r>
              <a:rPr spc="-165" dirty="0"/>
              <a:t>manipulação</a:t>
            </a:r>
            <a:r>
              <a:rPr spc="10" dirty="0"/>
              <a:t> </a:t>
            </a:r>
            <a:r>
              <a:rPr spc="-155" dirty="0"/>
              <a:t>de</a:t>
            </a:r>
            <a:r>
              <a:rPr dirty="0"/>
              <a:t> </a:t>
            </a:r>
            <a:r>
              <a:rPr spc="-140" dirty="0"/>
              <a:t>coleções,</a:t>
            </a:r>
            <a:r>
              <a:rPr spc="-254" dirty="0"/>
              <a:t> </a:t>
            </a:r>
            <a:r>
              <a:rPr spc="-135" dirty="0"/>
              <a:t>cálculos</a:t>
            </a:r>
            <a:r>
              <a:rPr dirty="0"/>
              <a:t> </a:t>
            </a:r>
            <a:r>
              <a:rPr spc="-175" dirty="0"/>
              <a:t>matemáticos,</a:t>
            </a:r>
            <a:r>
              <a:rPr spc="-250" dirty="0"/>
              <a:t> </a:t>
            </a:r>
            <a:r>
              <a:rPr spc="-125" dirty="0"/>
              <a:t>etc.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0819" y="3299769"/>
            <a:ext cx="390525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4" name="object 4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8429" y="1089660"/>
            <a:ext cx="11837670" cy="5678170"/>
            <a:chOff x="138429" y="1089660"/>
            <a:chExt cx="11837670" cy="56781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3623310"/>
              <a:ext cx="2842260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953510"/>
              <a:ext cx="1351280" cy="1949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84" y="3610610"/>
              <a:ext cx="609815" cy="27508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7479" y="3610610"/>
              <a:ext cx="3439160" cy="2763520"/>
            </a:xfrm>
            <a:custGeom>
              <a:avLst/>
              <a:gdLst/>
              <a:ahLst/>
              <a:cxnLst/>
              <a:rect l="l" t="t" r="r" b="b"/>
              <a:pathLst>
                <a:path w="3439160" h="2763520">
                  <a:moveTo>
                    <a:pt x="0" y="2763520"/>
                  </a:moveTo>
                  <a:lnTo>
                    <a:pt x="3439160" y="2763520"/>
                  </a:lnTo>
                  <a:lnTo>
                    <a:pt x="3439160" y="0"/>
                  </a:lnTo>
                  <a:lnTo>
                    <a:pt x="0" y="0"/>
                  </a:lnTo>
                  <a:lnTo>
                    <a:pt x="0" y="2763520"/>
                  </a:lnTo>
                  <a:close/>
                </a:path>
              </a:pathLst>
            </a:custGeom>
            <a:ln w="38100">
              <a:solidFill>
                <a:srgbClr val="F8E3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029" y="4182110"/>
              <a:ext cx="1859280" cy="1788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4979" y="1545588"/>
              <a:ext cx="4310380" cy="522223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9250" y="1948179"/>
            <a:ext cx="31127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9630" marR="5080" indent="-836930">
              <a:lnSpc>
                <a:spcPct val="100000"/>
              </a:lnSpc>
              <a:spcBef>
                <a:spcPts val="100"/>
              </a:spcBef>
            </a:pP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Contexto</a:t>
            </a:r>
            <a:r>
              <a:rPr sz="36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sobre: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Built-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ins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273803" y="442848"/>
            <a:ext cx="6897370" cy="1010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00"/>
              </a:spcBef>
            </a:pPr>
            <a:r>
              <a:rPr sz="2400" spc="-135" dirty="0">
                <a:solidFill>
                  <a:srgbClr val="000000"/>
                </a:solidFill>
              </a:rPr>
              <a:t>Site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70" dirty="0">
                <a:solidFill>
                  <a:srgbClr val="000000"/>
                </a:solidFill>
              </a:rPr>
              <a:t>sobre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155" dirty="0">
                <a:solidFill>
                  <a:srgbClr val="000000"/>
                </a:solidFill>
              </a:rPr>
              <a:t>as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60" dirty="0">
                <a:solidFill>
                  <a:srgbClr val="000000"/>
                </a:solidFill>
              </a:rPr>
              <a:t>funcionalidades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135" dirty="0">
                <a:solidFill>
                  <a:srgbClr val="000000"/>
                </a:solidFill>
              </a:rPr>
              <a:t>Built-</a:t>
            </a:r>
            <a:r>
              <a:rPr sz="2400" spc="-20" dirty="0">
                <a:solidFill>
                  <a:srgbClr val="000000"/>
                </a:solidFill>
              </a:rPr>
              <a:t>ins: </a:t>
            </a:r>
            <a:r>
              <a:rPr sz="2400" u="sng" spc="-19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11"/>
              </a:rPr>
              <a:t>https://docs.python.org/pt-</a:t>
            </a:r>
            <a:r>
              <a:rPr sz="2400" u="sng" spc="-18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11"/>
              </a:rPr>
              <a:t>br/3.13/library/functions.html</a:t>
            </a:r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8781415" y="5131816"/>
            <a:ext cx="934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Professor,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72726" y="5131816"/>
            <a:ext cx="1965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  <a:tab pos="1218565" algn="l"/>
              </a:tabLst>
            </a:pPr>
            <a:r>
              <a:rPr sz="1800" spc="-114" dirty="0">
                <a:solidFill>
                  <a:srgbClr val="7E7E7E"/>
                </a:solidFill>
                <a:latin typeface="Trebuchet MS"/>
                <a:cs typeface="Trebuchet MS"/>
              </a:rPr>
              <a:t>sinta-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se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à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	</a:t>
            </a:r>
            <a:r>
              <a:rPr sz="1800" spc="-100" dirty="0">
                <a:solidFill>
                  <a:srgbClr val="7E7E7E"/>
                </a:solidFill>
                <a:latin typeface="Trebuchet MS"/>
                <a:cs typeface="Trebuchet MS"/>
              </a:rPr>
              <a:t>vontade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1415" y="5406072"/>
            <a:ext cx="30568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explorar</a:t>
            </a:r>
            <a:r>
              <a:rPr sz="1800" spc="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os</a:t>
            </a:r>
            <a:r>
              <a:rPr sz="1800" spc="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conceitos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das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funções</a:t>
            </a:r>
            <a:r>
              <a:rPr sz="1800" spc="4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7E7E7E"/>
                </a:solidFill>
                <a:latin typeface="Trebuchet MS"/>
                <a:cs typeface="Trebuchet MS"/>
              </a:rPr>
              <a:t>built-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in</a:t>
            </a:r>
            <a:r>
              <a:rPr sz="1800" spc="459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do</a:t>
            </a:r>
            <a:r>
              <a:rPr sz="1800" spc="4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Python</a:t>
            </a:r>
            <a:r>
              <a:rPr sz="1800" spc="4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e </a:t>
            </a:r>
            <a:r>
              <a:rPr sz="1800" spc="-65" dirty="0">
                <a:solidFill>
                  <a:srgbClr val="7E7E7E"/>
                </a:solidFill>
                <a:latin typeface="Trebuchet MS"/>
                <a:cs typeface="Trebuchet MS"/>
              </a:rPr>
              <a:t>realizar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testes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práticos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em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sala </a:t>
            </a:r>
            <a:r>
              <a:rPr sz="1800" spc="-114" dirty="0">
                <a:solidFill>
                  <a:srgbClr val="7E7E7E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aula.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32025" y="965835"/>
              <a:ext cx="7729220" cy="1188720"/>
            </a:xfrm>
            <a:custGeom>
              <a:avLst/>
              <a:gdLst/>
              <a:ahLst/>
              <a:cxnLst/>
              <a:rect l="l" t="t" r="r" b="b"/>
              <a:pathLst>
                <a:path w="7729220" h="1188720">
                  <a:moveTo>
                    <a:pt x="7729220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7729220" y="1188720"/>
                  </a:lnTo>
                  <a:lnTo>
                    <a:pt x="7729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2025" y="965835"/>
              <a:ext cx="7729220" cy="1188720"/>
            </a:xfrm>
            <a:custGeom>
              <a:avLst/>
              <a:gdLst/>
              <a:ahLst/>
              <a:cxnLst/>
              <a:rect l="l" t="t" r="r" b="b"/>
              <a:pathLst>
                <a:path w="7729220" h="1188720">
                  <a:moveTo>
                    <a:pt x="0" y="1188720"/>
                  </a:moveTo>
                  <a:lnTo>
                    <a:pt x="7729220" y="1188720"/>
                  </a:lnTo>
                  <a:lnTo>
                    <a:pt x="7729220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1679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EXERCÍCIOS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0779" y="2662237"/>
            <a:ext cx="603186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Converta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atividades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previamente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desenvolvidas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Portugol.</a:t>
            </a:r>
            <a:r>
              <a:rPr sz="18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Salve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cada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uma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sua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pasta,</a:t>
            </a:r>
            <a:r>
              <a:rPr sz="1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nomeando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os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arquivos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forma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adequada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não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esqueça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utilizar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extensão</a:t>
            </a:r>
            <a:r>
              <a:rPr sz="18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‘.py’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83830" y="1996439"/>
            <a:ext cx="4192270" cy="4665980"/>
            <a:chOff x="7783830" y="1996439"/>
            <a:chExt cx="4192270" cy="46659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3830" y="1996439"/>
              <a:ext cx="2904489" cy="28511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909" y="3568700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200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200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9625" y="443865"/>
            <a:ext cx="4494530" cy="113411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2200">
              <a:latin typeface="Times New Roman"/>
              <a:cs typeface="Times New Roman"/>
            </a:endParaRPr>
          </a:p>
          <a:p>
            <a:pPr marL="1261745">
              <a:lnSpc>
                <a:spcPct val="100000"/>
              </a:lnSpc>
            </a:pPr>
            <a:r>
              <a:rPr sz="2200" spc="195" dirty="0"/>
              <a:t>REFERÊNCIAS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6622668" y="829309"/>
            <a:ext cx="49199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668" y="1744230"/>
            <a:ext cx="491998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5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</a:t>
            </a:r>
            <a:r>
              <a:rPr sz="2000" spc="-1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5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 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791" y="2162301"/>
            <a:ext cx="506095" cy="154305"/>
            <a:chOff x="494791" y="2162301"/>
            <a:chExt cx="506095" cy="154305"/>
          </a:xfrm>
        </p:grpSpPr>
        <p:sp>
          <p:nvSpPr>
            <p:cNvPr id="9" name="object 9"/>
            <p:cNvSpPr/>
            <p:nvPr/>
          </p:nvSpPr>
          <p:spPr>
            <a:xfrm>
              <a:off x="499871" y="2167381"/>
              <a:ext cx="495934" cy="144145"/>
            </a:xfrm>
            <a:custGeom>
              <a:avLst/>
              <a:gdLst/>
              <a:ahLst/>
              <a:cxnLst/>
              <a:rect l="l" t="t" r="r" b="b"/>
              <a:pathLst>
                <a:path w="495934" h="144144">
                  <a:moveTo>
                    <a:pt x="487070" y="99948"/>
                  </a:moveTo>
                  <a:lnTo>
                    <a:pt x="480644" y="99948"/>
                  </a:lnTo>
                  <a:lnTo>
                    <a:pt x="478142" y="101091"/>
                  </a:lnTo>
                  <a:lnTo>
                    <a:pt x="473913" y="105663"/>
                  </a:lnTo>
                  <a:lnTo>
                    <a:pt x="472859" y="108330"/>
                  </a:lnTo>
                  <a:lnTo>
                    <a:pt x="472859" y="117220"/>
                  </a:lnTo>
                  <a:lnTo>
                    <a:pt x="475932" y="121030"/>
                  </a:lnTo>
                  <a:lnTo>
                    <a:pt x="482504" y="122935"/>
                  </a:lnTo>
                  <a:lnTo>
                    <a:pt x="482061" y="122935"/>
                  </a:lnTo>
                  <a:lnTo>
                    <a:pt x="474764" y="140588"/>
                  </a:lnTo>
                  <a:lnTo>
                    <a:pt x="474764" y="143890"/>
                  </a:lnTo>
                  <a:lnTo>
                    <a:pt x="481253" y="141858"/>
                  </a:lnTo>
                  <a:lnTo>
                    <a:pt x="486346" y="138302"/>
                  </a:lnTo>
                  <a:lnTo>
                    <a:pt x="493750" y="128650"/>
                  </a:lnTo>
                  <a:lnTo>
                    <a:pt x="495604" y="122935"/>
                  </a:lnTo>
                  <a:lnTo>
                    <a:pt x="495604" y="111759"/>
                  </a:lnTo>
                  <a:lnTo>
                    <a:pt x="494474" y="107695"/>
                  </a:lnTo>
                  <a:lnTo>
                    <a:pt x="492213" y="104647"/>
                  </a:lnTo>
                  <a:lnTo>
                    <a:pt x="489966" y="101472"/>
                  </a:lnTo>
                  <a:lnTo>
                    <a:pt x="487070" y="99948"/>
                  </a:lnTo>
                  <a:close/>
                </a:path>
                <a:path w="495934" h="144144">
                  <a:moveTo>
                    <a:pt x="64300" y="888"/>
                  </a:moveTo>
                  <a:lnTo>
                    <a:pt x="52095" y="888"/>
                  </a:lnTo>
                  <a:lnTo>
                    <a:pt x="0" y="122808"/>
                  </a:lnTo>
                  <a:lnTo>
                    <a:pt x="17843" y="122808"/>
                  </a:lnTo>
                  <a:lnTo>
                    <a:pt x="32994" y="86867"/>
                  </a:lnTo>
                  <a:lnTo>
                    <a:pt x="102641" y="86867"/>
                  </a:lnTo>
                  <a:lnTo>
                    <a:pt x="95732" y="71373"/>
                  </a:lnTo>
                  <a:lnTo>
                    <a:pt x="39890" y="71373"/>
                  </a:lnTo>
                  <a:lnTo>
                    <a:pt x="58039" y="27558"/>
                  </a:lnTo>
                  <a:lnTo>
                    <a:pt x="76193" y="27558"/>
                  </a:lnTo>
                  <a:lnTo>
                    <a:pt x="64300" y="888"/>
                  </a:lnTo>
                  <a:close/>
                </a:path>
                <a:path w="495934" h="144144">
                  <a:moveTo>
                    <a:pt x="102641" y="86867"/>
                  </a:moveTo>
                  <a:lnTo>
                    <a:pt x="84734" y="86867"/>
                  </a:lnTo>
                  <a:lnTo>
                    <a:pt x="100901" y="122808"/>
                  </a:lnTo>
                  <a:lnTo>
                    <a:pt x="118668" y="122808"/>
                  </a:lnTo>
                  <a:lnTo>
                    <a:pt x="102641" y="86867"/>
                  </a:lnTo>
                  <a:close/>
                </a:path>
                <a:path w="495934" h="144144">
                  <a:moveTo>
                    <a:pt x="76193" y="27558"/>
                  </a:moveTo>
                  <a:lnTo>
                    <a:pt x="58039" y="27558"/>
                  </a:lnTo>
                  <a:lnTo>
                    <a:pt x="77597" y="71373"/>
                  </a:lnTo>
                  <a:lnTo>
                    <a:pt x="95732" y="71373"/>
                  </a:lnTo>
                  <a:lnTo>
                    <a:pt x="76193" y="27558"/>
                  </a:lnTo>
                  <a:close/>
                </a:path>
                <a:path w="495934" h="144144">
                  <a:moveTo>
                    <a:pt x="378040" y="1523"/>
                  </a:moveTo>
                  <a:lnTo>
                    <a:pt x="309270" y="1523"/>
                  </a:lnTo>
                  <a:lnTo>
                    <a:pt x="309270" y="122681"/>
                  </a:lnTo>
                  <a:lnTo>
                    <a:pt x="379679" y="122681"/>
                  </a:lnTo>
                  <a:lnTo>
                    <a:pt x="379679" y="107187"/>
                  </a:lnTo>
                  <a:lnTo>
                    <a:pt x="326644" y="107187"/>
                  </a:lnTo>
                  <a:lnTo>
                    <a:pt x="326644" y="69468"/>
                  </a:lnTo>
                  <a:lnTo>
                    <a:pt x="376300" y="69468"/>
                  </a:lnTo>
                  <a:lnTo>
                    <a:pt x="376300" y="53975"/>
                  </a:lnTo>
                  <a:lnTo>
                    <a:pt x="326644" y="53975"/>
                  </a:lnTo>
                  <a:lnTo>
                    <a:pt x="326644" y="17017"/>
                  </a:lnTo>
                  <a:lnTo>
                    <a:pt x="378040" y="17017"/>
                  </a:lnTo>
                  <a:lnTo>
                    <a:pt x="378040" y="1523"/>
                  </a:lnTo>
                  <a:close/>
                </a:path>
                <a:path w="495934" h="144144">
                  <a:moveTo>
                    <a:pt x="205435" y="1523"/>
                  </a:moveTo>
                  <a:lnTo>
                    <a:pt x="187959" y="1523"/>
                  </a:lnTo>
                  <a:lnTo>
                    <a:pt x="240220" y="123316"/>
                  </a:lnTo>
                  <a:lnTo>
                    <a:pt x="244157" y="123316"/>
                  </a:lnTo>
                  <a:lnTo>
                    <a:pt x="259558" y="86740"/>
                  </a:lnTo>
                  <a:lnTo>
                    <a:pt x="241909" y="86740"/>
                  </a:lnTo>
                  <a:lnTo>
                    <a:pt x="205435" y="1523"/>
                  </a:lnTo>
                  <a:close/>
                </a:path>
                <a:path w="495934" h="144144">
                  <a:moveTo>
                    <a:pt x="148844" y="1523"/>
                  </a:moveTo>
                  <a:lnTo>
                    <a:pt x="131470" y="1523"/>
                  </a:lnTo>
                  <a:lnTo>
                    <a:pt x="131470" y="122808"/>
                  </a:lnTo>
                  <a:lnTo>
                    <a:pt x="203441" y="122808"/>
                  </a:lnTo>
                  <a:lnTo>
                    <a:pt x="203441" y="107060"/>
                  </a:lnTo>
                  <a:lnTo>
                    <a:pt x="148844" y="107060"/>
                  </a:lnTo>
                  <a:lnTo>
                    <a:pt x="148844" y="1523"/>
                  </a:lnTo>
                  <a:close/>
                </a:path>
                <a:path w="495934" h="144144">
                  <a:moveTo>
                    <a:pt x="295440" y="1523"/>
                  </a:moveTo>
                  <a:lnTo>
                    <a:pt x="278142" y="1523"/>
                  </a:lnTo>
                  <a:lnTo>
                    <a:pt x="241909" y="86740"/>
                  </a:lnTo>
                  <a:lnTo>
                    <a:pt x="259558" y="86740"/>
                  </a:lnTo>
                  <a:lnTo>
                    <a:pt x="295440" y="1523"/>
                  </a:lnTo>
                  <a:close/>
                </a:path>
                <a:path w="495934" h="144144">
                  <a:moveTo>
                    <a:pt x="392620" y="91058"/>
                  </a:moveTo>
                  <a:lnTo>
                    <a:pt x="392620" y="113156"/>
                  </a:lnTo>
                  <a:lnTo>
                    <a:pt x="400202" y="117990"/>
                  </a:lnTo>
                  <a:lnTo>
                    <a:pt x="408184" y="121443"/>
                  </a:lnTo>
                  <a:lnTo>
                    <a:pt x="417048" y="123634"/>
                  </a:lnTo>
                  <a:lnTo>
                    <a:pt x="418080" y="123634"/>
                  </a:lnTo>
                  <a:lnTo>
                    <a:pt x="425348" y="124205"/>
                  </a:lnTo>
                  <a:lnTo>
                    <a:pt x="455669" y="108965"/>
                  </a:lnTo>
                  <a:lnTo>
                    <a:pt x="425170" y="108965"/>
                  </a:lnTo>
                  <a:lnTo>
                    <a:pt x="416205" y="107846"/>
                  </a:lnTo>
                  <a:lnTo>
                    <a:pt x="408029" y="104584"/>
                  </a:lnTo>
                  <a:lnTo>
                    <a:pt x="403374" y="101345"/>
                  </a:lnTo>
                  <a:lnTo>
                    <a:pt x="399928" y="98893"/>
                  </a:lnTo>
                  <a:lnTo>
                    <a:pt x="392620" y="91058"/>
                  </a:lnTo>
                  <a:close/>
                </a:path>
                <a:path w="495934" h="144144">
                  <a:moveTo>
                    <a:pt x="427863" y="0"/>
                  </a:moveTo>
                  <a:lnTo>
                    <a:pt x="392262" y="22225"/>
                  </a:lnTo>
                  <a:lnTo>
                    <a:pt x="392099" y="22693"/>
                  </a:lnTo>
                  <a:lnTo>
                    <a:pt x="392099" y="38607"/>
                  </a:lnTo>
                  <a:lnTo>
                    <a:pt x="393852" y="44195"/>
                  </a:lnTo>
                  <a:lnTo>
                    <a:pt x="397357" y="49021"/>
                  </a:lnTo>
                  <a:lnTo>
                    <a:pt x="400850" y="53975"/>
                  </a:lnTo>
                  <a:lnTo>
                    <a:pt x="406742" y="58927"/>
                  </a:lnTo>
                  <a:lnTo>
                    <a:pt x="428218" y="72008"/>
                  </a:lnTo>
                  <a:lnTo>
                    <a:pt x="435204" y="77033"/>
                  </a:lnTo>
                  <a:lnTo>
                    <a:pt x="440197" y="82200"/>
                  </a:lnTo>
                  <a:lnTo>
                    <a:pt x="443195" y="87510"/>
                  </a:lnTo>
                  <a:lnTo>
                    <a:pt x="444195" y="92963"/>
                  </a:lnTo>
                  <a:lnTo>
                    <a:pt x="444195" y="97535"/>
                  </a:lnTo>
                  <a:lnTo>
                    <a:pt x="442379" y="101345"/>
                  </a:lnTo>
                  <a:lnTo>
                    <a:pt x="435140" y="107441"/>
                  </a:lnTo>
                  <a:lnTo>
                    <a:pt x="430618" y="108965"/>
                  </a:lnTo>
                  <a:lnTo>
                    <a:pt x="455669" y="108965"/>
                  </a:lnTo>
                  <a:lnTo>
                    <a:pt x="458069" y="104584"/>
                  </a:lnTo>
                  <a:lnTo>
                    <a:pt x="459903" y="98345"/>
                  </a:lnTo>
                  <a:lnTo>
                    <a:pt x="460514" y="91439"/>
                  </a:lnTo>
                  <a:lnTo>
                    <a:pt x="459208" y="82200"/>
                  </a:lnTo>
                  <a:lnTo>
                    <a:pt x="459126" y="81625"/>
                  </a:lnTo>
                  <a:lnTo>
                    <a:pt x="425056" y="49783"/>
                  </a:lnTo>
                  <a:lnTo>
                    <a:pt x="419112" y="46354"/>
                  </a:lnTo>
                  <a:lnTo>
                    <a:pt x="414794" y="43052"/>
                  </a:lnTo>
                  <a:lnTo>
                    <a:pt x="409422" y="36702"/>
                  </a:lnTo>
                  <a:lnTo>
                    <a:pt x="408076" y="33273"/>
                  </a:lnTo>
                  <a:lnTo>
                    <a:pt x="408076" y="25526"/>
                  </a:lnTo>
                  <a:lnTo>
                    <a:pt x="409892" y="22225"/>
                  </a:lnTo>
                  <a:lnTo>
                    <a:pt x="417194" y="16890"/>
                  </a:lnTo>
                  <a:lnTo>
                    <a:pt x="421843" y="15620"/>
                  </a:lnTo>
                  <a:lnTo>
                    <a:pt x="455739" y="15620"/>
                  </a:lnTo>
                  <a:lnTo>
                    <a:pt x="455739" y="8508"/>
                  </a:lnTo>
                  <a:lnTo>
                    <a:pt x="449240" y="4768"/>
                  </a:lnTo>
                  <a:lnTo>
                    <a:pt x="442674" y="2206"/>
                  </a:lnTo>
                  <a:lnTo>
                    <a:pt x="442857" y="2206"/>
                  </a:lnTo>
                  <a:lnTo>
                    <a:pt x="435411" y="549"/>
                  </a:lnTo>
                  <a:lnTo>
                    <a:pt x="435641" y="549"/>
                  </a:lnTo>
                  <a:lnTo>
                    <a:pt x="427863" y="0"/>
                  </a:lnTo>
                  <a:close/>
                </a:path>
                <a:path w="495934" h="144144">
                  <a:moveTo>
                    <a:pt x="455739" y="15620"/>
                  </a:moveTo>
                  <a:lnTo>
                    <a:pt x="427520" y="15620"/>
                  </a:lnTo>
                  <a:lnTo>
                    <a:pt x="434949" y="16406"/>
                  </a:lnTo>
                  <a:lnTo>
                    <a:pt x="442129" y="18764"/>
                  </a:lnTo>
                  <a:lnTo>
                    <a:pt x="449060" y="22693"/>
                  </a:lnTo>
                  <a:lnTo>
                    <a:pt x="455739" y="28193"/>
                  </a:lnTo>
                  <a:lnTo>
                    <a:pt x="455739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791" y="2162301"/>
              <a:ext cx="505764" cy="1540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8832" y="2163826"/>
            <a:ext cx="556260" cy="133350"/>
            <a:chOff x="1068832" y="2163826"/>
            <a:chExt cx="556260" cy="133350"/>
          </a:xfrm>
        </p:grpSpPr>
        <p:sp>
          <p:nvSpPr>
            <p:cNvPr id="12" name="object 12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402315" y="54610"/>
                  </a:moveTo>
                  <a:lnTo>
                    <a:pt x="383921" y="54610"/>
                  </a:lnTo>
                  <a:lnTo>
                    <a:pt x="388747" y="59436"/>
                  </a:lnTo>
                  <a:lnTo>
                    <a:pt x="388747" y="73279"/>
                  </a:lnTo>
                  <a:lnTo>
                    <a:pt x="353059" y="89662"/>
                  </a:lnTo>
                  <a:lnTo>
                    <a:pt x="347725" y="98171"/>
                  </a:lnTo>
                  <a:lnTo>
                    <a:pt x="347725" y="108712"/>
                  </a:lnTo>
                  <a:lnTo>
                    <a:pt x="349503" y="113284"/>
                  </a:lnTo>
                  <a:lnTo>
                    <a:pt x="356869" y="120650"/>
                  </a:lnTo>
                  <a:lnTo>
                    <a:pt x="361882" y="122682"/>
                  </a:lnTo>
                  <a:lnTo>
                    <a:pt x="374305" y="122682"/>
                  </a:lnTo>
                  <a:lnTo>
                    <a:pt x="381544" y="120015"/>
                  </a:lnTo>
                  <a:lnTo>
                    <a:pt x="381724" y="120015"/>
                  </a:lnTo>
                  <a:lnTo>
                    <a:pt x="388619" y="114681"/>
                  </a:lnTo>
                  <a:lnTo>
                    <a:pt x="416051" y="114681"/>
                  </a:lnTo>
                  <a:lnTo>
                    <a:pt x="416051" y="111633"/>
                  </a:lnTo>
                  <a:lnTo>
                    <a:pt x="371347" y="111633"/>
                  </a:lnTo>
                  <a:lnTo>
                    <a:pt x="368681" y="110617"/>
                  </a:lnTo>
                  <a:lnTo>
                    <a:pt x="366656" y="108712"/>
                  </a:lnTo>
                  <a:lnTo>
                    <a:pt x="364490" y="106426"/>
                  </a:lnTo>
                  <a:lnTo>
                    <a:pt x="363347" y="103759"/>
                  </a:lnTo>
                  <a:lnTo>
                    <a:pt x="363347" y="97282"/>
                  </a:lnTo>
                  <a:lnTo>
                    <a:pt x="364490" y="94488"/>
                  </a:lnTo>
                  <a:lnTo>
                    <a:pt x="366775" y="92329"/>
                  </a:lnTo>
                  <a:lnTo>
                    <a:pt x="368934" y="90170"/>
                  </a:lnTo>
                  <a:lnTo>
                    <a:pt x="372744" y="88011"/>
                  </a:lnTo>
                  <a:lnTo>
                    <a:pt x="388747" y="81788"/>
                  </a:lnTo>
                  <a:lnTo>
                    <a:pt x="404241" y="81788"/>
                  </a:lnTo>
                  <a:lnTo>
                    <a:pt x="404117" y="62110"/>
                  </a:lnTo>
                  <a:lnTo>
                    <a:pt x="404113" y="61976"/>
                  </a:lnTo>
                  <a:lnTo>
                    <a:pt x="403460" y="57943"/>
                  </a:lnTo>
                  <a:lnTo>
                    <a:pt x="403351" y="57277"/>
                  </a:lnTo>
                  <a:lnTo>
                    <a:pt x="402463" y="54864"/>
                  </a:lnTo>
                  <a:lnTo>
                    <a:pt x="402315" y="54610"/>
                  </a:lnTo>
                  <a:close/>
                </a:path>
                <a:path w="546100" h="123189">
                  <a:moveTo>
                    <a:pt x="416051" y="114681"/>
                  </a:moveTo>
                  <a:lnTo>
                    <a:pt x="388619" y="114681"/>
                  </a:lnTo>
                  <a:lnTo>
                    <a:pt x="389763" y="120015"/>
                  </a:lnTo>
                  <a:lnTo>
                    <a:pt x="393826" y="122682"/>
                  </a:lnTo>
                  <a:lnTo>
                    <a:pt x="402971" y="122682"/>
                  </a:lnTo>
                  <a:lnTo>
                    <a:pt x="405129" y="122301"/>
                  </a:lnTo>
                  <a:lnTo>
                    <a:pt x="407416" y="121412"/>
                  </a:lnTo>
                  <a:lnTo>
                    <a:pt x="409575" y="120650"/>
                  </a:lnTo>
                  <a:lnTo>
                    <a:pt x="412369" y="118999"/>
                  </a:lnTo>
                  <a:lnTo>
                    <a:pt x="416051" y="116713"/>
                  </a:lnTo>
                  <a:lnTo>
                    <a:pt x="416051" y="114681"/>
                  </a:lnTo>
                  <a:close/>
                </a:path>
                <a:path w="546100" h="123189">
                  <a:moveTo>
                    <a:pt x="404241" y="81788"/>
                  </a:moveTo>
                  <a:lnTo>
                    <a:pt x="388747" y="81788"/>
                  </a:lnTo>
                  <a:lnTo>
                    <a:pt x="388747" y="105537"/>
                  </a:lnTo>
                  <a:lnTo>
                    <a:pt x="384428" y="109601"/>
                  </a:lnTo>
                  <a:lnTo>
                    <a:pt x="379856" y="111633"/>
                  </a:lnTo>
                  <a:lnTo>
                    <a:pt x="416051" y="111633"/>
                  </a:lnTo>
                  <a:lnTo>
                    <a:pt x="416051" y="111379"/>
                  </a:lnTo>
                  <a:lnTo>
                    <a:pt x="405256" y="111379"/>
                  </a:lnTo>
                  <a:lnTo>
                    <a:pt x="404241" y="109982"/>
                  </a:lnTo>
                  <a:lnTo>
                    <a:pt x="404241" y="81788"/>
                  </a:lnTo>
                  <a:close/>
                </a:path>
                <a:path w="546100" h="123189">
                  <a:moveTo>
                    <a:pt x="416051" y="107061"/>
                  </a:moveTo>
                  <a:lnTo>
                    <a:pt x="412357" y="109601"/>
                  </a:lnTo>
                  <a:lnTo>
                    <a:pt x="411734" y="109982"/>
                  </a:lnTo>
                  <a:lnTo>
                    <a:pt x="408940" y="111379"/>
                  </a:lnTo>
                  <a:lnTo>
                    <a:pt x="416051" y="111379"/>
                  </a:lnTo>
                  <a:lnTo>
                    <a:pt x="416051" y="107061"/>
                  </a:lnTo>
                  <a:close/>
                </a:path>
                <a:path w="546100" h="123189">
                  <a:moveTo>
                    <a:pt x="384301" y="39878"/>
                  </a:moveTo>
                  <a:lnTo>
                    <a:pt x="375666" y="39878"/>
                  </a:lnTo>
                  <a:lnTo>
                    <a:pt x="367518" y="40546"/>
                  </a:lnTo>
                  <a:lnTo>
                    <a:pt x="360394" y="42560"/>
                  </a:lnTo>
                  <a:lnTo>
                    <a:pt x="354270" y="45932"/>
                  </a:lnTo>
                  <a:lnTo>
                    <a:pt x="349122" y="50673"/>
                  </a:lnTo>
                  <a:lnTo>
                    <a:pt x="349122" y="67945"/>
                  </a:lnTo>
                  <a:lnTo>
                    <a:pt x="355284" y="62110"/>
                  </a:lnTo>
                  <a:lnTo>
                    <a:pt x="361553" y="57943"/>
                  </a:lnTo>
                  <a:lnTo>
                    <a:pt x="367893" y="55443"/>
                  </a:lnTo>
                  <a:lnTo>
                    <a:pt x="374269" y="54610"/>
                  </a:lnTo>
                  <a:lnTo>
                    <a:pt x="402315" y="54610"/>
                  </a:lnTo>
                  <a:lnTo>
                    <a:pt x="399669" y="50038"/>
                  </a:lnTo>
                  <a:lnTo>
                    <a:pt x="398144" y="48133"/>
                  </a:lnTo>
                  <a:lnTo>
                    <a:pt x="391159" y="42164"/>
                  </a:lnTo>
                  <a:lnTo>
                    <a:pt x="384301" y="39878"/>
                  </a:lnTo>
                  <a:close/>
                </a:path>
                <a:path w="546100" h="123189">
                  <a:moveTo>
                    <a:pt x="330834" y="41402"/>
                  </a:moveTo>
                  <a:lnTo>
                    <a:pt x="315087" y="41402"/>
                  </a:lnTo>
                  <a:lnTo>
                    <a:pt x="315087" y="121285"/>
                  </a:lnTo>
                  <a:lnTo>
                    <a:pt x="330834" y="121285"/>
                  </a:lnTo>
                  <a:lnTo>
                    <a:pt x="330834" y="41402"/>
                  </a:lnTo>
                  <a:close/>
                </a:path>
                <a:path w="546100" h="123189">
                  <a:moveTo>
                    <a:pt x="212725" y="41402"/>
                  </a:moveTo>
                  <a:lnTo>
                    <a:pt x="196976" y="41402"/>
                  </a:lnTo>
                  <a:lnTo>
                    <a:pt x="196976" y="121285"/>
                  </a:lnTo>
                  <a:lnTo>
                    <a:pt x="212725" y="121285"/>
                  </a:lnTo>
                  <a:lnTo>
                    <a:pt x="212725" y="41402"/>
                  </a:lnTo>
                  <a:close/>
                </a:path>
                <a:path w="546100" h="123189">
                  <a:moveTo>
                    <a:pt x="445388" y="41402"/>
                  </a:moveTo>
                  <a:lnTo>
                    <a:pt x="429641" y="41402"/>
                  </a:lnTo>
                  <a:lnTo>
                    <a:pt x="429641" y="121285"/>
                  </a:lnTo>
                  <a:lnTo>
                    <a:pt x="445388" y="121285"/>
                  </a:lnTo>
                  <a:lnTo>
                    <a:pt x="445388" y="63246"/>
                  </a:lnTo>
                  <a:lnTo>
                    <a:pt x="448944" y="59436"/>
                  </a:lnTo>
                  <a:lnTo>
                    <a:pt x="452119" y="56769"/>
                  </a:lnTo>
                  <a:lnTo>
                    <a:pt x="454787" y="55372"/>
                  </a:lnTo>
                  <a:lnTo>
                    <a:pt x="457581" y="53848"/>
                  </a:lnTo>
                  <a:lnTo>
                    <a:pt x="460628" y="53086"/>
                  </a:lnTo>
                  <a:lnTo>
                    <a:pt x="491676" y="53086"/>
                  </a:lnTo>
                  <a:lnTo>
                    <a:pt x="490846" y="51943"/>
                  </a:lnTo>
                  <a:lnTo>
                    <a:pt x="445388" y="51943"/>
                  </a:lnTo>
                  <a:lnTo>
                    <a:pt x="445388" y="41402"/>
                  </a:lnTo>
                  <a:close/>
                </a:path>
                <a:path w="546100" h="123189">
                  <a:moveTo>
                    <a:pt x="491676" y="53086"/>
                  </a:moveTo>
                  <a:lnTo>
                    <a:pt x="469772" y="53086"/>
                  </a:lnTo>
                  <a:lnTo>
                    <a:pt x="473963" y="54864"/>
                  </a:lnTo>
                  <a:lnTo>
                    <a:pt x="476250" y="58293"/>
                  </a:lnTo>
                  <a:lnTo>
                    <a:pt x="478663" y="61849"/>
                  </a:lnTo>
                  <a:lnTo>
                    <a:pt x="479686" y="67310"/>
                  </a:lnTo>
                  <a:lnTo>
                    <a:pt x="479806" y="121285"/>
                  </a:lnTo>
                  <a:lnTo>
                    <a:pt x="495807" y="121285"/>
                  </a:lnTo>
                  <a:lnTo>
                    <a:pt x="495807" y="63246"/>
                  </a:lnTo>
                  <a:lnTo>
                    <a:pt x="501396" y="56769"/>
                  </a:lnTo>
                  <a:lnTo>
                    <a:pt x="506085" y="54229"/>
                  </a:lnTo>
                  <a:lnTo>
                    <a:pt x="492506" y="54229"/>
                  </a:lnTo>
                  <a:lnTo>
                    <a:pt x="491676" y="53086"/>
                  </a:lnTo>
                  <a:close/>
                </a:path>
                <a:path w="546100" h="123189">
                  <a:moveTo>
                    <a:pt x="541662" y="53467"/>
                  </a:moveTo>
                  <a:lnTo>
                    <a:pt x="519175" y="53467"/>
                  </a:lnTo>
                  <a:lnTo>
                    <a:pt x="523113" y="55118"/>
                  </a:lnTo>
                  <a:lnTo>
                    <a:pt x="525779" y="58674"/>
                  </a:lnTo>
                  <a:lnTo>
                    <a:pt x="528574" y="62230"/>
                  </a:lnTo>
                  <a:lnTo>
                    <a:pt x="529844" y="67310"/>
                  </a:lnTo>
                  <a:lnTo>
                    <a:pt x="529844" y="121285"/>
                  </a:lnTo>
                  <a:lnTo>
                    <a:pt x="545719" y="121285"/>
                  </a:lnTo>
                  <a:lnTo>
                    <a:pt x="545719" y="74168"/>
                  </a:lnTo>
                  <a:lnTo>
                    <a:pt x="545358" y="67945"/>
                  </a:lnTo>
                  <a:lnTo>
                    <a:pt x="545244" y="65976"/>
                  </a:lnTo>
                  <a:lnTo>
                    <a:pt x="543931" y="59436"/>
                  </a:lnTo>
                  <a:lnTo>
                    <a:pt x="543829" y="58927"/>
                  </a:lnTo>
                  <a:lnTo>
                    <a:pt x="541662" y="53467"/>
                  </a:lnTo>
                  <a:close/>
                </a:path>
                <a:path w="546100" h="123189">
                  <a:moveTo>
                    <a:pt x="527084" y="39878"/>
                  </a:moveTo>
                  <a:lnTo>
                    <a:pt x="518085" y="39878"/>
                  </a:lnTo>
                  <a:lnTo>
                    <a:pt x="511238" y="40780"/>
                  </a:lnTo>
                  <a:lnTo>
                    <a:pt x="511878" y="40780"/>
                  </a:lnTo>
                  <a:lnTo>
                    <a:pt x="506627" y="42910"/>
                  </a:lnTo>
                  <a:lnTo>
                    <a:pt x="505330" y="43481"/>
                  </a:lnTo>
                  <a:lnTo>
                    <a:pt x="500695" y="46682"/>
                  </a:lnTo>
                  <a:lnTo>
                    <a:pt x="498864" y="47968"/>
                  </a:lnTo>
                  <a:lnTo>
                    <a:pt x="492506" y="54229"/>
                  </a:lnTo>
                  <a:lnTo>
                    <a:pt x="506085" y="54229"/>
                  </a:lnTo>
                  <a:lnTo>
                    <a:pt x="507491" y="53467"/>
                  </a:lnTo>
                  <a:lnTo>
                    <a:pt x="541662" y="53467"/>
                  </a:lnTo>
                  <a:lnTo>
                    <a:pt x="541511" y="53086"/>
                  </a:lnTo>
                  <a:lnTo>
                    <a:pt x="538226" y="48260"/>
                  </a:lnTo>
                  <a:lnTo>
                    <a:pt x="533146" y="42545"/>
                  </a:lnTo>
                  <a:lnTo>
                    <a:pt x="527084" y="39878"/>
                  </a:lnTo>
                  <a:close/>
                </a:path>
                <a:path w="546100" h="123189">
                  <a:moveTo>
                    <a:pt x="469010" y="39878"/>
                  </a:moveTo>
                  <a:lnTo>
                    <a:pt x="462080" y="40780"/>
                  </a:lnTo>
                  <a:lnTo>
                    <a:pt x="462807" y="40780"/>
                  </a:lnTo>
                  <a:lnTo>
                    <a:pt x="457295" y="42910"/>
                  </a:lnTo>
                  <a:lnTo>
                    <a:pt x="451365" y="46682"/>
                  </a:lnTo>
                  <a:lnTo>
                    <a:pt x="445388" y="51943"/>
                  </a:lnTo>
                  <a:lnTo>
                    <a:pt x="490846" y="51943"/>
                  </a:lnTo>
                  <a:lnTo>
                    <a:pt x="487959" y="47968"/>
                  </a:lnTo>
                  <a:lnTo>
                    <a:pt x="482520" y="43481"/>
                  </a:lnTo>
                  <a:lnTo>
                    <a:pt x="476200" y="40780"/>
                  </a:lnTo>
                  <a:lnTo>
                    <a:pt x="469010" y="39878"/>
                  </a:lnTo>
                  <a:close/>
                </a:path>
                <a:path w="546100" h="123189">
                  <a:moveTo>
                    <a:pt x="325500" y="7874"/>
                  </a:moveTo>
                  <a:lnTo>
                    <a:pt x="320421" y="7874"/>
                  </a:lnTo>
                  <a:lnTo>
                    <a:pt x="318262" y="8763"/>
                  </a:lnTo>
                  <a:lnTo>
                    <a:pt x="316484" y="10668"/>
                  </a:lnTo>
                  <a:lnTo>
                    <a:pt x="314578" y="12573"/>
                  </a:lnTo>
                  <a:lnTo>
                    <a:pt x="313794" y="14478"/>
                  </a:lnTo>
                  <a:lnTo>
                    <a:pt x="313739" y="19685"/>
                  </a:lnTo>
                  <a:lnTo>
                    <a:pt x="314578" y="21844"/>
                  </a:lnTo>
                  <a:lnTo>
                    <a:pt x="316602" y="23749"/>
                  </a:lnTo>
                  <a:lnTo>
                    <a:pt x="318262" y="25527"/>
                  </a:lnTo>
                  <a:lnTo>
                    <a:pt x="320421" y="26543"/>
                  </a:lnTo>
                  <a:lnTo>
                    <a:pt x="325500" y="26543"/>
                  </a:lnTo>
                  <a:lnTo>
                    <a:pt x="327659" y="25527"/>
                  </a:lnTo>
                  <a:lnTo>
                    <a:pt x="329565" y="23749"/>
                  </a:lnTo>
                  <a:lnTo>
                    <a:pt x="331469" y="21844"/>
                  </a:lnTo>
                  <a:lnTo>
                    <a:pt x="332359" y="19685"/>
                  </a:lnTo>
                  <a:lnTo>
                    <a:pt x="332359" y="14478"/>
                  </a:lnTo>
                  <a:lnTo>
                    <a:pt x="331574" y="12573"/>
                  </a:lnTo>
                  <a:lnTo>
                    <a:pt x="331469" y="12319"/>
                  </a:lnTo>
                  <a:lnTo>
                    <a:pt x="327659" y="8763"/>
                  </a:lnTo>
                  <a:lnTo>
                    <a:pt x="325500" y="7874"/>
                  </a:lnTo>
                  <a:close/>
                </a:path>
                <a:path w="546100" h="123189">
                  <a:moveTo>
                    <a:pt x="207390" y="7874"/>
                  </a:moveTo>
                  <a:lnTo>
                    <a:pt x="202310" y="7874"/>
                  </a:lnTo>
                  <a:lnTo>
                    <a:pt x="200151" y="8763"/>
                  </a:lnTo>
                  <a:lnTo>
                    <a:pt x="198374" y="10668"/>
                  </a:lnTo>
                  <a:lnTo>
                    <a:pt x="196469" y="12573"/>
                  </a:lnTo>
                  <a:lnTo>
                    <a:pt x="195684" y="14478"/>
                  </a:lnTo>
                  <a:lnTo>
                    <a:pt x="195629" y="19685"/>
                  </a:lnTo>
                  <a:lnTo>
                    <a:pt x="196469" y="21844"/>
                  </a:lnTo>
                  <a:lnTo>
                    <a:pt x="198492" y="23749"/>
                  </a:lnTo>
                  <a:lnTo>
                    <a:pt x="200151" y="25527"/>
                  </a:lnTo>
                  <a:lnTo>
                    <a:pt x="202310" y="26543"/>
                  </a:lnTo>
                  <a:lnTo>
                    <a:pt x="207390" y="26543"/>
                  </a:lnTo>
                  <a:lnTo>
                    <a:pt x="209550" y="25527"/>
                  </a:lnTo>
                  <a:lnTo>
                    <a:pt x="211454" y="23749"/>
                  </a:lnTo>
                  <a:lnTo>
                    <a:pt x="213359" y="21844"/>
                  </a:lnTo>
                  <a:lnTo>
                    <a:pt x="214249" y="19685"/>
                  </a:lnTo>
                  <a:lnTo>
                    <a:pt x="214249" y="14478"/>
                  </a:lnTo>
                  <a:lnTo>
                    <a:pt x="213464" y="12573"/>
                  </a:lnTo>
                  <a:lnTo>
                    <a:pt x="213359" y="12319"/>
                  </a:lnTo>
                  <a:lnTo>
                    <a:pt x="209550" y="8763"/>
                  </a:lnTo>
                  <a:lnTo>
                    <a:pt x="207390" y="7874"/>
                  </a:lnTo>
                  <a:close/>
                </a:path>
                <a:path w="546100" h="123189">
                  <a:moveTo>
                    <a:pt x="291465" y="0"/>
                  </a:moveTo>
                  <a:lnTo>
                    <a:pt x="275716" y="0"/>
                  </a:lnTo>
                  <a:lnTo>
                    <a:pt x="275716" y="121285"/>
                  </a:lnTo>
                  <a:lnTo>
                    <a:pt x="291465" y="121285"/>
                  </a:lnTo>
                  <a:lnTo>
                    <a:pt x="291465" y="0"/>
                  </a:lnTo>
                  <a:close/>
                </a:path>
                <a:path w="546100" h="123189">
                  <a:moveTo>
                    <a:pt x="252094" y="0"/>
                  </a:moveTo>
                  <a:lnTo>
                    <a:pt x="236347" y="0"/>
                  </a:lnTo>
                  <a:lnTo>
                    <a:pt x="236347" y="121285"/>
                  </a:lnTo>
                  <a:lnTo>
                    <a:pt x="252094" y="121285"/>
                  </a:lnTo>
                  <a:lnTo>
                    <a:pt x="252094" y="0"/>
                  </a:lnTo>
                  <a:close/>
                </a:path>
                <a:path w="546100" h="123189">
                  <a:moveTo>
                    <a:pt x="17487" y="0"/>
                  </a:moveTo>
                  <a:lnTo>
                    <a:pt x="0" y="0"/>
                  </a:lnTo>
                  <a:lnTo>
                    <a:pt x="48882" y="121793"/>
                  </a:lnTo>
                  <a:lnTo>
                    <a:pt x="52603" y="121793"/>
                  </a:lnTo>
                  <a:lnTo>
                    <a:pt x="68145" y="83566"/>
                  </a:lnTo>
                  <a:lnTo>
                    <a:pt x="50914" y="83566"/>
                  </a:lnTo>
                  <a:lnTo>
                    <a:pt x="17487" y="0"/>
                  </a:lnTo>
                  <a:close/>
                </a:path>
                <a:path w="546100" h="123189">
                  <a:moveTo>
                    <a:pt x="110380" y="23241"/>
                  </a:moveTo>
                  <a:lnTo>
                    <a:pt x="92671" y="23241"/>
                  </a:lnTo>
                  <a:lnTo>
                    <a:pt x="132334" y="121793"/>
                  </a:lnTo>
                  <a:lnTo>
                    <a:pt x="136144" y="121793"/>
                  </a:lnTo>
                  <a:lnTo>
                    <a:pt x="151534" y="83566"/>
                  </a:lnTo>
                  <a:lnTo>
                    <a:pt x="134785" y="83566"/>
                  </a:lnTo>
                  <a:lnTo>
                    <a:pt x="110380" y="23241"/>
                  </a:lnTo>
                  <a:close/>
                </a:path>
                <a:path w="546100" h="123189">
                  <a:moveTo>
                    <a:pt x="100977" y="0"/>
                  </a:moveTo>
                  <a:lnTo>
                    <a:pt x="84556" y="0"/>
                  </a:lnTo>
                  <a:lnTo>
                    <a:pt x="50914" y="83566"/>
                  </a:lnTo>
                  <a:lnTo>
                    <a:pt x="68145" y="83566"/>
                  </a:lnTo>
                  <a:lnTo>
                    <a:pt x="92671" y="23241"/>
                  </a:lnTo>
                  <a:lnTo>
                    <a:pt x="110380" y="23241"/>
                  </a:lnTo>
                  <a:lnTo>
                    <a:pt x="100977" y="0"/>
                  </a:lnTo>
                  <a:close/>
                </a:path>
                <a:path w="546100" h="123189">
                  <a:moveTo>
                    <a:pt x="185178" y="0"/>
                  </a:moveTo>
                  <a:lnTo>
                    <a:pt x="167855" y="0"/>
                  </a:lnTo>
                  <a:lnTo>
                    <a:pt x="134785" y="83566"/>
                  </a:lnTo>
                  <a:lnTo>
                    <a:pt x="151534" y="83566"/>
                  </a:lnTo>
                  <a:lnTo>
                    <a:pt x="185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388747" y="81788"/>
                  </a:moveTo>
                  <a:lnTo>
                    <a:pt x="378206" y="85852"/>
                  </a:lnTo>
                  <a:lnTo>
                    <a:pt x="372744" y="88011"/>
                  </a:lnTo>
                  <a:lnTo>
                    <a:pt x="368934" y="90170"/>
                  </a:lnTo>
                  <a:lnTo>
                    <a:pt x="366775" y="92329"/>
                  </a:lnTo>
                  <a:lnTo>
                    <a:pt x="364490" y="94488"/>
                  </a:lnTo>
                  <a:lnTo>
                    <a:pt x="363347" y="97282"/>
                  </a:lnTo>
                  <a:lnTo>
                    <a:pt x="363347" y="100457"/>
                  </a:lnTo>
                  <a:lnTo>
                    <a:pt x="363347" y="103759"/>
                  </a:lnTo>
                  <a:lnTo>
                    <a:pt x="364490" y="106426"/>
                  </a:lnTo>
                  <a:lnTo>
                    <a:pt x="366522" y="108585"/>
                  </a:lnTo>
                  <a:lnTo>
                    <a:pt x="368681" y="110617"/>
                  </a:lnTo>
                  <a:lnTo>
                    <a:pt x="371347" y="111633"/>
                  </a:lnTo>
                  <a:lnTo>
                    <a:pt x="374776" y="111633"/>
                  </a:lnTo>
                  <a:lnTo>
                    <a:pt x="379856" y="111633"/>
                  </a:lnTo>
                  <a:lnTo>
                    <a:pt x="384428" y="109601"/>
                  </a:lnTo>
                  <a:lnTo>
                    <a:pt x="388747" y="105537"/>
                  </a:lnTo>
                  <a:lnTo>
                    <a:pt x="388747" y="81788"/>
                  </a:lnTo>
                  <a:close/>
                </a:path>
                <a:path w="546100" h="123189">
                  <a:moveTo>
                    <a:pt x="315087" y="41402"/>
                  </a:moveTo>
                  <a:lnTo>
                    <a:pt x="330834" y="41402"/>
                  </a:lnTo>
                  <a:lnTo>
                    <a:pt x="330834" y="121285"/>
                  </a:lnTo>
                  <a:lnTo>
                    <a:pt x="315087" y="121285"/>
                  </a:lnTo>
                  <a:lnTo>
                    <a:pt x="315087" y="41402"/>
                  </a:lnTo>
                  <a:close/>
                </a:path>
                <a:path w="546100" h="123189">
                  <a:moveTo>
                    <a:pt x="196976" y="41402"/>
                  </a:moveTo>
                  <a:lnTo>
                    <a:pt x="212725" y="41402"/>
                  </a:lnTo>
                  <a:lnTo>
                    <a:pt x="212725" y="121285"/>
                  </a:lnTo>
                  <a:lnTo>
                    <a:pt x="196976" y="121285"/>
                  </a:lnTo>
                  <a:lnTo>
                    <a:pt x="196976" y="41402"/>
                  </a:lnTo>
                  <a:close/>
                </a:path>
                <a:path w="546100" h="123189">
                  <a:moveTo>
                    <a:pt x="375666" y="39878"/>
                  </a:moveTo>
                  <a:lnTo>
                    <a:pt x="384301" y="39878"/>
                  </a:lnTo>
                  <a:lnTo>
                    <a:pt x="391159" y="42164"/>
                  </a:lnTo>
                  <a:lnTo>
                    <a:pt x="396366" y="46609"/>
                  </a:lnTo>
                  <a:lnTo>
                    <a:pt x="398144" y="48133"/>
                  </a:lnTo>
                  <a:lnTo>
                    <a:pt x="399669" y="50038"/>
                  </a:lnTo>
                  <a:lnTo>
                    <a:pt x="401066" y="52451"/>
                  </a:lnTo>
                  <a:lnTo>
                    <a:pt x="402463" y="54864"/>
                  </a:lnTo>
                  <a:lnTo>
                    <a:pt x="403351" y="57277"/>
                  </a:lnTo>
                  <a:lnTo>
                    <a:pt x="403732" y="59563"/>
                  </a:lnTo>
                  <a:lnTo>
                    <a:pt x="404113" y="61976"/>
                  </a:lnTo>
                  <a:lnTo>
                    <a:pt x="404241" y="66548"/>
                  </a:lnTo>
                  <a:lnTo>
                    <a:pt x="404241" y="73279"/>
                  </a:lnTo>
                  <a:lnTo>
                    <a:pt x="404241" y="107188"/>
                  </a:lnTo>
                  <a:lnTo>
                    <a:pt x="404241" y="109982"/>
                  </a:lnTo>
                  <a:lnTo>
                    <a:pt x="405256" y="111379"/>
                  </a:lnTo>
                  <a:lnTo>
                    <a:pt x="407034" y="111379"/>
                  </a:lnTo>
                  <a:lnTo>
                    <a:pt x="408940" y="111379"/>
                  </a:lnTo>
                  <a:lnTo>
                    <a:pt x="411988" y="109855"/>
                  </a:lnTo>
                  <a:lnTo>
                    <a:pt x="416051" y="107061"/>
                  </a:lnTo>
                  <a:lnTo>
                    <a:pt x="416051" y="116713"/>
                  </a:lnTo>
                  <a:lnTo>
                    <a:pt x="412369" y="118999"/>
                  </a:lnTo>
                  <a:lnTo>
                    <a:pt x="409575" y="120650"/>
                  </a:lnTo>
                  <a:lnTo>
                    <a:pt x="407416" y="121412"/>
                  </a:lnTo>
                  <a:lnTo>
                    <a:pt x="405129" y="122301"/>
                  </a:lnTo>
                  <a:lnTo>
                    <a:pt x="402971" y="122682"/>
                  </a:lnTo>
                  <a:lnTo>
                    <a:pt x="400557" y="122682"/>
                  </a:lnTo>
                  <a:lnTo>
                    <a:pt x="393826" y="122682"/>
                  </a:lnTo>
                  <a:lnTo>
                    <a:pt x="389763" y="120015"/>
                  </a:lnTo>
                  <a:lnTo>
                    <a:pt x="388619" y="114681"/>
                  </a:lnTo>
                  <a:lnTo>
                    <a:pt x="381888" y="119888"/>
                  </a:lnTo>
                  <a:lnTo>
                    <a:pt x="374650" y="122555"/>
                  </a:lnTo>
                  <a:lnTo>
                    <a:pt x="367156" y="122555"/>
                  </a:lnTo>
                  <a:lnTo>
                    <a:pt x="361569" y="122555"/>
                  </a:lnTo>
                  <a:lnTo>
                    <a:pt x="356869" y="120650"/>
                  </a:lnTo>
                  <a:lnTo>
                    <a:pt x="353187" y="116967"/>
                  </a:lnTo>
                  <a:lnTo>
                    <a:pt x="349503" y="113284"/>
                  </a:lnTo>
                  <a:lnTo>
                    <a:pt x="347725" y="108712"/>
                  </a:lnTo>
                  <a:lnTo>
                    <a:pt x="347725" y="103124"/>
                  </a:lnTo>
                  <a:lnTo>
                    <a:pt x="347725" y="98171"/>
                  </a:lnTo>
                  <a:lnTo>
                    <a:pt x="368553" y="80264"/>
                  </a:lnTo>
                  <a:lnTo>
                    <a:pt x="388747" y="73279"/>
                  </a:lnTo>
                  <a:lnTo>
                    <a:pt x="388747" y="69088"/>
                  </a:lnTo>
                  <a:lnTo>
                    <a:pt x="388747" y="59436"/>
                  </a:lnTo>
                  <a:lnTo>
                    <a:pt x="383921" y="54610"/>
                  </a:lnTo>
                  <a:lnTo>
                    <a:pt x="374269" y="54610"/>
                  </a:lnTo>
                  <a:lnTo>
                    <a:pt x="367893" y="55443"/>
                  </a:lnTo>
                  <a:lnTo>
                    <a:pt x="361553" y="57943"/>
                  </a:lnTo>
                  <a:lnTo>
                    <a:pt x="355284" y="62110"/>
                  </a:lnTo>
                  <a:lnTo>
                    <a:pt x="349122" y="67945"/>
                  </a:lnTo>
                  <a:lnTo>
                    <a:pt x="349122" y="50673"/>
                  </a:lnTo>
                  <a:lnTo>
                    <a:pt x="354270" y="45932"/>
                  </a:lnTo>
                  <a:lnTo>
                    <a:pt x="360394" y="42560"/>
                  </a:lnTo>
                  <a:lnTo>
                    <a:pt x="367518" y="40546"/>
                  </a:lnTo>
                  <a:lnTo>
                    <a:pt x="375666" y="39878"/>
                  </a:lnTo>
                  <a:close/>
                </a:path>
                <a:path w="546100" h="123189">
                  <a:moveTo>
                    <a:pt x="519049" y="39751"/>
                  </a:moveTo>
                  <a:lnTo>
                    <a:pt x="526796" y="39751"/>
                  </a:lnTo>
                  <a:lnTo>
                    <a:pt x="533146" y="42545"/>
                  </a:lnTo>
                  <a:lnTo>
                    <a:pt x="545719" y="74168"/>
                  </a:lnTo>
                  <a:lnTo>
                    <a:pt x="545719" y="121285"/>
                  </a:lnTo>
                  <a:lnTo>
                    <a:pt x="529844" y="121285"/>
                  </a:lnTo>
                  <a:lnTo>
                    <a:pt x="529844" y="74041"/>
                  </a:lnTo>
                  <a:lnTo>
                    <a:pt x="529844" y="67310"/>
                  </a:lnTo>
                  <a:lnTo>
                    <a:pt x="528574" y="62230"/>
                  </a:lnTo>
                  <a:lnTo>
                    <a:pt x="525779" y="58674"/>
                  </a:lnTo>
                  <a:lnTo>
                    <a:pt x="523113" y="55118"/>
                  </a:lnTo>
                  <a:lnTo>
                    <a:pt x="519175" y="53467"/>
                  </a:lnTo>
                  <a:lnTo>
                    <a:pt x="514096" y="53467"/>
                  </a:lnTo>
                  <a:lnTo>
                    <a:pt x="507491" y="53467"/>
                  </a:lnTo>
                  <a:lnTo>
                    <a:pt x="501396" y="56769"/>
                  </a:lnTo>
                  <a:lnTo>
                    <a:pt x="495807" y="63246"/>
                  </a:lnTo>
                  <a:lnTo>
                    <a:pt x="495807" y="121285"/>
                  </a:lnTo>
                  <a:lnTo>
                    <a:pt x="479806" y="121285"/>
                  </a:lnTo>
                  <a:lnTo>
                    <a:pt x="479806" y="76835"/>
                  </a:lnTo>
                  <a:lnTo>
                    <a:pt x="479806" y="67945"/>
                  </a:lnTo>
                  <a:lnTo>
                    <a:pt x="478663" y="61849"/>
                  </a:lnTo>
                  <a:lnTo>
                    <a:pt x="476250" y="58293"/>
                  </a:lnTo>
                  <a:lnTo>
                    <a:pt x="473963" y="54864"/>
                  </a:lnTo>
                  <a:lnTo>
                    <a:pt x="469772" y="53086"/>
                  </a:lnTo>
                  <a:lnTo>
                    <a:pt x="463931" y="53086"/>
                  </a:lnTo>
                  <a:lnTo>
                    <a:pt x="460628" y="53086"/>
                  </a:lnTo>
                  <a:lnTo>
                    <a:pt x="457581" y="53848"/>
                  </a:lnTo>
                  <a:lnTo>
                    <a:pt x="454787" y="55372"/>
                  </a:lnTo>
                  <a:lnTo>
                    <a:pt x="452119" y="56769"/>
                  </a:lnTo>
                  <a:lnTo>
                    <a:pt x="448944" y="59436"/>
                  </a:lnTo>
                  <a:lnTo>
                    <a:pt x="445388" y="63246"/>
                  </a:lnTo>
                  <a:lnTo>
                    <a:pt x="445388" y="121285"/>
                  </a:lnTo>
                  <a:lnTo>
                    <a:pt x="429641" y="121285"/>
                  </a:lnTo>
                  <a:lnTo>
                    <a:pt x="429641" y="41402"/>
                  </a:lnTo>
                  <a:lnTo>
                    <a:pt x="445388" y="41402"/>
                  </a:lnTo>
                  <a:lnTo>
                    <a:pt x="445388" y="51943"/>
                  </a:lnTo>
                  <a:lnTo>
                    <a:pt x="451365" y="46682"/>
                  </a:lnTo>
                  <a:lnTo>
                    <a:pt x="457295" y="42910"/>
                  </a:lnTo>
                  <a:lnTo>
                    <a:pt x="463176" y="40638"/>
                  </a:lnTo>
                  <a:lnTo>
                    <a:pt x="469010" y="39878"/>
                  </a:lnTo>
                  <a:lnTo>
                    <a:pt x="476200" y="40780"/>
                  </a:lnTo>
                  <a:lnTo>
                    <a:pt x="482520" y="43481"/>
                  </a:lnTo>
                  <a:lnTo>
                    <a:pt x="487959" y="47968"/>
                  </a:lnTo>
                  <a:lnTo>
                    <a:pt x="492506" y="54229"/>
                  </a:lnTo>
                  <a:lnTo>
                    <a:pt x="498939" y="47894"/>
                  </a:lnTo>
                  <a:lnTo>
                    <a:pt x="505491" y="43370"/>
                  </a:lnTo>
                  <a:lnTo>
                    <a:pt x="512187" y="40655"/>
                  </a:lnTo>
                  <a:lnTo>
                    <a:pt x="519049" y="39751"/>
                  </a:lnTo>
                  <a:close/>
                </a:path>
                <a:path w="546100" h="123189">
                  <a:moveTo>
                    <a:pt x="322834" y="7874"/>
                  </a:moveTo>
                  <a:lnTo>
                    <a:pt x="325500" y="7874"/>
                  </a:lnTo>
                  <a:lnTo>
                    <a:pt x="327659" y="8763"/>
                  </a:lnTo>
                  <a:lnTo>
                    <a:pt x="329565" y="10541"/>
                  </a:lnTo>
                  <a:lnTo>
                    <a:pt x="331469" y="12319"/>
                  </a:lnTo>
                  <a:lnTo>
                    <a:pt x="332359" y="14478"/>
                  </a:lnTo>
                  <a:lnTo>
                    <a:pt x="332359" y="17145"/>
                  </a:lnTo>
                  <a:lnTo>
                    <a:pt x="332359" y="19685"/>
                  </a:lnTo>
                  <a:lnTo>
                    <a:pt x="331469" y="21844"/>
                  </a:lnTo>
                  <a:lnTo>
                    <a:pt x="329565" y="23749"/>
                  </a:lnTo>
                  <a:lnTo>
                    <a:pt x="327659" y="25527"/>
                  </a:lnTo>
                  <a:lnTo>
                    <a:pt x="325500" y="26543"/>
                  </a:lnTo>
                  <a:lnTo>
                    <a:pt x="322834" y="26543"/>
                  </a:lnTo>
                  <a:lnTo>
                    <a:pt x="320421" y="26543"/>
                  </a:lnTo>
                  <a:lnTo>
                    <a:pt x="318262" y="25527"/>
                  </a:lnTo>
                  <a:lnTo>
                    <a:pt x="316484" y="23622"/>
                  </a:lnTo>
                  <a:lnTo>
                    <a:pt x="314578" y="21844"/>
                  </a:lnTo>
                  <a:lnTo>
                    <a:pt x="313690" y="19558"/>
                  </a:lnTo>
                  <a:lnTo>
                    <a:pt x="313690" y="17145"/>
                  </a:lnTo>
                  <a:lnTo>
                    <a:pt x="313690" y="14732"/>
                  </a:lnTo>
                  <a:lnTo>
                    <a:pt x="314578" y="12573"/>
                  </a:lnTo>
                  <a:lnTo>
                    <a:pt x="316484" y="10668"/>
                  </a:lnTo>
                  <a:lnTo>
                    <a:pt x="318262" y="8763"/>
                  </a:lnTo>
                  <a:lnTo>
                    <a:pt x="320421" y="7874"/>
                  </a:lnTo>
                  <a:lnTo>
                    <a:pt x="322834" y="7874"/>
                  </a:lnTo>
                  <a:close/>
                </a:path>
                <a:path w="546100" h="123189">
                  <a:moveTo>
                    <a:pt x="204724" y="7874"/>
                  </a:moveTo>
                  <a:lnTo>
                    <a:pt x="207390" y="7874"/>
                  </a:lnTo>
                  <a:lnTo>
                    <a:pt x="209550" y="8763"/>
                  </a:lnTo>
                  <a:lnTo>
                    <a:pt x="211454" y="10541"/>
                  </a:lnTo>
                  <a:lnTo>
                    <a:pt x="213359" y="12319"/>
                  </a:lnTo>
                  <a:lnTo>
                    <a:pt x="214249" y="14478"/>
                  </a:lnTo>
                  <a:lnTo>
                    <a:pt x="214249" y="17145"/>
                  </a:lnTo>
                  <a:lnTo>
                    <a:pt x="214249" y="19685"/>
                  </a:lnTo>
                  <a:lnTo>
                    <a:pt x="213359" y="21844"/>
                  </a:lnTo>
                  <a:lnTo>
                    <a:pt x="211454" y="23749"/>
                  </a:lnTo>
                  <a:lnTo>
                    <a:pt x="209550" y="25527"/>
                  </a:lnTo>
                  <a:lnTo>
                    <a:pt x="207390" y="26543"/>
                  </a:lnTo>
                  <a:lnTo>
                    <a:pt x="204724" y="26543"/>
                  </a:lnTo>
                  <a:lnTo>
                    <a:pt x="202310" y="26543"/>
                  </a:lnTo>
                  <a:lnTo>
                    <a:pt x="200151" y="25527"/>
                  </a:lnTo>
                  <a:lnTo>
                    <a:pt x="198374" y="23622"/>
                  </a:lnTo>
                  <a:lnTo>
                    <a:pt x="196469" y="21844"/>
                  </a:lnTo>
                  <a:lnTo>
                    <a:pt x="195579" y="19558"/>
                  </a:lnTo>
                  <a:lnTo>
                    <a:pt x="195579" y="17145"/>
                  </a:lnTo>
                  <a:lnTo>
                    <a:pt x="195579" y="14732"/>
                  </a:lnTo>
                  <a:lnTo>
                    <a:pt x="196469" y="12573"/>
                  </a:lnTo>
                  <a:lnTo>
                    <a:pt x="198374" y="10668"/>
                  </a:lnTo>
                  <a:lnTo>
                    <a:pt x="200151" y="8763"/>
                  </a:lnTo>
                  <a:lnTo>
                    <a:pt x="202310" y="7874"/>
                  </a:lnTo>
                  <a:lnTo>
                    <a:pt x="204724" y="7874"/>
                  </a:lnTo>
                  <a:close/>
                </a:path>
                <a:path w="546100" h="123189">
                  <a:moveTo>
                    <a:pt x="275716" y="0"/>
                  </a:moveTo>
                  <a:lnTo>
                    <a:pt x="291465" y="0"/>
                  </a:lnTo>
                  <a:lnTo>
                    <a:pt x="291465" y="121285"/>
                  </a:lnTo>
                  <a:lnTo>
                    <a:pt x="275716" y="121285"/>
                  </a:lnTo>
                  <a:lnTo>
                    <a:pt x="275716" y="0"/>
                  </a:lnTo>
                  <a:close/>
                </a:path>
                <a:path w="546100" h="123189">
                  <a:moveTo>
                    <a:pt x="236347" y="0"/>
                  </a:moveTo>
                  <a:lnTo>
                    <a:pt x="252094" y="0"/>
                  </a:lnTo>
                  <a:lnTo>
                    <a:pt x="252094" y="121285"/>
                  </a:lnTo>
                  <a:lnTo>
                    <a:pt x="236347" y="121285"/>
                  </a:lnTo>
                  <a:lnTo>
                    <a:pt x="236347" y="0"/>
                  </a:lnTo>
                  <a:close/>
                </a:path>
                <a:path w="546100" h="123189">
                  <a:moveTo>
                    <a:pt x="0" y="0"/>
                  </a:moveTo>
                  <a:lnTo>
                    <a:pt x="17487" y="0"/>
                  </a:lnTo>
                  <a:lnTo>
                    <a:pt x="50914" y="83566"/>
                  </a:lnTo>
                  <a:lnTo>
                    <a:pt x="84556" y="0"/>
                  </a:lnTo>
                  <a:lnTo>
                    <a:pt x="100977" y="0"/>
                  </a:lnTo>
                  <a:lnTo>
                    <a:pt x="134785" y="83566"/>
                  </a:lnTo>
                  <a:lnTo>
                    <a:pt x="167855" y="0"/>
                  </a:lnTo>
                  <a:lnTo>
                    <a:pt x="185178" y="0"/>
                  </a:lnTo>
                  <a:lnTo>
                    <a:pt x="136144" y="121793"/>
                  </a:lnTo>
                  <a:lnTo>
                    <a:pt x="132334" y="121793"/>
                  </a:lnTo>
                  <a:lnTo>
                    <a:pt x="92671" y="23241"/>
                  </a:lnTo>
                  <a:lnTo>
                    <a:pt x="52603" y="121793"/>
                  </a:lnTo>
                  <a:lnTo>
                    <a:pt x="48882" y="121793"/>
                  </a:lnTo>
                  <a:lnTo>
                    <a:pt x="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3898" y="2163698"/>
            <a:ext cx="535686" cy="1329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736" y="2161920"/>
            <a:ext cx="449706" cy="17411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7439" y="2163826"/>
            <a:ext cx="171831" cy="1327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1472" y="2163826"/>
            <a:ext cx="932560" cy="17221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3948" y="2163826"/>
            <a:ext cx="173100" cy="1327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5822" y="2163826"/>
            <a:ext cx="1067307" cy="1722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330" y="2162301"/>
            <a:ext cx="252221" cy="1343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199" y="2463419"/>
            <a:ext cx="420916" cy="1329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2985" y="2428620"/>
            <a:ext cx="806538" cy="1874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4791" y="2887217"/>
            <a:ext cx="898144" cy="15430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514602" y="2888360"/>
            <a:ext cx="290830" cy="133985"/>
            <a:chOff x="1514602" y="2888360"/>
            <a:chExt cx="290830" cy="133985"/>
          </a:xfrm>
        </p:grpSpPr>
        <p:sp>
          <p:nvSpPr>
            <p:cNvPr id="25" name="object 25"/>
            <p:cNvSpPr/>
            <p:nvPr/>
          </p:nvSpPr>
          <p:spPr>
            <a:xfrm>
              <a:off x="1519682" y="2893440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80162" y="115316"/>
                  </a:moveTo>
                  <a:lnTo>
                    <a:pt x="252730" y="115316"/>
                  </a:lnTo>
                  <a:lnTo>
                    <a:pt x="253873" y="120650"/>
                  </a:lnTo>
                  <a:lnTo>
                    <a:pt x="257937" y="123317"/>
                  </a:lnTo>
                  <a:lnTo>
                    <a:pt x="267081" y="123317"/>
                  </a:lnTo>
                  <a:lnTo>
                    <a:pt x="269240" y="122936"/>
                  </a:lnTo>
                  <a:lnTo>
                    <a:pt x="271525" y="122047"/>
                  </a:lnTo>
                  <a:lnTo>
                    <a:pt x="273685" y="121285"/>
                  </a:lnTo>
                  <a:lnTo>
                    <a:pt x="276479" y="119634"/>
                  </a:lnTo>
                  <a:lnTo>
                    <a:pt x="280162" y="117348"/>
                  </a:lnTo>
                  <a:lnTo>
                    <a:pt x="280162" y="115316"/>
                  </a:lnTo>
                  <a:close/>
                </a:path>
                <a:path w="280669" h="123825">
                  <a:moveTo>
                    <a:pt x="266425" y="55245"/>
                  </a:moveTo>
                  <a:lnTo>
                    <a:pt x="248031" y="55245"/>
                  </a:lnTo>
                  <a:lnTo>
                    <a:pt x="252856" y="60071"/>
                  </a:lnTo>
                  <a:lnTo>
                    <a:pt x="252856" y="73913"/>
                  </a:lnTo>
                  <a:lnTo>
                    <a:pt x="217169" y="90297"/>
                  </a:lnTo>
                  <a:lnTo>
                    <a:pt x="211836" y="98806"/>
                  </a:lnTo>
                  <a:lnTo>
                    <a:pt x="211836" y="109347"/>
                  </a:lnTo>
                  <a:lnTo>
                    <a:pt x="213613" y="113919"/>
                  </a:lnTo>
                  <a:lnTo>
                    <a:pt x="220980" y="121285"/>
                  </a:lnTo>
                  <a:lnTo>
                    <a:pt x="225679" y="123189"/>
                  </a:lnTo>
                  <a:lnTo>
                    <a:pt x="238760" y="123189"/>
                  </a:lnTo>
                  <a:lnTo>
                    <a:pt x="245654" y="120650"/>
                  </a:lnTo>
                  <a:lnTo>
                    <a:pt x="245834" y="120650"/>
                  </a:lnTo>
                  <a:lnTo>
                    <a:pt x="252730" y="115316"/>
                  </a:lnTo>
                  <a:lnTo>
                    <a:pt x="280162" y="115316"/>
                  </a:lnTo>
                  <a:lnTo>
                    <a:pt x="280162" y="112268"/>
                  </a:lnTo>
                  <a:lnTo>
                    <a:pt x="235457" y="112268"/>
                  </a:lnTo>
                  <a:lnTo>
                    <a:pt x="232791" y="111251"/>
                  </a:lnTo>
                  <a:lnTo>
                    <a:pt x="230766" y="109347"/>
                  </a:lnTo>
                  <a:lnTo>
                    <a:pt x="228600" y="107061"/>
                  </a:lnTo>
                  <a:lnTo>
                    <a:pt x="227456" y="104394"/>
                  </a:lnTo>
                  <a:lnTo>
                    <a:pt x="227456" y="97917"/>
                  </a:lnTo>
                  <a:lnTo>
                    <a:pt x="228600" y="95123"/>
                  </a:lnTo>
                  <a:lnTo>
                    <a:pt x="230886" y="92963"/>
                  </a:lnTo>
                  <a:lnTo>
                    <a:pt x="233044" y="90805"/>
                  </a:lnTo>
                  <a:lnTo>
                    <a:pt x="236855" y="88646"/>
                  </a:lnTo>
                  <a:lnTo>
                    <a:pt x="252856" y="82423"/>
                  </a:lnTo>
                  <a:lnTo>
                    <a:pt x="268276" y="82423"/>
                  </a:lnTo>
                  <a:lnTo>
                    <a:pt x="268224" y="62611"/>
                  </a:lnTo>
                  <a:lnTo>
                    <a:pt x="267570" y="58578"/>
                  </a:lnTo>
                  <a:lnTo>
                    <a:pt x="267462" y="57912"/>
                  </a:lnTo>
                  <a:lnTo>
                    <a:pt x="266573" y="55499"/>
                  </a:lnTo>
                  <a:lnTo>
                    <a:pt x="266425" y="55245"/>
                  </a:lnTo>
                  <a:close/>
                </a:path>
                <a:path w="280669" h="123825">
                  <a:moveTo>
                    <a:pt x="268276" y="82423"/>
                  </a:moveTo>
                  <a:lnTo>
                    <a:pt x="252856" y="82423"/>
                  </a:lnTo>
                  <a:lnTo>
                    <a:pt x="252856" y="106172"/>
                  </a:lnTo>
                  <a:lnTo>
                    <a:pt x="248538" y="110236"/>
                  </a:lnTo>
                  <a:lnTo>
                    <a:pt x="243967" y="112268"/>
                  </a:lnTo>
                  <a:lnTo>
                    <a:pt x="280162" y="112268"/>
                  </a:lnTo>
                  <a:lnTo>
                    <a:pt x="280162" y="112013"/>
                  </a:lnTo>
                  <a:lnTo>
                    <a:pt x="269367" y="112013"/>
                  </a:lnTo>
                  <a:lnTo>
                    <a:pt x="268350" y="110617"/>
                  </a:lnTo>
                  <a:lnTo>
                    <a:pt x="268276" y="82423"/>
                  </a:lnTo>
                  <a:close/>
                </a:path>
                <a:path w="280669" h="123825">
                  <a:moveTo>
                    <a:pt x="280162" y="107696"/>
                  </a:moveTo>
                  <a:lnTo>
                    <a:pt x="276098" y="110489"/>
                  </a:lnTo>
                  <a:lnTo>
                    <a:pt x="273050" y="112013"/>
                  </a:lnTo>
                  <a:lnTo>
                    <a:pt x="280162" y="112013"/>
                  </a:lnTo>
                  <a:lnTo>
                    <a:pt x="280162" y="107696"/>
                  </a:lnTo>
                  <a:close/>
                </a:path>
                <a:path w="280669" h="123825">
                  <a:moveTo>
                    <a:pt x="248412" y="40512"/>
                  </a:moveTo>
                  <a:lnTo>
                    <a:pt x="239775" y="40512"/>
                  </a:lnTo>
                  <a:lnTo>
                    <a:pt x="231628" y="41181"/>
                  </a:lnTo>
                  <a:lnTo>
                    <a:pt x="224504" y="43195"/>
                  </a:lnTo>
                  <a:lnTo>
                    <a:pt x="218380" y="46567"/>
                  </a:lnTo>
                  <a:lnTo>
                    <a:pt x="213232" y="51308"/>
                  </a:lnTo>
                  <a:lnTo>
                    <a:pt x="213232" y="68580"/>
                  </a:lnTo>
                  <a:lnTo>
                    <a:pt x="219394" y="62745"/>
                  </a:lnTo>
                  <a:lnTo>
                    <a:pt x="225663" y="58578"/>
                  </a:lnTo>
                  <a:lnTo>
                    <a:pt x="232003" y="56078"/>
                  </a:lnTo>
                  <a:lnTo>
                    <a:pt x="238379" y="55245"/>
                  </a:lnTo>
                  <a:lnTo>
                    <a:pt x="266425" y="55245"/>
                  </a:lnTo>
                  <a:lnTo>
                    <a:pt x="263779" y="50673"/>
                  </a:lnTo>
                  <a:lnTo>
                    <a:pt x="262255" y="48768"/>
                  </a:lnTo>
                  <a:lnTo>
                    <a:pt x="255269" y="42799"/>
                  </a:lnTo>
                  <a:lnTo>
                    <a:pt x="248412" y="40512"/>
                  </a:lnTo>
                  <a:close/>
                </a:path>
                <a:path w="280669" h="123825">
                  <a:moveTo>
                    <a:pt x="145161" y="42037"/>
                  </a:moveTo>
                  <a:lnTo>
                    <a:pt x="128905" y="42037"/>
                  </a:lnTo>
                  <a:lnTo>
                    <a:pt x="128905" y="121920"/>
                  </a:lnTo>
                  <a:lnTo>
                    <a:pt x="145161" y="121920"/>
                  </a:lnTo>
                  <a:lnTo>
                    <a:pt x="145161" y="64897"/>
                  </a:lnTo>
                  <a:lnTo>
                    <a:pt x="150368" y="57404"/>
                  </a:lnTo>
                  <a:lnTo>
                    <a:pt x="156591" y="53721"/>
                  </a:lnTo>
                  <a:lnTo>
                    <a:pt x="192186" y="53721"/>
                  </a:lnTo>
                  <a:lnTo>
                    <a:pt x="191466" y="52197"/>
                  </a:lnTo>
                  <a:lnTo>
                    <a:pt x="145161" y="52197"/>
                  </a:lnTo>
                  <a:lnTo>
                    <a:pt x="145161" y="42037"/>
                  </a:lnTo>
                  <a:close/>
                </a:path>
                <a:path w="280669" h="123825">
                  <a:moveTo>
                    <a:pt x="192186" y="53721"/>
                  </a:moveTo>
                  <a:lnTo>
                    <a:pt x="169925" y="53721"/>
                  </a:lnTo>
                  <a:lnTo>
                    <a:pt x="174117" y="55499"/>
                  </a:lnTo>
                  <a:lnTo>
                    <a:pt x="176656" y="58928"/>
                  </a:lnTo>
                  <a:lnTo>
                    <a:pt x="179069" y="62484"/>
                  </a:lnTo>
                  <a:lnTo>
                    <a:pt x="180340" y="68325"/>
                  </a:lnTo>
                  <a:lnTo>
                    <a:pt x="180340" y="121920"/>
                  </a:lnTo>
                  <a:lnTo>
                    <a:pt x="196215" y="121920"/>
                  </a:lnTo>
                  <a:lnTo>
                    <a:pt x="196215" y="66548"/>
                  </a:lnTo>
                  <a:lnTo>
                    <a:pt x="195072" y="59436"/>
                  </a:lnTo>
                  <a:lnTo>
                    <a:pt x="192786" y="54991"/>
                  </a:lnTo>
                  <a:lnTo>
                    <a:pt x="192186" y="53721"/>
                  </a:lnTo>
                  <a:close/>
                </a:path>
                <a:path w="280669" h="123825">
                  <a:moveTo>
                    <a:pt x="174117" y="40512"/>
                  </a:moveTo>
                  <a:lnTo>
                    <a:pt x="169163" y="40512"/>
                  </a:lnTo>
                  <a:lnTo>
                    <a:pt x="162591" y="41249"/>
                  </a:lnTo>
                  <a:lnTo>
                    <a:pt x="156400" y="43449"/>
                  </a:lnTo>
                  <a:lnTo>
                    <a:pt x="150590" y="47103"/>
                  </a:lnTo>
                  <a:lnTo>
                    <a:pt x="145161" y="52197"/>
                  </a:lnTo>
                  <a:lnTo>
                    <a:pt x="191466" y="52197"/>
                  </a:lnTo>
                  <a:lnTo>
                    <a:pt x="174117" y="40512"/>
                  </a:lnTo>
                  <a:close/>
                </a:path>
                <a:path w="280669" h="123825">
                  <a:moveTo>
                    <a:pt x="64262" y="0"/>
                  </a:moveTo>
                  <a:lnTo>
                    <a:pt x="52070" y="0"/>
                  </a:lnTo>
                  <a:lnTo>
                    <a:pt x="0" y="121920"/>
                  </a:lnTo>
                  <a:lnTo>
                    <a:pt x="17780" y="121920"/>
                  </a:lnTo>
                  <a:lnTo>
                    <a:pt x="33020" y="85979"/>
                  </a:lnTo>
                  <a:lnTo>
                    <a:pt x="102594" y="85979"/>
                  </a:lnTo>
                  <a:lnTo>
                    <a:pt x="95686" y="70485"/>
                  </a:lnTo>
                  <a:lnTo>
                    <a:pt x="39878" y="70485"/>
                  </a:lnTo>
                  <a:lnTo>
                    <a:pt x="58039" y="26670"/>
                  </a:lnTo>
                  <a:lnTo>
                    <a:pt x="76152" y="26670"/>
                  </a:lnTo>
                  <a:lnTo>
                    <a:pt x="64262" y="0"/>
                  </a:lnTo>
                  <a:close/>
                </a:path>
                <a:path w="280669" h="123825">
                  <a:moveTo>
                    <a:pt x="102594" y="85979"/>
                  </a:moveTo>
                  <a:lnTo>
                    <a:pt x="84709" y="85979"/>
                  </a:lnTo>
                  <a:lnTo>
                    <a:pt x="100965" y="121920"/>
                  </a:lnTo>
                  <a:lnTo>
                    <a:pt x="118618" y="121920"/>
                  </a:lnTo>
                  <a:lnTo>
                    <a:pt x="102594" y="85979"/>
                  </a:lnTo>
                  <a:close/>
                </a:path>
                <a:path w="280669" h="123825">
                  <a:moveTo>
                    <a:pt x="76152" y="26670"/>
                  </a:moveTo>
                  <a:lnTo>
                    <a:pt x="58039" y="26670"/>
                  </a:lnTo>
                  <a:lnTo>
                    <a:pt x="77597" y="70485"/>
                  </a:lnTo>
                  <a:lnTo>
                    <a:pt x="95686" y="70485"/>
                  </a:lnTo>
                  <a:lnTo>
                    <a:pt x="76152" y="26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4602" y="2888360"/>
              <a:ext cx="290322" cy="13347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51101" y="2888995"/>
            <a:ext cx="84962" cy="13284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66239" y="2887472"/>
            <a:ext cx="205740" cy="1540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01138" y="2887217"/>
            <a:ext cx="737108" cy="15430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3246" y="2888995"/>
            <a:ext cx="509142" cy="13271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19041" y="2888360"/>
            <a:ext cx="158241" cy="13347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99711" y="2888995"/>
            <a:ext cx="125221" cy="1328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59680" y="2888995"/>
            <a:ext cx="954531" cy="13284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58865" y="2888995"/>
            <a:ext cx="165607" cy="1328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4951" y="3185667"/>
            <a:ext cx="4527042" cy="17398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08330" y="3612260"/>
            <a:ext cx="1192453" cy="1729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87017" y="3610990"/>
            <a:ext cx="448437" cy="1741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27020" y="3652773"/>
            <a:ext cx="82169" cy="9283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04185" y="3612896"/>
            <a:ext cx="439800" cy="1722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3935" y="3612896"/>
            <a:ext cx="171704" cy="13271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2921" y="3612896"/>
            <a:ext cx="963421" cy="17221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57751" y="3611371"/>
            <a:ext cx="252221" cy="13436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709667" y="3612769"/>
            <a:ext cx="420877" cy="13296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211317" y="3611371"/>
            <a:ext cx="609091" cy="17373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8152" y="3909821"/>
            <a:ext cx="1066901" cy="173736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507809" y="4336288"/>
            <a:ext cx="928369" cy="154305"/>
            <a:chOff x="507809" y="4336288"/>
            <a:chExt cx="928369" cy="154305"/>
          </a:xfrm>
        </p:grpSpPr>
        <p:sp>
          <p:nvSpPr>
            <p:cNvPr id="47" name="object 47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9637" y="100202"/>
                  </a:moveTo>
                  <a:lnTo>
                    <a:pt x="903287" y="100202"/>
                  </a:lnTo>
                  <a:lnTo>
                    <a:pt x="900747" y="101345"/>
                  </a:lnTo>
                  <a:lnTo>
                    <a:pt x="898588" y="103631"/>
                  </a:lnTo>
                  <a:lnTo>
                    <a:pt x="896556" y="105917"/>
                  </a:lnTo>
                  <a:lnTo>
                    <a:pt x="895413" y="108584"/>
                  </a:lnTo>
                  <a:lnTo>
                    <a:pt x="895413" y="117474"/>
                  </a:lnTo>
                  <a:lnTo>
                    <a:pt x="898461" y="121284"/>
                  </a:lnTo>
                  <a:lnTo>
                    <a:pt x="905128" y="123189"/>
                  </a:lnTo>
                  <a:lnTo>
                    <a:pt x="904677" y="123189"/>
                  </a:lnTo>
                  <a:lnTo>
                    <a:pt x="904430" y="127380"/>
                  </a:lnTo>
                  <a:lnTo>
                    <a:pt x="903922" y="130809"/>
                  </a:lnTo>
                  <a:lnTo>
                    <a:pt x="902779" y="133349"/>
                  </a:lnTo>
                  <a:lnTo>
                    <a:pt x="901763" y="135889"/>
                  </a:lnTo>
                  <a:lnTo>
                    <a:pt x="899845" y="138556"/>
                  </a:lnTo>
                  <a:lnTo>
                    <a:pt x="897318" y="140842"/>
                  </a:lnTo>
                  <a:lnTo>
                    <a:pt x="897318" y="144144"/>
                  </a:lnTo>
                  <a:lnTo>
                    <a:pt x="918146" y="123189"/>
                  </a:lnTo>
                  <a:lnTo>
                    <a:pt x="918146" y="112013"/>
                  </a:lnTo>
                  <a:lnTo>
                    <a:pt x="917130" y="107949"/>
                  </a:lnTo>
                  <a:lnTo>
                    <a:pt x="914844" y="104901"/>
                  </a:lnTo>
                  <a:lnTo>
                    <a:pt x="912558" y="101726"/>
                  </a:lnTo>
                  <a:lnTo>
                    <a:pt x="909637" y="100202"/>
                  </a:lnTo>
                  <a:close/>
                </a:path>
                <a:path w="918210" h="144145">
                  <a:moveTo>
                    <a:pt x="560552" y="1142"/>
                  </a:moveTo>
                  <a:lnTo>
                    <a:pt x="548347" y="1142"/>
                  </a:lnTo>
                  <a:lnTo>
                    <a:pt x="496252" y="123062"/>
                  </a:lnTo>
                  <a:lnTo>
                    <a:pt x="514095" y="123062"/>
                  </a:lnTo>
                  <a:lnTo>
                    <a:pt x="529247" y="87121"/>
                  </a:lnTo>
                  <a:lnTo>
                    <a:pt x="598893" y="87121"/>
                  </a:lnTo>
                  <a:lnTo>
                    <a:pt x="591984" y="71627"/>
                  </a:lnTo>
                  <a:lnTo>
                    <a:pt x="536143" y="71627"/>
                  </a:lnTo>
                  <a:lnTo>
                    <a:pt x="554291" y="27812"/>
                  </a:lnTo>
                  <a:lnTo>
                    <a:pt x="572445" y="27812"/>
                  </a:lnTo>
                  <a:lnTo>
                    <a:pt x="560552" y="1142"/>
                  </a:lnTo>
                  <a:close/>
                </a:path>
                <a:path w="918210" h="144145">
                  <a:moveTo>
                    <a:pt x="598893" y="87121"/>
                  </a:moveTo>
                  <a:lnTo>
                    <a:pt x="580986" y="87121"/>
                  </a:lnTo>
                  <a:lnTo>
                    <a:pt x="597154" y="123062"/>
                  </a:lnTo>
                  <a:lnTo>
                    <a:pt x="614921" y="123062"/>
                  </a:lnTo>
                  <a:lnTo>
                    <a:pt x="598893" y="87121"/>
                  </a:lnTo>
                  <a:close/>
                </a:path>
                <a:path w="918210" h="144145">
                  <a:moveTo>
                    <a:pt x="572445" y="27812"/>
                  </a:moveTo>
                  <a:lnTo>
                    <a:pt x="554291" y="27812"/>
                  </a:lnTo>
                  <a:lnTo>
                    <a:pt x="573849" y="71627"/>
                  </a:lnTo>
                  <a:lnTo>
                    <a:pt x="591984" y="71627"/>
                  </a:lnTo>
                  <a:lnTo>
                    <a:pt x="572445" y="27812"/>
                  </a:lnTo>
                  <a:close/>
                </a:path>
                <a:path w="918210" h="144145">
                  <a:moveTo>
                    <a:pt x="189712" y="1142"/>
                  </a:moveTo>
                  <a:lnTo>
                    <a:pt x="177507" y="1142"/>
                  </a:lnTo>
                  <a:lnTo>
                    <a:pt x="125412" y="123062"/>
                  </a:lnTo>
                  <a:lnTo>
                    <a:pt x="143256" y="123062"/>
                  </a:lnTo>
                  <a:lnTo>
                    <a:pt x="158407" y="87121"/>
                  </a:lnTo>
                  <a:lnTo>
                    <a:pt x="228053" y="87121"/>
                  </a:lnTo>
                  <a:lnTo>
                    <a:pt x="221144" y="71627"/>
                  </a:lnTo>
                  <a:lnTo>
                    <a:pt x="165303" y="71627"/>
                  </a:lnTo>
                  <a:lnTo>
                    <a:pt x="183451" y="27812"/>
                  </a:lnTo>
                  <a:lnTo>
                    <a:pt x="201605" y="27812"/>
                  </a:lnTo>
                  <a:lnTo>
                    <a:pt x="189712" y="1142"/>
                  </a:lnTo>
                  <a:close/>
                </a:path>
                <a:path w="918210" h="144145">
                  <a:moveTo>
                    <a:pt x="228053" y="87121"/>
                  </a:moveTo>
                  <a:lnTo>
                    <a:pt x="210146" y="87121"/>
                  </a:lnTo>
                  <a:lnTo>
                    <a:pt x="226314" y="123062"/>
                  </a:lnTo>
                  <a:lnTo>
                    <a:pt x="244081" y="123062"/>
                  </a:lnTo>
                  <a:lnTo>
                    <a:pt x="228053" y="87121"/>
                  </a:lnTo>
                  <a:close/>
                </a:path>
                <a:path w="918210" h="144145">
                  <a:moveTo>
                    <a:pt x="201605" y="27812"/>
                  </a:moveTo>
                  <a:lnTo>
                    <a:pt x="183451" y="27812"/>
                  </a:lnTo>
                  <a:lnTo>
                    <a:pt x="203009" y="71627"/>
                  </a:lnTo>
                  <a:lnTo>
                    <a:pt x="221144" y="71627"/>
                  </a:lnTo>
                  <a:lnTo>
                    <a:pt x="201605" y="2781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779208" y="17906"/>
                  </a:lnTo>
                  <a:lnTo>
                    <a:pt x="760860" y="62102"/>
                  </a:lnTo>
                  <a:lnTo>
                    <a:pt x="760793" y="62864"/>
                  </a:lnTo>
                  <a:lnTo>
                    <a:pt x="761917" y="75322"/>
                  </a:lnTo>
                  <a:lnTo>
                    <a:pt x="761936" y="75537"/>
                  </a:lnTo>
                  <a:lnTo>
                    <a:pt x="788777" y="114601"/>
                  </a:lnTo>
                  <a:lnTo>
                    <a:pt x="824674" y="124459"/>
                  </a:lnTo>
                  <a:lnTo>
                    <a:pt x="838438" y="123364"/>
                  </a:lnTo>
                  <a:lnTo>
                    <a:pt x="850963" y="120078"/>
                  </a:lnTo>
                  <a:lnTo>
                    <a:pt x="862250" y="114601"/>
                  </a:lnTo>
                  <a:lnTo>
                    <a:pt x="870302" y="108457"/>
                  </a:lnTo>
                  <a:lnTo>
                    <a:pt x="825817" y="108457"/>
                  </a:lnTo>
                  <a:lnTo>
                    <a:pt x="816147" y="107648"/>
                  </a:lnTo>
                  <a:lnTo>
                    <a:pt x="782097" y="80803"/>
                  </a:lnTo>
                  <a:lnTo>
                    <a:pt x="778700" y="62864"/>
                  </a:lnTo>
                  <a:lnTo>
                    <a:pt x="779553" y="53201"/>
                  </a:lnTo>
                  <a:lnTo>
                    <a:pt x="782097" y="44418"/>
                  </a:lnTo>
                  <a:lnTo>
                    <a:pt x="786238" y="36671"/>
                  </a:lnTo>
                  <a:lnTo>
                    <a:pt x="786308" y="36540"/>
                  </a:lnTo>
                  <a:lnTo>
                    <a:pt x="792055" y="29717"/>
                  </a:lnTo>
                  <a:lnTo>
                    <a:pt x="792162" y="29590"/>
                  </a:lnTo>
                  <a:lnTo>
                    <a:pt x="799236" y="23957"/>
                  </a:lnTo>
                  <a:lnTo>
                    <a:pt x="807355" y="19827"/>
                  </a:lnTo>
                  <a:lnTo>
                    <a:pt x="816390" y="17341"/>
                  </a:lnTo>
                  <a:lnTo>
                    <a:pt x="826325" y="16509"/>
                  </a:lnTo>
                  <a:lnTo>
                    <a:pt x="870656" y="16509"/>
                  </a:lnTo>
                  <a:lnTo>
                    <a:pt x="862498" y="10072"/>
                  </a:lnTo>
                  <a:lnTo>
                    <a:pt x="851392" y="4476"/>
                  </a:lnTo>
                  <a:lnTo>
                    <a:pt x="839118" y="1119"/>
                  </a:lnTo>
                  <a:lnTo>
                    <a:pt x="825690" y="0"/>
                  </a:lnTo>
                  <a:close/>
                </a:path>
                <a:path w="918210" h="144145">
                  <a:moveTo>
                    <a:pt x="870656" y="16509"/>
                  </a:moveTo>
                  <a:lnTo>
                    <a:pt x="826325" y="16509"/>
                  </a:lnTo>
                  <a:lnTo>
                    <a:pt x="835848" y="17341"/>
                  </a:lnTo>
                  <a:lnTo>
                    <a:pt x="844597" y="19827"/>
                  </a:lnTo>
                  <a:lnTo>
                    <a:pt x="852560" y="23957"/>
                  </a:lnTo>
                  <a:lnTo>
                    <a:pt x="859726" y="29717"/>
                  </a:lnTo>
                  <a:lnTo>
                    <a:pt x="865542" y="36540"/>
                  </a:lnTo>
                  <a:lnTo>
                    <a:pt x="865653" y="36671"/>
                  </a:lnTo>
                  <a:lnTo>
                    <a:pt x="869911" y="44418"/>
                  </a:lnTo>
                  <a:lnTo>
                    <a:pt x="872460" y="52863"/>
                  </a:lnTo>
                  <a:lnTo>
                    <a:pt x="873315" y="62102"/>
                  </a:lnTo>
                  <a:lnTo>
                    <a:pt x="872460" y="71604"/>
                  </a:lnTo>
                  <a:lnTo>
                    <a:pt x="844331" y="105219"/>
                  </a:lnTo>
                  <a:lnTo>
                    <a:pt x="844202" y="105219"/>
                  </a:lnTo>
                  <a:lnTo>
                    <a:pt x="835502" y="107648"/>
                  </a:lnTo>
                  <a:lnTo>
                    <a:pt x="835324" y="107648"/>
                  </a:lnTo>
                  <a:lnTo>
                    <a:pt x="825817" y="108457"/>
                  </a:lnTo>
                  <a:lnTo>
                    <a:pt x="870302" y="108457"/>
                  </a:lnTo>
                  <a:lnTo>
                    <a:pt x="889968" y="75537"/>
                  </a:lnTo>
                  <a:lnTo>
                    <a:pt x="891187" y="62102"/>
                  </a:lnTo>
                  <a:lnTo>
                    <a:pt x="890073" y="49839"/>
                  </a:lnTo>
                  <a:lnTo>
                    <a:pt x="890053" y="49625"/>
                  </a:lnTo>
                  <a:lnTo>
                    <a:pt x="886567" y="38004"/>
                  </a:lnTo>
                  <a:lnTo>
                    <a:pt x="885851" y="36671"/>
                  </a:lnTo>
                  <a:lnTo>
                    <a:pt x="880680" y="27360"/>
                  </a:lnTo>
                  <a:lnTo>
                    <a:pt x="872426" y="17906"/>
                  </a:lnTo>
                  <a:lnTo>
                    <a:pt x="870656" y="16509"/>
                  </a:lnTo>
                  <a:close/>
                </a:path>
                <a:path w="918210" h="144145">
                  <a:moveTo>
                    <a:pt x="642315" y="1777"/>
                  </a:moveTo>
                  <a:lnTo>
                    <a:pt x="628256" y="1777"/>
                  </a:lnTo>
                  <a:lnTo>
                    <a:pt x="628256" y="123062"/>
                  </a:lnTo>
                  <a:lnTo>
                    <a:pt x="644575" y="123062"/>
                  </a:lnTo>
                  <a:lnTo>
                    <a:pt x="644575" y="29717"/>
                  </a:lnTo>
                  <a:lnTo>
                    <a:pt x="666561" y="29717"/>
                  </a:lnTo>
                  <a:lnTo>
                    <a:pt x="642315" y="1777"/>
                  </a:lnTo>
                  <a:close/>
                </a:path>
                <a:path w="918210" h="144145">
                  <a:moveTo>
                    <a:pt x="666561" y="29717"/>
                  </a:moveTo>
                  <a:lnTo>
                    <a:pt x="644575" y="29717"/>
                  </a:lnTo>
                  <a:lnTo>
                    <a:pt x="725652" y="123062"/>
                  </a:lnTo>
                  <a:lnTo>
                    <a:pt x="740587" y="123062"/>
                  </a:lnTo>
                  <a:lnTo>
                    <a:pt x="740587" y="96011"/>
                  </a:lnTo>
                  <a:lnTo>
                    <a:pt x="724090" y="96011"/>
                  </a:lnTo>
                  <a:lnTo>
                    <a:pt x="666561" y="29717"/>
                  </a:lnTo>
                  <a:close/>
                </a:path>
                <a:path w="918210" h="144145">
                  <a:moveTo>
                    <a:pt x="740587" y="1777"/>
                  </a:moveTo>
                  <a:lnTo>
                    <a:pt x="724090" y="1777"/>
                  </a:lnTo>
                  <a:lnTo>
                    <a:pt x="724090" y="96011"/>
                  </a:lnTo>
                  <a:lnTo>
                    <a:pt x="740587" y="96011"/>
                  </a:lnTo>
                  <a:lnTo>
                    <a:pt x="740587" y="1777"/>
                  </a:lnTo>
                  <a:close/>
                </a:path>
                <a:path w="918210" h="144145">
                  <a:moveTo>
                    <a:pt x="271475" y="1777"/>
                  </a:moveTo>
                  <a:lnTo>
                    <a:pt x="257416" y="1777"/>
                  </a:lnTo>
                  <a:lnTo>
                    <a:pt x="257416" y="123062"/>
                  </a:lnTo>
                  <a:lnTo>
                    <a:pt x="273735" y="123062"/>
                  </a:lnTo>
                  <a:lnTo>
                    <a:pt x="273735" y="29717"/>
                  </a:lnTo>
                  <a:lnTo>
                    <a:pt x="295721" y="29717"/>
                  </a:lnTo>
                  <a:lnTo>
                    <a:pt x="271475" y="1777"/>
                  </a:lnTo>
                  <a:close/>
                </a:path>
                <a:path w="918210" h="144145">
                  <a:moveTo>
                    <a:pt x="295721" y="29717"/>
                  </a:moveTo>
                  <a:lnTo>
                    <a:pt x="273735" y="29717"/>
                  </a:lnTo>
                  <a:lnTo>
                    <a:pt x="354812" y="123062"/>
                  </a:lnTo>
                  <a:lnTo>
                    <a:pt x="369747" y="123062"/>
                  </a:lnTo>
                  <a:lnTo>
                    <a:pt x="369747" y="96011"/>
                  </a:lnTo>
                  <a:lnTo>
                    <a:pt x="353250" y="96011"/>
                  </a:lnTo>
                  <a:lnTo>
                    <a:pt x="295721" y="29717"/>
                  </a:lnTo>
                  <a:close/>
                </a:path>
                <a:path w="918210" h="144145">
                  <a:moveTo>
                    <a:pt x="369747" y="1777"/>
                  </a:moveTo>
                  <a:lnTo>
                    <a:pt x="353250" y="1777"/>
                  </a:lnTo>
                  <a:lnTo>
                    <a:pt x="353250" y="96011"/>
                  </a:lnTo>
                  <a:lnTo>
                    <a:pt x="369747" y="96011"/>
                  </a:lnTo>
                  <a:lnTo>
                    <a:pt x="369747" y="1777"/>
                  </a:lnTo>
                  <a:close/>
                </a:path>
                <a:path w="918210" h="144145">
                  <a:moveTo>
                    <a:pt x="16433" y="1777"/>
                  </a:moveTo>
                  <a:lnTo>
                    <a:pt x="0" y="1777"/>
                  </a:lnTo>
                  <a:lnTo>
                    <a:pt x="0" y="123062"/>
                  </a:lnTo>
                  <a:lnTo>
                    <a:pt x="17360" y="123062"/>
                  </a:lnTo>
                  <a:lnTo>
                    <a:pt x="17360" y="28701"/>
                  </a:lnTo>
                  <a:lnTo>
                    <a:pt x="38233" y="28701"/>
                  </a:lnTo>
                  <a:lnTo>
                    <a:pt x="16433" y="1777"/>
                  </a:lnTo>
                  <a:close/>
                </a:path>
                <a:path w="918210" h="144145">
                  <a:moveTo>
                    <a:pt x="113042" y="28701"/>
                  </a:moveTo>
                  <a:lnTo>
                    <a:pt x="95592" y="28701"/>
                  </a:lnTo>
                  <a:lnTo>
                    <a:pt x="95592" y="123062"/>
                  </a:lnTo>
                  <a:lnTo>
                    <a:pt x="113042" y="123062"/>
                  </a:lnTo>
                  <a:lnTo>
                    <a:pt x="113042" y="28701"/>
                  </a:lnTo>
                  <a:close/>
                </a:path>
                <a:path w="918210" h="144145">
                  <a:moveTo>
                    <a:pt x="38233" y="28701"/>
                  </a:moveTo>
                  <a:lnTo>
                    <a:pt x="17360" y="28701"/>
                  </a:lnTo>
                  <a:lnTo>
                    <a:pt x="55092" y="75564"/>
                  </a:lnTo>
                  <a:lnTo>
                    <a:pt x="58293" y="75564"/>
                  </a:lnTo>
                  <a:lnTo>
                    <a:pt x="77397" y="51561"/>
                  </a:lnTo>
                  <a:lnTo>
                    <a:pt x="56743" y="51561"/>
                  </a:lnTo>
                  <a:lnTo>
                    <a:pt x="38233" y="28701"/>
                  </a:lnTo>
                  <a:close/>
                </a:path>
                <a:path w="918210" h="144145">
                  <a:moveTo>
                    <a:pt x="113042" y="1777"/>
                  </a:moveTo>
                  <a:lnTo>
                    <a:pt x="96799" y="1777"/>
                  </a:lnTo>
                  <a:lnTo>
                    <a:pt x="56743" y="51561"/>
                  </a:lnTo>
                  <a:lnTo>
                    <a:pt x="77397" y="51561"/>
                  </a:lnTo>
                  <a:lnTo>
                    <a:pt x="95592" y="28701"/>
                  </a:lnTo>
                  <a:lnTo>
                    <a:pt x="113042" y="28701"/>
                  </a:lnTo>
                  <a:lnTo>
                    <a:pt x="113042" y="1777"/>
                  </a:lnTo>
                  <a:close/>
                </a:path>
                <a:path w="918210" h="144145">
                  <a:moveTo>
                    <a:pt x="493598" y="1650"/>
                  </a:moveTo>
                  <a:lnTo>
                    <a:pt x="389064" y="1650"/>
                  </a:lnTo>
                  <a:lnTo>
                    <a:pt x="389064" y="17017"/>
                  </a:lnTo>
                  <a:lnTo>
                    <a:pt x="461708" y="17017"/>
                  </a:lnTo>
                  <a:lnTo>
                    <a:pt x="384124" y="123062"/>
                  </a:lnTo>
                  <a:lnTo>
                    <a:pt x="493598" y="123062"/>
                  </a:lnTo>
                  <a:lnTo>
                    <a:pt x="493598" y="107568"/>
                  </a:lnTo>
                  <a:lnTo>
                    <a:pt x="416115" y="107568"/>
                  </a:lnTo>
                  <a:lnTo>
                    <a:pt x="493598" y="1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6081" y="100202"/>
                  </a:moveTo>
                  <a:lnTo>
                    <a:pt x="909637" y="100202"/>
                  </a:lnTo>
                  <a:lnTo>
                    <a:pt x="912558" y="101726"/>
                  </a:lnTo>
                  <a:lnTo>
                    <a:pt x="914844" y="104901"/>
                  </a:lnTo>
                  <a:lnTo>
                    <a:pt x="917130" y="107949"/>
                  </a:lnTo>
                  <a:lnTo>
                    <a:pt x="918146" y="112013"/>
                  </a:lnTo>
                  <a:lnTo>
                    <a:pt x="918146" y="116839"/>
                  </a:lnTo>
                  <a:lnTo>
                    <a:pt x="918146" y="123189"/>
                  </a:lnTo>
                  <a:lnTo>
                    <a:pt x="897318" y="144144"/>
                  </a:lnTo>
                  <a:lnTo>
                    <a:pt x="897318" y="140842"/>
                  </a:lnTo>
                  <a:lnTo>
                    <a:pt x="899985" y="138429"/>
                  </a:lnTo>
                  <a:lnTo>
                    <a:pt x="901763" y="135889"/>
                  </a:lnTo>
                  <a:lnTo>
                    <a:pt x="902779" y="133349"/>
                  </a:lnTo>
                  <a:lnTo>
                    <a:pt x="903922" y="130809"/>
                  </a:lnTo>
                  <a:lnTo>
                    <a:pt x="904430" y="127380"/>
                  </a:lnTo>
                  <a:lnTo>
                    <a:pt x="904684" y="123062"/>
                  </a:lnTo>
                  <a:lnTo>
                    <a:pt x="898461" y="121284"/>
                  </a:lnTo>
                  <a:lnTo>
                    <a:pt x="895413" y="117474"/>
                  </a:lnTo>
                  <a:lnTo>
                    <a:pt x="895413" y="111759"/>
                  </a:lnTo>
                  <a:lnTo>
                    <a:pt x="895413" y="108584"/>
                  </a:lnTo>
                  <a:lnTo>
                    <a:pt x="896556" y="105917"/>
                  </a:lnTo>
                  <a:lnTo>
                    <a:pt x="898588" y="103631"/>
                  </a:lnTo>
                  <a:lnTo>
                    <a:pt x="900747" y="101345"/>
                  </a:lnTo>
                  <a:lnTo>
                    <a:pt x="903287" y="100202"/>
                  </a:lnTo>
                  <a:lnTo>
                    <a:pt x="906081" y="100202"/>
                  </a:lnTo>
                  <a:close/>
                </a:path>
                <a:path w="918210" h="144145">
                  <a:moveTo>
                    <a:pt x="554291" y="27812"/>
                  </a:moveTo>
                  <a:lnTo>
                    <a:pt x="536143" y="71627"/>
                  </a:lnTo>
                  <a:lnTo>
                    <a:pt x="573849" y="71627"/>
                  </a:lnTo>
                  <a:lnTo>
                    <a:pt x="554291" y="27812"/>
                  </a:lnTo>
                  <a:close/>
                </a:path>
                <a:path w="918210" h="144145">
                  <a:moveTo>
                    <a:pt x="183451" y="27812"/>
                  </a:moveTo>
                  <a:lnTo>
                    <a:pt x="165303" y="71627"/>
                  </a:lnTo>
                  <a:lnTo>
                    <a:pt x="203009" y="71627"/>
                  </a:lnTo>
                  <a:lnTo>
                    <a:pt x="183451" y="27812"/>
                  </a:lnTo>
                  <a:close/>
                </a:path>
                <a:path w="918210" h="144145">
                  <a:moveTo>
                    <a:pt x="826325" y="16509"/>
                  </a:moveTo>
                  <a:lnTo>
                    <a:pt x="786308" y="36540"/>
                  </a:lnTo>
                  <a:lnTo>
                    <a:pt x="778700" y="62864"/>
                  </a:lnTo>
                  <a:lnTo>
                    <a:pt x="779553" y="72251"/>
                  </a:lnTo>
                  <a:lnTo>
                    <a:pt x="807323" y="105219"/>
                  </a:lnTo>
                  <a:lnTo>
                    <a:pt x="825817" y="108457"/>
                  </a:lnTo>
                  <a:lnTo>
                    <a:pt x="835580" y="107626"/>
                  </a:lnTo>
                  <a:lnTo>
                    <a:pt x="869902" y="80295"/>
                  </a:lnTo>
                  <a:lnTo>
                    <a:pt x="873315" y="62102"/>
                  </a:lnTo>
                  <a:lnTo>
                    <a:pt x="872460" y="52863"/>
                  </a:lnTo>
                  <a:lnTo>
                    <a:pt x="844597" y="19827"/>
                  </a:lnTo>
                  <a:lnTo>
                    <a:pt x="826325" y="16509"/>
                  </a:lnTo>
                  <a:close/>
                </a:path>
                <a:path w="918210" h="144145">
                  <a:moveTo>
                    <a:pt x="628256" y="1777"/>
                  </a:moveTo>
                  <a:lnTo>
                    <a:pt x="642315" y="1777"/>
                  </a:lnTo>
                  <a:lnTo>
                    <a:pt x="724090" y="96011"/>
                  </a:lnTo>
                  <a:lnTo>
                    <a:pt x="724090" y="1777"/>
                  </a:lnTo>
                  <a:lnTo>
                    <a:pt x="740587" y="1777"/>
                  </a:lnTo>
                  <a:lnTo>
                    <a:pt x="740587" y="123062"/>
                  </a:lnTo>
                  <a:lnTo>
                    <a:pt x="725652" y="123062"/>
                  </a:lnTo>
                  <a:lnTo>
                    <a:pt x="644575" y="29717"/>
                  </a:lnTo>
                  <a:lnTo>
                    <a:pt x="644575" y="123062"/>
                  </a:lnTo>
                  <a:lnTo>
                    <a:pt x="628256" y="123062"/>
                  </a:lnTo>
                  <a:lnTo>
                    <a:pt x="628256" y="1777"/>
                  </a:lnTo>
                  <a:close/>
                </a:path>
                <a:path w="918210" h="144145">
                  <a:moveTo>
                    <a:pt x="257416" y="1777"/>
                  </a:moveTo>
                  <a:lnTo>
                    <a:pt x="271475" y="1777"/>
                  </a:lnTo>
                  <a:lnTo>
                    <a:pt x="353250" y="96011"/>
                  </a:lnTo>
                  <a:lnTo>
                    <a:pt x="353250" y="1777"/>
                  </a:lnTo>
                  <a:lnTo>
                    <a:pt x="369747" y="1777"/>
                  </a:lnTo>
                  <a:lnTo>
                    <a:pt x="369747" y="123062"/>
                  </a:lnTo>
                  <a:lnTo>
                    <a:pt x="354812" y="123062"/>
                  </a:lnTo>
                  <a:lnTo>
                    <a:pt x="273735" y="29717"/>
                  </a:lnTo>
                  <a:lnTo>
                    <a:pt x="273735" y="123062"/>
                  </a:lnTo>
                  <a:lnTo>
                    <a:pt x="257416" y="123062"/>
                  </a:lnTo>
                  <a:lnTo>
                    <a:pt x="257416" y="1777"/>
                  </a:lnTo>
                  <a:close/>
                </a:path>
                <a:path w="918210" h="144145">
                  <a:moveTo>
                    <a:pt x="0" y="1777"/>
                  </a:moveTo>
                  <a:lnTo>
                    <a:pt x="16433" y="1777"/>
                  </a:lnTo>
                  <a:lnTo>
                    <a:pt x="56743" y="51561"/>
                  </a:lnTo>
                  <a:lnTo>
                    <a:pt x="96799" y="1777"/>
                  </a:lnTo>
                  <a:lnTo>
                    <a:pt x="113042" y="1777"/>
                  </a:lnTo>
                  <a:lnTo>
                    <a:pt x="113042" y="123062"/>
                  </a:lnTo>
                  <a:lnTo>
                    <a:pt x="95592" y="123062"/>
                  </a:lnTo>
                  <a:lnTo>
                    <a:pt x="95592" y="28701"/>
                  </a:lnTo>
                  <a:lnTo>
                    <a:pt x="58293" y="75564"/>
                  </a:lnTo>
                  <a:lnTo>
                    <a:pt x="55092" y="75564"/>
                  </a:lnTo>
                  <a:lnTo>
                    <a:pt x="17360" y="28701"/>
                  </a:lnTo>
                  <a:lnTo>
                    <a:pt x="17360" y="123062"/>
                  </a:lnTo>
                  <a:lnTo>
                    <a:pt x="0" y="123062"/>
                  </a:lnTo>
                  <a:lnTo>
                    <a:pt x="0" y="1777"/>
                  </a:lnTo>
                  <a:close/>
                </a:path>
                <a:path w="918210" h="144145">
                  <a:moveTo>
                    <a:pt x="389064" y="1650"/>
                  </a:moveTo>
                  <a:lnTo>
                    <a:pt x="493598" y="1650"/>
                  </a:lnTo>
                  <a:lnTo>
                    <a:pt x="416115" y="107568"/>
                  </a:lnTo>
                  <a:lnTo>
                    <a:pt x="493598" y="107568"/>
                  </a:lnTo>
                  <a:lnTo>
                    <a:pt x="493598" y="123062"/>
                  </a:lnTo>
                  <a:lnTo>
                    <a:pt x="384124" y="123062"/>
                  </a:lnTo>
                  <a:lnTo>
                    <a:pt x="461708" y="17017"/>
                  </a:lnTo>
                  <a:lnTo>
                    <a:pt x="389064" y="17017"/>
                  </a:lnTo>
                  <a:lnTo>
                    <a:pt x="389064" y="1650"/>
                  </a:lnTo>
                  <a:close/>
                </a:path>
                <a:path w="918210" h="144145">
                  <a:moveTo>
                    <a:pt x="548347" y="1142"/>
                  </a:moveTo>
                  <a:lnTo>
                    <a:pt x="560552" y="1142"/>
                  </a:lnTo>
                  <a:lnTo>
                    <a:pt x="614921" y="123062"/>
                  </a:lnTo>
                  <a:lnTo>
                    <a:pt x="597154" y="123062"/>
                  </a:lnTo>
                  <a:lnTo>
                    <a:pt x="580986" y="87121"/>
                  </a:lnTo>
                  <a:lnTo>
                    <a:pt x="529247" y="87121"/>
                  </a:lnTo>
                  <a:lnTo>
                    <a:pt x="514095" y="123062"/>
                  </a:lnTo>
                  <a:lnTo>
                    <a:pt x="496252" y="123062"/>
                  </a:lnTo>
                  <a:lnTo>
                    <a:pt x="548347" y="1142"/>
                  </a:lnTo>
                  <a:close/>
                </a:path>
                <a:path w="918210" h="144145">
                  <a:moveTo>
                    <a:pt x="177507" y="1142"/>
                  </a:moveTo>
                  <a:lnTo>
                    <a:pt x="189712" y="1142"/>
                  </a:lnTo>
                  <a:lnTo>
                    <a:pt x="244081" y="123062"/>
                  </a:lnTo>
                  <a:lnTo>
                    <a:pt x="226314" y="123062"/>
                  </a:lnTo>
                  <a:lnTo>
                    <a:pt x="210146" y="87121"/>
                  </a:lnTo>
                  <a:lnTo>
                    <a:pt x="158407" y="87121"/>
                  </a:lnTo>
                  <a:lnTo>
                    <a:pt x="143256" y="123062"/>
                  </a:lnTo>
                  <a:lnTo>
                    <a:pt x="125412" y="123062"/>
                  </a:lnTo>
                  <a:lnTo>
                    <a:pt x="177507" y="114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862498" y="10072"/>
                  </a:lnTo>
                  <a:lnTo>
                    <a:pt x="890053" y="49625"/>
                  </a:lnTo>
                  <a:lnTo>
                    <a:pt x="891222" y="62483"/>
                  </a:lnTo>
                  <a:lnTo>
                    <a:pt x="890033" y="75322"/>
                  </a:lnTo>
                  <a:lnTo>
                    <a:pt x="862250" y="114601"/>
                  </a:lnTo>
                  <a:lnTo>
                    <a:pt x="824674" y="124459"/>
                  </a:lnTo>
                  <a:lnTo>
                    <a:pt x="811549" y="123364"/>
                  </a:lnTo>
                  <a:lnTo>
                    <a:pt x="771080" y="97547"/>
                  </a:lnTo>
                  <a:lnTo>
                    <a:pt x="760793" y="62864"/>
                  </a:lnTo>
                  <a:lnTo>
                    <a:pt x="761938" y="49839"/>
                  </a:lnTo>
                  <a:lnTo>
                    <a:pt x="788971" y="10072"/>
                  </a:lnTo>
                  <a:lnTo>
                    <a:pt x="82569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40636" y="4338065"/>
            <a:ext cx="95377" cy="17233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750822" y="4337430"/>
            <a:ext cx="158242" cy="13347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37714" y="4338065"/>
            <a:ext cx="164719" cy="13284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326258" y="4336541"/>
            <a:ext cx="204470" cy="15405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652902" y="4336288"/>
            <a:ext cx="777240" cy="154305"/>
            <a:chOff x="2652902" y="4336288"/>
            <a:chExt cx="777240" cy="154305"/>
          </a:xfrm>
        </p:grpSpPr>
        <p:sp>
          <p:nvSpPr>
            <p:cNvPr id="54" name="object 54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8444" y="100202"/>
                  </a:moveTo>
                  <a:lnTo>
                    <a:pt x="752094" y="100202"/>
                  </a:lnTo>
                  <a:lnTo>
                    <a:pt x="749554" y="101345"/>
                  </a:lnTo>
                  <a:lnTo>
                    <a:pt x="747394" y="103631"/>
                  </a:lnTo>
                  <a:lnTo>
                    <a:pt x="745363" y="105917"/>
                  </a:lnTo>
                  <a:lnTo>
                    <a:pt x="744219" y="108584"/>
                  </a:lnTo>
                  <a:lnTo>
                    <a:pt x="744219" y="117474"/>
                  </a:lnTo>
                  <a:lnTo>
                    <a:pt x="747268" y="121284"/>
                  </a:lnTo>
                  <a:lnTo>
                    <a:pt x="753935" y="123189"/>
                  </a:lnTo>
                  <a:lnTo>
                    <a:pt x="753483" y="123189"/>
                  </a:lnTo>
                  <a:lnTo>
                    <a:pt x="753237" y="127380"/>
                  </a:lnTo>
                  <a:lnTo>
                    <a:pt x="752729" y="130809"/>
                  </a:lnTo>
                  <a:lnTo>
                    <a:pt x="751586" y="133349"/>
                  </a:lnTo>
                  <a:lnTo>
                    <a:pt x="750569" y="135889"/>
                  </a:lnTo>
                  <a:lnTo>
                    <a:pt x="748651" y="138556"/>
                  </a:lnTo>
                  <a:lnTo>
                    <a:pt x="746125" y="140842"/>
                  </a:lnTo>
                  <a:lnTo>
                    <a:pt x="746125" y="144144"/>
                  </a:lnTo>
                  <a:lnTo>
                    <a:pt x="766953" y="123189"/>
                  </a:lnTo>
                  <a:lnTo>
                    <a:pt x="766953" y="112013"/>
                  </a:lnTo>
                  <a:lnTo>
                    <a:pt x="765937" y="107949"/>
                  </a:lnTo>
                  <a:lnTo>
                    <a:pt x="763651" y="104901"/>
                  </a:lnTo>
                  <a:lnTo>
                    <a:pt x="761365" y="101726"/>
                  </a:lnTo>
                  <a:lnTo>
                    <a:pt x="758444" y="100202"/>
                  </a:lnTo>
                  <a:close/>
                </a:path>
                <a:path w="767079" h="144145">
                  <a:moveTo>
                    <a:pt x="683641" y="1142"/>
                  </a:moveTo>
                  <a:lnTo>
                    <a:pt x="671449" y="1142"/>
                  </a:lnTo>
                  <a:lnTo>
                    <a:pt x="619379" y="123062"/>
                  </a:lnTo>
                  <a:lnTo>
                    <a:pt x="637158" y="123062"/>
                  </a:lnTo>
                  <a:lnTo>
                    <a:pt x="652399" y="87121"/>
                  </a:lnTo>
                  <a:lnTo>
                    <a:pt x="721973" y="87121"/>
                  </a:lnTo>
                  <a:lnTo>
                    <a:pt x="715065" y="71627"/>
                  </a:lnTo>
                  <a:lnTo>
                    <a:pt x="659257" y="71627"/>
                  </a:lnTo>
                  <a:lnTo>
                    <a:pt x="677418" y="27812"/>
                  </a:lnTo>
                  <a:lnTo>
                    <a:pt x="695531" y="27812"/>
                  </a:lnTo>
                  <a:lnTo>
                    <a:pt x="683641" y="1142"/>
                  </a:lnTo>
                  <a:close/>
                </a:path>
                <a:path w="767079" h="144145">
                  <a:moveTo>
                    <a:pt x="721973" y="87121"/>
                  </a:moveTo>
                  <a:lnTo>
                    <a:pt x="704088" y="87121"/>
                  </a:lnTo>
                  <a:lnTo>
                    <a:pt x="720344" y="123062"/>
                  </a:lnTo>
                  <a:lnTo>
                    <a:pt x="737996" y="123062"/>
                  </a:lnTo>
                  <a:lnTo>
                    <a:pt x="721973" y="87121"/>
                  </a:lnTo>
                  <a:close/>
                </a:path>
                <a:path w="767079" h="144145">
                  <a:moveTo>
                    <a:pt x="695531" y="27812"/>
                  </a:moveTo>
                  <a:lnTo>
                    <a:pt x="677418" y="27812"/>
                  </a:lnTo>
                  <a:lnTo>
                    <a:pt x="696976" y="71627"/>
                  </a:lnTo>
                  <a:lnTo>
                    <a:pt x="715065" y="71627"/>
                  </a:lnTo>
                  <a:lnTo>
                    <a:pt x="695531" y="27812"/>
                  </a:lnTo>
                  <a:close/>
                </a:path>
                <a:path w="767079" h="144145">
                  <a:moveTo>
                    <a:pt x="555752" y="1777"/>
                  </a:moveTo>
                  <a:lnTo>
                    <a:pt x="525272" y="1777"/>
                  </a:lnTo>
                  <a:lnTo>
                    <a:pt x="525272" y="123062"/>
                  </a:lnTo>
                  <a:lnTo>
                    <a:pt x="542671" y="123062"/>
                  </a:lnTo>
                  <a:lnTo>
                    <a:pt x="542671" y="70230"/>
                  </a:lnTo>
                  <a:lnTo>
                    <a:pt x="581569" y="70230"/>
                  </a:lnTo>
                  <a:lnTo>
                    <a:pt x="579119" y="67944"/>
                  </a:lnTo>
                  <a:lnTo>
                    <a:pt x="575183" y="65404"/>
                  </a:lnTo>
                  <a:lnTo>
                    <a:pt x="581787" y="62864"/>
                  </a:lnTo>
                  <a:lnTo>
                    <a:pt x="586867" y="59054"/>
                  </a:lnTo>
                  <a:lnTo>
                    <a:pt x="589729" y="54863"/>
                  </a:lnTo>
                  <a:lnTo>
                    <a:pt x="542671" y="54863"/>
                  </a:lnTo>
                  <a:lnTo>
                    <a:pt x="542671" y="16509"/>
                  </a:lnTo>
                  <a:lnTo>
                    <a:pt x="590020" y="16509"/>
                  </a:lnTo>
                  <a:lnTo>
                    <a:pt x="589649" y="15878"/>
                  </a:lnTo>
                  <a:lnTo>
                    <a:pt x="584962" y="10921"/>
                  </a:lnTo>
                  <a:lnTo>
                    <a:pt x="579058" y="6921"/>
                  </a:lnTo>
                  <a:lnTo>
                    <a:pt x="572214" y="4063"/>
                  </a:lnTo>
                  <a:lnTo>
                    <a:pt x="564441" y="2349"/>
                  </a:lnTo>
                  <a:lnTo>
                    <a:pt x="555752" y="1777"/>
                  </a:lnTo>
                  <a:close/>
                </a:path>
                <a:path w="767079" h="144145">
                  <a:moveTo>
                    <a:pt x="581569" y="70230"/>
                  </a:moveTo>
                  <a:lnTo>
                    <a:pt x="552831" y="70230"/>
                  </a:lnTo>
                  <a:lnTo>
                    <a:pt x="556894" y="70992"/>
                  </a:lnTo>
                  <a:lnTo>
                    <a:pt x="561721" y="73532"/>
                  </a:lnTo>
                  <a:lnTo>
                    <a:pt x="588391" y="108838"/>
                  </a:lnTo>
                  <a:lnTo>
                    <a:pt x="591819" y="113664"/>
                  </a:lnTo>
                  <a:lnTo>
                    <a:pt x="592709" y="114807"/>
                  </a:lnTo>
                  <a:lnTo>
                    <a:pt x="592836" y="115061"/>
                  </a:lnTo>
                  <a:lnTo>
                    <a:pt x="598169" y="123062"/>
                  </a:lnTo>
                  <a:lnTo>
                    <a:pt x="618870" y="123062"/>
                  </a:lnTo>
                  <a:lnTo>
                    <a:pt x="612394" y="114426"/>
                  </a:lnTo>
                  <a:lnTo>
                    <a:pt x="609854" y="110870"/>
                  </a:lnTo>
                  <a:lnTo>
                    <a:pt x="606425" y="105790"/>
                  </a:lnTo>
                  <a:lnTo>
                    <a:pt x="602233" y="98805"/>
                  </a:lnTo>
                  <a:lnTo>
                    <a:pt x="597471" y="91231"/>
                  </a:lnTo>
                  <a:lnTo>
                    <a:pt x="593280" y="84883"/>
                  </a:lnTo>
                  <a:lnTo>
                    <a:pt x="589661" y="79750"/>
                  </a:lnTo>
                  <a:lnTo>
                    <a:pt x="586613" y="75818"/>
                  </a:lnTo>
                  <a:lnTo>
                    <a:pt x="582930" y="71500"/>
                  </a:lnTo>
                  <a:lnTo>
                    <a:pt x="581569" y="70230"/>
                  </a:lnTo>
                  <a:close/>
                </a:path>
                <a:path w="767079" h="144145">
                  <a:moveTo>
                    <a:pt x="590020" y="16509"/>
                  </a:moveTo>
                  <a:lnTo>
                    <a:pt x="556387" y="16509"/>
                  </a:lnTo>
                  <a:lnTo>
                    <a:pt x="562483" y="17144"/>
                  </a:lnTo>
                  <a:lnTo>
                    <a:pt x="569849" y="19684"/>
                  </a:lnTo>
                  <a:lnTo>
                    <a:pt x="572643" y="21970"/>
                  </a:lnTo>
                  <a:lnTo>
                    <a:pt x="576737" y="28174"/>
                  </a:lnTo>
                  <a:lnTo>
                    <a:pt x="577723" y="31622"/>
                  </a:lnTo>
                  <a:lnTo>
                    <a:pt x="577723" y="39242"/>
                  </a:lnTo>
                  <a:lnTo>
                    <a:pt x="558038" y="54863"/>
                  </a:lnTo>
                  <a:lnTo>
                    <a:pt x="589729" y="54863"/>
                  </a:lnTo>
                  <a:lnTo>
                    <a:pt x="593979" y="48767"/>
                  </a:lnTo>
                  <a:lnTo>
                    <a:pt x="595757" y="42671"/>
                  </a:lnTo>
                  <a:lnTo>
                    <a:pt x="595757" y="35559"/>
                  </a:lnTo>
                  <a:lnTo>
                    <a:pt x="595070" y="28174"/>
                  </a:lnTo>
                  <a:lnTo>
                    <a:pt x="593135" y="21970"/>
                  </a:lnTo>
                  <a:lnTo>
                    <a:pt x="593026" y="21621"/>
                  </a:lnTo>
                  <a:lnTo>
                    <a:pt x="590020" y="16509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8415" y="17906"/>
                  </a:lnTo>
                  <a:lnTo>
                    <a:pt x="1207" y="49625"/>
                  </a:lnTo>
                  <a:lnTo>
                    <a:pt x="1144" y="49839"/>
                  </a:lnTo>
                  <a:lnTo>
                    <a:pt x="66" y="62102"/>
                  </a:lnTo>
                  <a:lnTo>
                    <a:pt x="0" y="62864"/>
                  </a:lnTo>
                  <a:lnTo>
                    <a:pt x="1123" y="75322"/>
                  </a:lnTo>
                  <a:lnTo>
                    <a:pt x="27983" y="114601"/>
                  </a:lnTo>
                  <a:lnTo>
                    <a:pt x="63881" y="124459"/>
                  </a:lnTo>
                  <a:lnTo>
                    <a:pt x="77644" y="123364"/>
                  </a:lnTo>
                  <a:lnTo>
                    <a:pt x="90170" y="120078"/>
                  </a:lnTo>
                  <a:lnTo>
                    <a:pt x="101457" y="114601"/>
                  </a:lnTo>
                  <a:lnTo>
                    <a:pt x="109508" y="108457"/>
                  </a:lnTo>
                  <a:lnTo>
                    <a:pt x="65024" y="108457"/>
                  </a:lnTo>
                  <a:lnTo>
                    <a:pt x="55354" y="107648"/>
                  </a:lnTo>
                  <a:lnTo>
                    <a:pt x="21304" y="80803"/>
                  </a:lnTo>
                  <a:lnTo>
                    <a:pt x="17906" y="62864"/>
                  </a:lnTo>
                  <a:lnTo>
                    <a:pt x="18760" y="53201"/>
                  </a:lnTo>
                  <a:lnTo>
                    <a:pt x="46561" y="19827"/>
                  </a:lnTo>
                  <a:lnTo>
                    <a:pt x="65531" y="16509"/>
                  </a:lnTo>
                  <a:lnTo>
                    <a:pt x="109862" y="16509"/>
                  </a:lnTo>
                  <a:lnTo>
                    <a:pt x="101705" y="10072"/>
                  </a:lnTo>
                  <a:lnTo>
                    <a:pt x="90598" y="4476"/>
                  </a:lnTo>
                  <a:lnTo>
                    <a:pt x="78325" y="1119"/>
                  </a:lnTo>
                  <a:lnTo>
                    <a:pt x="64897" y="0"/>
                  </a:lnTo>
                  <a:close/>
                </a:path>
                <a:path w="767079" h="144145">
                  <a:moveTo>
                    <a:pt x="109862" y="16509"/>
                  </a:moveTo>
                  <a:lnTo>
                    <a:pt x="65531" y="16509"/>
                  </a:lnTo>
                  <a:lnTo>
                    <a:pt x="75055" y="17341"/>
                  </a:lnTo>
                  <a:lnTo>
                    <a:pt x="83804" y="19827"/>
                  </a:lnTo>
                  <a:lnTo>
                    <a:pt x="111666" y="52863"/>
                  </a:lnTo>
                  <a:lnTo>
                    <a:pt x="112522" y="62102"/>
                  </a:lnTo>
                  <a:lnTo>
                    <a:pt x="111666" y="71604"/>
                  </a:lnTo>
                  <a:lnTo>
                    <a:pt x="83538" y="105219"/>
                  </a:lnTo>
                  <a:lnTo>
                    <a:pt x="83408" y="105219"/>
                  </a:lnTo>
                  <a:lnTo>
                    <a:pt x="74708" y="107648"/>
                  </a:lnTo>
                  <a:lnTo>
                    <a:pt x="74530" y="107648"/>
                  </a:lnTo>
                  <a:lnTo>
                    <a:pt x="65024" y="108457"/>
                  </a:lnTo>
                  <a:lnTo>
                    <a:pt x="109508" y="108457"/>
                  </a:lnTo>
                  <a:lnTo>
                    <a:pt x="129175" y="75537"/>
                  </a:lnTo>
                  <a:lnTo>
                    <a:pt x="130394" y="62102"/>
                  </a:lnTo>
                  <a:lnTo>
                    <a:pt x="129279" y="49839"/>
                  </a:lnTo>
                  <a:lnTo>
                    <a:pt x="111633" y="17906"/>
                  </a:lnTo>
                  <a:lnTo>
                    <a:pt x="109862" y="16509"/>
                  </a:lnTo>
                  <a:close/>
                </a:path>
                <a:path w="767079" h="144145">
                  <a:moveTo>
                    <a:pt x="497840" y="1777"/>
                  </a:moveTo>
                  <a:lnTo>
                    <a:pt x="480568" y="1777"/>
                  </a:lnTo>
                  <a:lnTo>
                    <a:pt x="480568" y="123062"/>
                  </a:lnTo>
                  <a:lnTo>
                    <a:pt x="497840" y="123062"/>
                  </a:lnTo>
                  <a:lnTo>
                    <a:pt x="497840" y="1777"/>
                  </a:lnTo>
                  <a:close/>
                </a:path>
                <a:path w="767079" h="144145">
                  <a:moveTo>
                    <a:pt x="460248" y="1777"/>
                  </a:moveTo>
                  <a:lnTo>
                    <a:pt x="391414" y="1777"/>
                  </a:lnTo>
                  <a:lnTo>
                    <a:pt x="391414" y="122935"/>
                  </a:lnTo>
                  <a:lnTo>
                    <a:pt x="461899" y="122935"/>
                  </a:lnTo>
                  <a:lnTo>
                    <a:pt x="461899" y="107441"/>
                  </a:lnTo>
                  <a:lnTo>
                    <a:pt x="408813" y="107441"/>
                  </a:lnTo>
                  <a:lnTo>
                    <a:pt x="408813" y="69722"/>
                  </a:lnTo>
                  <a:lnTo>
                    <a:pt x="458469" y="69722"/>
                  </a:lnTo>
                  <a:lnTo>
                    <a:pt x="458469" y="54228"/>
                  </a:lnTo>
                  <a:lnTo>
                    <a:pt x="408813" y="54228"/>
                  </a:lnTo>
                  <a:lnTo>
                    <a:pt x="408813" y="17271"/>
                  </a:lnTo>
                  <a:lnTo>
                    <a:pt x="460248" y="17271"/>
                  </a:lnTo>
                  <a:lnTo>
                    <a:pt x="460248" y="1777"/>
                  </a:lnTo>
                  <a:close/>
                </a:path>
                <a:path w="767079" h="144145">
                  <a:moveTo>
                    <a:pt x="287655" y="1777"/>
                  </a:moveTo>
                  <a:lnTo>
                    <a:pt x="270129" y="1777"/>
                  </a:lnTo>
                  <a:lnTo>
                    <a:pt x="322453" y="123570"/>
                  </a:lnTo>
                  <a:lnTo>
                    <a:pt x="326390" y="123570"/>
                  </a:lnTo>
                  <a:lnTo>
                    <a:pt x="341760" y="86994"/>
                  </a:lnTo>
                  <a:lnTo>
                    <a:pt x="324104" y="86994"/>
                  </a:lnTo>
                  <a:lnTo>
                    <a:pt x="287655" y="1777"/>
                  </a:lnTo>
                  <a:close/>
                </a:path>
                <a:path w="767079" h="144145">
                  <a:moveTo>
                    <a:pt x="377571" y="1777"/>
                  </a:moveTo>
                  <a:lnTo>
                    <a:pt x="360299" y="1777"/>
                  </a:lnTo>
                  <a:lnTo>
                    <a:pt x="324104" y="86994"/>
                  </a:lnTo>
                  <a:lnTo>
                    <a:pt x="341760" y="86994"/>
                  </a:lnTo>
                  <a:lnTo>
                    <a:pt x="377571" y="1777"/>
                  </a:lnTo>
                  <a:close/>
                </a:path>
                <a:path w="767079" h="144145">
                  <a:moveTo>
                    <a:pt x="256540" y="1777"/>
                  </a:moveTo>
                  <a:lnTo>
                    <a:pt x="239268" y="1777"/>
                  </a:lnTo>
                  <a:lnTo>
                    <a:pt x="239268" y="123062"/>
                  </a:lnTo>
                  <a:lnTo>
                    <a:pt x="256540" y="123062"/>
                  </a:lnTo>
                  <a:lnTo>
                    <a:pt x="256540" y="1777"/>
                  </a:lnTo>
                  <a:close/>
                </a:path>
                <a:path w="767079" h="144145">
                  <a:moveTo>
                    <a:pt x="168783" y="1777"/>
                  </a:moveTo>
                  <a:lnTo>
                    <a:pt x="151384" y="1777"/>
                  </a:lnTo>
                  <a:lnTo>
                    <a:pt x="151384" y="123062"/>
                  </a:lnTo>
                  <a:lnTo>
                    <a:pt x="223393" y="123062"/>
                  </a:lnTo>
                  <a:lnTo>
                    <a:pt x="223393" y="107314"/>
                  </a:lnTo>
                  <a:lnTo>
                    <a:pt x="168783" y="107314"/>
                  </a:lnTo>
                  <a:lnTo>
                    <a:pt x="168783" y="1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4888" y="100202"/>
                  </a:moveTo>
                  <a:lnTo>
                    <a:pt x="758444" y="100202"/>
                  </a:lnTo>
                  <a:lnTo>
                    <a:pt x="761365" y="101726"/>
                  </a:lnTo>
                  <a:lnTo>
                    <a:pt x="763651" y="104901"/>
                  </a:lnTo>
                  <a:lnTo>
                    <a:pt x="765937" y="107949"/>
                  </a:lnTo>
                  <a:lnTo>
                    <a:pt x="766953" y="112013"/>
                  </a:lnTo>
                  <a:lnTo>
                    <a:pt x="766953" y="116839"/>
                  </a:lnTo>
                  <a:lnTo>
                    <a:pt x="766953" y="123189"/>
                  </a:lnTo>
                  <a:lnTo>
                    <a:pt x="746125" y="144144"/>
                  </a:lnTo>
                  <a:lnTo>
                    <a:pt x="746125" y="140842"/>
                  </a:lnTo>
                  <a:lnTo>
                    <a:pt x="748792" y="138429"/>
                  </a:lnTo>
                  <a:lnTo>
                    <a:pt x="750569" y="135889"/>
                  </a:lnTo>
                  <a:lnTo>
                    <a:pt x="751586" y="133349"/>
                  </a:lnTo>
                  <a:lnTo>
                    <a:pt x="752729" y="130809"/>
                  </a:lnTo>
                  <a:lnTo>
                    <a:pt x="753237" y="127380"/>
                  </a:lnTo>
                  <a:lnTo>
                    <a:pt x="753491" y="123062"/>
                  </a:lnTo>
                  <a:lnTo>
                    <a:pt x="747268" y="121284"/>
                  </a:lnTo>
                  <a:lnTo>
                    <a:pt x="744219" y="117474"/>
                  </a:lnTo>
                  <a:lnTo>
                    <a:pt x="744219" y="111759"/>
                  </a:lnTo>
                  <a:lnTo>
                    <a:pt x="744219" y="108584"/>
                  </a:lnTo>
                  <a:lnTo>
                    <a:pt x="745363" y="105917"/>
                  </a:lnTo>
                  <a:lnTo>
                    <a:pt x="747394" y="103631"/>
                  </a:lnTo>
                  <a:lnTo>
                    <a:pt x="749554" y="101345"/>
                  </a:lnTo>
                  <a:lnTo>
                    <a:pt x="752094" y="100202"/>
                  </a:lnTo>
                  <a:lnTo>
                    <a:pt x="754888" y="100202"/>
                  </a:lnTo>
                  <a:close/>
                </a:path>
                <a:path w="767079" h="144145">
                  <a:moveTo>
                    <a:pt x="677418" y="27812"/>
                  </a:moveTo>
                  <a:lnTo>
                    <a:pt x="659257" y="71627"/>
                  </a:lnTo>
                  <a:lnTo>
                    <a:pt x="696976" y="71627"/>
                  </a:lnTo>
                  <a:lnTo>
                    <a:pt x="677418" y="27812"/>
                  </a:lnTo>
                  <a:close/>
                </a:path>
                <a:path w="767079" h="144145">
                  <a:moveTo>
                    <a:pt x="542671" y="16509"/>
                  </a:moveTo>
                  <a:lnTo>
                    <a:pt x="542671" y="54863"/>
                  </a:lnTo>
                  <a:lnTo>
                    <a:pt x="549275" y="54863"/>
                  </a:lnTo>
                  <a:lnTo>
                    <a:pt x="558038" y="54863"/>
                  </a:lnTo>
                  <a:lnTo>
                    <a:pt x="577723" y="39242"/>
                  </a:lnTo>
                  <a:lnTo>
                    <a:pt x="577723" y="35432"/>
                  </a:lnTo>
                  <a:lnTo>
                    <a:pt x="577723" y="31622"/>
                  </a:lnTo>
                  <a:lnTo>
                    <a:pt x="576707" y="28066"/>
                  </a:lnTo>
                  <a:lnTo>
                    <a:pt x="574675" y="25018"/>
                  </a:lnTo>
                  <a:lnTo>
                    <a:pt x="572643" y="21970"/>
                  </a:lnTo>
                  <a:lnTo>
                    <a:pt x="569849" y="19684"/>
                  </a:lnTo>
                  <a:lnTo>
                    <a:pt x="566166" y="18414"/>
                  </a:lnTo>
                  <a:lnTo>
                    <a:pt x="562483" y="17144"/>
                  </a:lnTo>
                  <a:lnTo>
                    <a:pt x="556387" y="16509"/>
                  </a:lnTo>
                  <a:lnTo>
                    <a:pt x="547878" y="16509"/>
                  </a:lnTo>
                  <a:lnTo>
                    <a:pt x="542671" y="16509"/>
                  </a:lnTo>
                  <a:close/>
                </a:path>
                <a:path w="767079" h="144145">
                  <a:moveTo>
                    <a:pt x="65531" y="16509"/>
                  </a:moveTo>
                  <a:lnTo>
                    <a:pt x="25515" y="36540"/>
                  </a:lnTo>
                  <a:lnTo>
                    <a:pt x="17906" y="62864"/>
                  </a:lnTo>
                  <a:lnTo>
                    <a:pt x="18760" y="72251"/>
                  </a:lnTo>
                  <a:lnTo>
                    <a:pt x="46529" y="105219"/>
                  </a:lnTo>
                  <a:lnTo>
                    <a:pt x="65024" y="108457"/>
                  </a:lnTo>
                  <a:lnTo>
                    <a:pt x="74787" y="107626"/>
                  </a:lnTo>
                  <a:lnTo>
                    <a:pt x="109108" y="80295"/>
                  </a:lnTo>
                  <a:lnTo>
                    <a:pt x="112522" y="62102"/>
                  </a:lnTo>
                  <a:lnTo>
                    <a:pt x="111666" y="52863"/>
                  </a:lnTo>
                  <a:lnTo>
                    <a:pt x="83804" y="19827"/>
                  </a:lnTo>
                  <a:lnTo>
                    <a:pt x="65531" y="16509"/>
                  </a:lnTo>
                  <a:close/>
                </a:path>
                <a:path w="767079" h="144145">
                  <a:moveTo>
                    <a:pt x="525272" y="1777"/>
                  </a:moveTo>
                  <a:lnTo>
                    <a:pt x="555752" y="1777"/>
                  </a:lnTo>
                  <a:lnTo>
                    <a:pt x="564441" y="2349"/>
                  </a:lnTo>
                  <a:lnTo>
                    <a:pt x="595070" y="28174"/>
                  </a:lnTo>
                  <a:lnTo>
                    <a:pt x="595757" y="35559"/>
                  </a:lnTo>
                  <a:lnTo>
                    <a:pt x="595757" y="42671"/>
                  </a:lnTo>
                  <a:lnTo>
                    <a:pt x="593979" y="48767"/>
                  </a:lnTo>
                  <a:lnTo>
                    <a:pt x="590423" y="53847"/>
                  </a:lnTo>
                  <a:lnTo>
                    <a:pt x="586867" y="59054"/>
                  </a:lnTo>
                  <a:lnTo>
                    <a:pt x="581787" y="62864"/>
                  </a:lnTo>
                  <a:lnTo>
                    <a:pt x="575183" y="65404"/>
                  </a:lnTo>
                  <a:lnTo>
                    <a:pt x="579119" y="67944"/>
                  </a:lnTo>
                  <a:lnTo>
                    <a:pt x="602233" y="98805"/>
                  </a:lnTo>
                  <a:lnTo>
                    <a:pt x="606425" y="105790"/>
                  </a:lnTo>
                  <a:lnTo>
                    <a:pt x="609854" y="110870"/>
                  </a:lnTo>
                  <a:lnTo>
                    <a:pt x="612394" y="114426"/>
                  </a:lnTo>
                  <a:lnTo>
                    <a:pt x="618870" y="123062"/>
                  </a:lnTo>
                  <a:lnTo>
                    <a:pt x="598169" y="123062"/>
                  </a:lnTo>
                  <a:lnTo>
                    <a:pt x="592836" y="115061"/>
                  </a:lnTo>
                  <a:lnTo>
                    <a:pt x="592709" y="114807"/>
                  </a:lnTo>
                  <a:lnTo>
                    <a:pt x="592328" y="114299"/>
                  </a:lnTo>
                  <a:lnTo>
                    <a:pt x="591819" y="113664"/>
                  </a:lnTo>
                  <a:lnTo>
                    <a:pt x="588391" y="108838"/>
                  </a:lnTo>
                  <a:lnTo>
                    <a:pt x="583057" y="99948"/>
                  </a:lnTo>
                  <a:lnTo>
                    <a:pt x="577215" y="90550"/>
                  </a:lnTo>
                  <a:lnTo>
                    <a:pt x="552831" y="70230"/>
                  </a:lnTo>
                  <a:lnTo>
                    <a:pt x="547243" y="70230"/>
                  </a:lnTo>
                  <a:lnTo>
                    <a:pt x="542671" y="70230"/>
                  </a:lnTo>
                  <a:lnTo>
                    <a:pt x="542671" y="123062"/>
                  </a:lnTo>
                  <a:lnTo>
                    <a:pt x="525272" y="123062"/>
                  </a:lnTo>
                  <a:lnTo>
                    <a:pt x="525272" y="1777"/>
                  </a:lnTo>
                  <a:close/>
                </a:path>
                <a:path w="767079" h="144145">
                  <a:moveTo>
                    <a:pt x="480568" y="1777"/>
                  </a:moveTo>
                  <a:lnTo>
                    <a:pt x="497840" y="1777"/>
                  </a:lnTo>
                  <a:lnTo>
                    <a:pt x="497840" y="123062"/>
                  </a:lnTo>
                  <a:lnTo>
                    <a:pt x="480568" y="123062"/>
                  </a:lnTo>
                  <a:lnTo>
                    <a:pt x="480568" y="1777"/>
                  </a:lnTo>
                  <a:close/>
                </a:path>
                <a:path w="767079" h="144145">
                  <a:moveTo>
                    <a:pt x="391414" y="1777"/>
                  </a:moveTo>
                  <a:lnTo>
                    <a:pt x="460248" y="1777"/>
                  </a:lnTo>
                  <a:lnTo>
                    <a:pt x="460248" y="17271"/>
                  </a:lnTo>
                  <a:lnTo>
                    <a:pt x="408813" y="17271"/>
                  </a:lnTo>
                  <a:lnTo>
                    <a:pt x="408813" y="54228"/>
                  </a:lnTo>
                  <a:lnTo>
                    <a:pt x="458469" y="54228"/>
                  </a:lnTo>
                  <a:lnTo>
                    <a:pt x="458469" y="69722"/>
                  </a:lnTo>
                  <a:lnTo>
                    <a:pt x="408813" y="69722"/>
                  </a:lnTo>
                  <a:lnTo>
                    <a:pt x="408813" y="107441"/>
                  </a:lnTo>
                  <a:lnTo>
                    <a:pt x="461899" y="107441"/>
                  </a:lnTo>
                  <a:lnTo>
                    <a:pt x="461899" y="122935"/>
                  </a:lnTo>
                  <a:lnTo>
                    <a:pt x="391414" y="122935"/>
                  </a:lnTo>
                  <a:lnTo>
                    <a:pt x="391414" y="1777"/>
                  </a:lnTo>
                  <a:close/>
                </a:path>
                <a:path w="767079" h="144145">
                  <a:moveTo>
                    <a:pt x="270129" y="1777"/>
                  </a:moveTo>
                  <a:lnTo>
                    <a:pt x="287655" y="1777"/>
                  </a:lnTo>
                  <a:lnTo>
                    <a:pt x="324104" y="86994"/>
                  </a:lnTo>
                  <a:lnTo>
                    <a:pt x="360299" y="1777"/>
                  </a:lnTo>
                  <a:lnTo>
                    <a:pt x="377571" y="1777"/>
                  </a:lnTo>
                  <a:lnTo>
                    <a:pt x="326390" y="123570"/>
                  </a:lnTo>
                  <a:lnTo>
                    <a:pt x="322453" y="123570"/>
                  </a:lnTo>
                  <a:lnTo>
                    <a:pt x="270129" y="1777"/>
                  </a:lnTo>
                  <a:close/>
                </a:path>
                <a:path w="767079" h="144145">
                  <a:moveTo>
                    <a:pt x="239268" y="1777"/>
                  </a:moveTo>
                  <a:lnTo>
                    <a:pt x="256540" y="1777"/>
                  </a:lnTo>
                  <a:lnTo>
                    <a:pt x="256540" y="123062"/>
                  </a:lnTo>
                  <a:lnTo>
                    <a:pt x="239268" y="123062"/>
                  </a:lnTo>
                  <a:lnTo>
                    <a:pt x="239268" y="1777"/>
                  </a:lnTo>
                  <a:close/>
                </a:path>
                <a:path w="767079" h="144145">
                  <a:moveTo>
                    <a:pt x="151384" y="1777"/>
                  </a:moveTo>
                  <a:lnTo>
                    <a:pt x="168783" y="1777"/>
                  </a:lnTo>
                  <a:lnTo>
                    <a:pt x="168783" y="107314"/>
                  </a:lnTo>
                  <a:lnTo>
                    <a:pt x="223393" y="107314"/>
                  </a:lnTo>
                  <a:lnTo>
                    <a:pt x="223393" y="123062"/>
                  </a:lnTo>
                  <a:lnTo>
                    <a:pt x="151384" y="123062"/>
                  </a:lnTo>
                  <a:lnTo>
                    <a:pt x="151384" y="1777"/>
                  </a:lnTo>
                  <a:close/>
                </a:path>
                <a:path w="767079" h="144145">
                  <a:moveTo>
                    <a:pt x="671449" y="1142"/>
                  </a:moveTo>
                  <a:lnTo>
                    <a:pt x="683641" y="1142"/>
                  </a:lnTo>
                  <a:lnTo>
                    <a:pt x="737996" y="123062"/>
                  </a:lnTo>
                  <a:lnTo>
                    <a:pt x="720344" y="123062"/>
                  </a:lnTo>
                  <a:lnTo>
                    <a:pt x="704088" y="87121"/>
                  </a:lnTo>
                  <a:lnTo>
                    <a:pt x="652399" y="87121"/>
                  </a:lnTo>
                  <a:lnTo>
                    <a:pt x="637158" y="123062"/>
                  </a:lnTo>
                  <a:lnTo>
                    <a:pt x="619379" y="123062"/>
                  </a:lnTo>
                  <a:lnTo>
                    <a:pt x="671449" y="1142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01705" y="10072"/>
                  </a:lnTo>
                  <a:lnTo>
                    <a:pt x="129260" y="49625"/>
                  </a:lnTo>
                  <a:lnTo>
                    <a:pt x="130429" y="62483"/>
                  </a:lnTo>
                  <a:lnTo>
                    <a:pt x="129240" y="75322"/>
                  </a:lnTo>
                  <a:lnTo>
                    <a:pt x="101457" y="114601"/>
                  </a:lnTo>
                  <a:lnTo>
                    <a:pt x="63881" y="124459"/>
                  </a:lnTo>
                  <a:lnTo>
                    <a:pt x="50756" y="123364"/>
                  </a:lnTo>
                  <a:lnTo>
                    <a:pt x="10287" y="97547"/>
                  </a:lnTo>
                  <a:lnTo>
                    <a:pt x="0" y="62864"/>
                  </a:lnTo>
                  <a:lnTo>
                    <a:pt x="1144" y="49839"/>
                  </a:lnTo>
                  <a:lnTo>
                    <a:pt x="28178" y="10072"/>
                  </a:lnTo>
                  <a:lnTo>
                    <a:pt x="6489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534536" y="4338065"/>
            <a:ext cx="95376" cy="1723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58310" y="4338065"/>
            <a:ext cx="84962" cy="1328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59352" y="4337430"/>
            <a:ext cx="844803" cy="17284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1536" y="4336160"/>
            <a:ext cx="448437" cy="17411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6371" y="4377944"/>
            <a:ext cx="308101" cy="1323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2602" y="4634991"/>
            <a:ext cx="5332793" cy="17373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152" y="4900040"/>
            <a:ext cx="806551" cy="187452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07809" y="5359780"/>
            <a:ext cx="688340" cy="153670"/>
            <a:chOff x="507809" y="5359780"/>
            <a:chExt cx="688340" cy="153670"/>
          </a:xfrm>
        </p:grpSpPr>
        <p:sp>
          <p:nvSpPr>
            <p:cNvPr id="64" name="object 64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9632" y="99059"/>
                  </a:moveTo>
                  <a:lnTo>
                    <a:pt x="663206" y="99059"/>
                  </a:lnTo>
                  <a:lnTo>
                    <a:pt x="660704" y="100202"/>
                  </a:lnTo>
                  <a:lnTo>
                    <a:pt x="656475" y="104775"/>
                  </a:lnTo>
                  <a:lnTo>
                    <a:pt x="655421" y="107441"/>
                  </a:lnTo>
                  <a:lnTo>
                    <a:pt x="655421" y="116331"/>
                  </a:lnTo>
                  <a:lnTo>
                    <a:pt x="658495" y="120141"/>
                  </a:lnTo>
                  <a:lnTo>
                    <a:pt x="664629" y="121919"/>
                  </a:lnTo>
                  <a:lnTo>
                    <a:pt x="664451" y="126237"/>
                  </a:lnTo>
                  <a:lnTo>
                    <a:pt x="663841" y="129666"/>
                  </a:lnTo>
                  <a:lnTo>
                    <a:pt x="661758" y="134747"/>
                  </a:lnTo>
                  <a:lnTo>
                    <a:pt x="659930" y="137286"/>
                  </a:lnTo>
                  <a:lnTo>
                    <a:pt x="657326" y="139700"/>
                  </a:lnTo>
                  <a:lnTo>
                    <a:pt x="657326" y="143001"/>
                  </a:lnTo>
                  <a:lnTo>
                    <a:pt x="663816" y="140969"/>
                  </a:lnTo>
                  <a:lnTo>
                    <a:pt x="668909" y="137413"/>
                  </a:lnTo>
                  <a:lnTo>
                    <a:pt x="676313" y="127761"/>
                  </a:lnTo>
                  <a:lnTo>
                    <a:pt x="678167" y="122047"/>
                  </a:lnTo>
                  <a:lnTo>
                    <a:pt x="678167" y="110870"/>
                  </a:lnTo>
                  <a:lnTo>
                    <a:pt x="677036" y="106806"/>
                  </a:lnTo>
                  <a:lnTo>
                    <a:pt x="674776" y="103758"/>
                  </a:lnTo>
                  <a:lnTo>
                    <a:pt x="672528" y="100583"/>
                  </a:lnTo>
                  <a:lnTo>
                    <a:pt x="669632" y="99059"/>
                  </a:lnTo>
                  <a:close/>
                </a:path>
                <a:path w="678180" h="143510">
                  <a:moveTo>
                    <a:pt x="594842" y="0"/>
                  </a:moveTo>
                  <a:lnTo>
                    <a:pt x="582637" y="0"/>
                  </a:lnTo>
                  <a:lnTo>
                    <a:pt x="530542" y="121919"/>
                  </a:lnTo>
                  <a:lnTo>
                    <a:pt x="548386" y="121919"/>
                  </a:lnTo>
                  <a:lnTo>
                    <a:pt x="563537" y="85978"/>
                  </a:lnTo>
                  <a:lnTo>
                    <a:pt x="633183" y="85978"/>
                  </a:lnTo>
                  <a:lnTo>
                    <a:pt x="626274" y="70484"/>
                  </a:lnTo>
                  <a:lnTo>
                    <a:pt x="570433" y="70484"/>
                  </a:lnTo>
                  <a:lnTo>
                    <a:pt x="588581" y="26669"/>
                  </a:lnTo>
                  <a:lnTo>
                    <a:pt x="606735" y="26669"/>
                  </a:lnTo>
                  <a:lnTo>
                    <a:pt x="594842" y="0"/>
                  </a:lnTo>
                  <a:close/>
                </a:path>
                <a:path w="678180" h="143510">
                  <a:moveTo>
                    <a:pt x="633183" y="85978"/>
                  </a:moveTo>
                  <a:lnTo>
                    <a:pt x="615276" y="85978"/>
                  </a:lnTo>
                  <a:lnTo>
                    <a:pt x="631444" y="121919"/>
                  </a:lnTo>
                  <a:lnTo>
                    <a:pt x="649211" y="121919"/>
                  </a:lnTo>
                  <a:lnTo>
                    <a:pt x="633183" y="85978"/>
                  </a:lnTo>
                  <a:close/>
                </a:path>
                <a:path w="678180" h="143510">
                  <a:moveTo>
                    <a:pt x="606735" y="26669"/>
                  </a:moveTo>
                  <a:lnTo>
                    <a:pt x="588581" y="26669"/>
                  </a:lnTo>
                  <a:lnTo>
                    <a:pt x="608139" y="70484"/>
                  </a:lnTo>
                  <a:lnTo>
                    <a:pt x="626274" y="70484"/>
                  </a:lnTo>
                  <a:lnTo>
                    <a:pt x="606735" y="26669"/>
                  </a:lnTo>
                  <a:close/>
                </a:path>
                <a:path w="678180" h="143510">
                  <a:moveTo>
                    <a:pt x="268744" y="634"/>
                  </a:moveTo>
                  <a:lnTo>
                    <a:pt x="227850" y="634"/>
                  </a:lnTo>
                  <a:lnTo>
                    <a:pt x="227850" y="121792"/>
                  </a:lnTo>
                  <a:lnTo>
                    <a:pt x="276987" y="121792"/>
                  </a:lnTo>
                  <a:lnTo>
                    <a:pt x="284289" y="121411"/>
                  </a:lnTo>
                  <a:lnTo>
                    <a:pt x="288099" y="120903"/>
                  </a:lnTo>
                  <a:lnTo>
                    <a:pt x="291922" y="120268"/>
                  </a:lnTo>
                  <a:lnTo>
                    <a:pt x="296113" y="118998"/>
                  </a:lnTo>
                  <a:lnTo>
                    <a:pt x="300697" y="117220"/>
                  </a:lnTo>
                  <a:lnTo>
                    <a:pt x="308508" y="114300"/>
                  </a:lnTo>
                  <a:lnTo>
                    <a:pt x="315366" y="109981"/>
                  </a:lnTo>
                  <a:lnTo>
                    <a:pt x="319089" y="106298"/>
                  </a:lnTo>
                  <a:lnTo>
                    <a:pt x="245211" y="106298"/>
                  </a:lnTo>
                  <a:lnTo>
                    <a:pt x="245211" y="16128"/>
                  </a:lnTo>
                  <a:lnTo>
                    <a:pt x="319422" y="16128"/>
                  </a:lnTo>
                  <a:lnTo>
                    <a:pt x="314732" y="12273"/>
                  </a:lnTo>
                  <a:lnTo>
                    <a:pt x="307898" y="8127"/>
                  </a:lnTo>
                  <a:lnTo>
                    <a:pt x="300045" y="4867"/>
                  </a:lnTo>
                  <a:lnTo>
                    <a:pt x="290903" y="2524"/>
                  </a:lnTo>
                  <a:lnTo>
                    <a:pt x="280470" y="1109"/>
                  </a:lnTo>
                  <a:lnTo>
                    <a:pt x="268744" y="634"/>
                  </a:lnTo>
                  <a:close/>
                </a:path>
                <a:path w="678180" h="143510">
                  <a:moveTo>
                    <a:pt x="319422" y="16128"/>
                  </a:moveTo>
                  <a:lnTo>
                    <a:pt x="275259" y="16128"/>
                  </a:lnTo>
                  <a:lnTo>
                    <a:pt x="281305" y="16382"/>
                  </a:lnTo>
                  <a:lnTo>
                    <a:pt x="288823" y="17652"/>
                  </a:lnTo>
                  <a:lnTo>
                    <a:pt x="318050" y="42640"/>
                  </a:lnTo>
                  <a:lnTo>
                    <a:pt x="321348" y="60325"/>
                  </a:lnTo>
                  <a:lnTo>
                    <a:pt x="320579" y="69468"/>
                  </a:lnTo>
                  <a:lnTo>
                    <a:pt x="296481" y="101853"/>
                  </a:lnTo>
                  <a:lnTo>
                    <a:pt x="276123" y="106298"/>
                  </a:lnTo>
                  <a:lnTo>
                    <a:pt x="319089" y="106298"/>
                  </a:lnTo>
                  <a:lnTo>
                    <a:pt x="321271" y="104139"/>
                  </a:lnTo>
                  <a:lnTo>
                    <a:pt x="327050" y="98551"/>
                  </a:lnTo>
                  <a:lnTo>
                    <a:pt x="331508" y="92075"/>
                  </a:lnTo>
                  <a:lnTo>
                    <a:pt x="334632" y="84581"/>
                  </a:lnTo>
                  <a:lnTo>
                    <a:pt x="337756" y="77215"/>
                  </a:lnTo>
                  <a:lnTo>
                    <a:pt x="339248" y="69877"/>
                  </a:lnTo>
                  <a:lnTo>
                    <a:pt x="330822" y="29971"/>
                  </a:lnTo>
                  <a:lnTo>
                    <a:pt x="320832" y="17287"/>
                  </a:lnTo>
                  <a:lnTo>
                    <a:pt x="319422" y="16128"/>
                  </a:lnTo>
                  <a:close/>
                </a:path>
                <a:path w="678180" h="143510">
                  <a:moveTo>
                    <a:pt x="420065" y="634"/>
                  </a:moveTo>
                  <a:lnTo>
                    <a:pt x="406006" y="634"/>
                  </a:lnTo>
                  <a:lnTo>
                    <a:pt x="406006" y="121919"/>
                  </a:lnTo>
                  <a:lnTo>
                    <a:pt x="422325" y="121919"/>
                  </a:lnTo>
                  <a:lnTo>
                    <a:pt x="422325" y="28575"/>
                  </a:lnTo>
                  <a:lnTo>
                    <a:pt x="444311" y="28575"/>
                  </a:lnTo>
                  <a:lnTo>
                    <a:pt x="420065" y="634"/>
                  </a:lnTo>
                  <a:close/>
                </a:path>
                <a:path w="678180" h="143510">
                  <a:moveTo>
                    <a:pt x="444311" y="28575"/>
                  </a:moveTo>
                  <a:lnTo>
                    <a:pt x="422325" y="28575"/>
                  </a:lnTo>
                  <a:lnTo>
                    <a:pt x="503402" y="121919"/>
                  </a:lnTo>
                  <a:lnTo>
                    <a:pt x="518337" y="121919"/>
                  </a:lnTo>
                  <a:lnTo>
                    <a:pt x="518337" y="94868"/>
                  </a:lnTo>
                  <a:lnTo>
                    <a:pt x="501840" y="94868"/>
                  </a:lnTo>
                  <a:lnTo>
                    <a:pt x="444311" y="28575"/>
                  </a:lnTo>
                  <a:close/>
                </a:path>
                <a:path w="678180" h="143510">
                  <a:moveTo>
                    <a:pt x="518337" y="634"/>
                  </a:moveTo>
                  <a:lnTo>
                    <a:pt x="501840" y="634"/>
                  </a:lnTo>
                  <a:lnTo>
                    <a:pt x="501840" y="94868"/>
                  </a:lnTo>
                  <a:lnTo>
                    <a:pt x="518337" y="94868"/>
                  </a:lnTo>
                  <a:lnTo>
                    <a:pt x="518337" y="634"/>
                  </a:lnTo>
                  <a:close/>
                </a:path>
                <a:path w="678180" h="143510">
                  <a:moveTo>
                    <a:pt x="378561" y="634"/>
                  </a:moveTo>
                  <a:lnTo>
                    <a:pt x="361200" y="634"/>
                  </a:lnTo>
                  <a:lnTo>
                    <a:pt x="361200" y="121919"/>
                  </a:lnTo>
                  <a:lnTo>
                    <a:pt x="378561" y="121919"/>
                  </a:lnTo>
                  <a:lnTo>
                    <a:pt x="378561" y="634"/>
                  </a:lnTo>
                  <a:close/>
                </a:path>
                <a:path w="678180" h="143510">
                  <a:moveTo>
                    <a:pt x="207543" y="634"/>
                  </a:moveTo>
                  <a:lnTo>
                    <a:pt x="138772" y="634"/>
                  </a:lnTo>
                  <a:lnTo>
                    <a:pt x="138772" y="121792"/>
                  </a:lnTo>
                  <a:lnTo>
                    <a:pt x="209181" y="121792"/>
                  </a:lnTo>
                  <a:lnTo>
                    <a:pt x="209181" y="106298"/>
                  </a:lnTo>
                  <a:lnTo>
                    <a:pt x="156146" y="106298"/>
                  </a:lnTo>
                  <a:lnTo>
                    <a:pt x="156146" y="68579"/>
                  </a:lnTo>
                  <a:lnTo>
                    <a:pt x="205803" y="68579"/>
                  </a:lnTo>
                  <a:lnTo>
                    <a:pt x="205803" y="53085"/>
                  </a:lnTo>
                  <a:lnTo>
                    <a:pt x="156146" y="53085"/>
                  </a:lnTo>
                  <a:lnTo>
                    <a:pt x="156146" y="16128"/>
                  </a:lnTo>
                  <a:lnTo>
                    <a:pt x="207543" y="16128"/>
                  </a:lnTo>
                  <a:lnTo>
                    <a:pt x="207543" y="634"/>
                  </a:lnTo>
                  <a:close/>
                </a:path>
                <a:path w="678180" h="143510">
                  <a:moveTo>
                    <a:pt x="16433" y="634"/>
                  </a:moveTo>
                  <a:lnTo>
                    <a:pt x="0" y="634"/>
                  </a:lnTo>
                  <a:lnTo>
                    <a:pt x="0" y="121919"/>
                  </a:lnTo>
                  <a:lnTo>
                    <a:pt x="17360" y="121919"/>
                  </a:lnTo>
                  <a:lnTo>
                    <a:pt x="17360" y="27558"/>
                  </a:lnTo>
                  <a:lnTo>
                    <a:pt x="38233" y="27558"/>
                  </a:lnTo>
                  <a:lnTo>
                    <a:pt x="16433" y="634"/>
                  </a:lnTo>
                  <a:close/>
                </a:path>
                <a:path w="678180" h="143510">
                  <a:moveTo>
                    <a:pt x="113042" y="27558"/>
                  </a:moveTo>
                  <a:lnTo>
                    <a:pt x="95592" y="27558"/>
                  </a:lnTo>
                  <a:lnTo>
                    <a:pt x="95592" y="121919"/>
                  </a:lnTo>
                  <a:lnTo>
                    <a:pt x="113042" y="121919"/>
                  </a:lnTo>
                  <a:lnTo>
                    <a:pt x="113042" y="27558"/>
                  </a:lnTo>
                  <a:close/>
                </a:path>
                <a:path w="678180" h="143510">
                  <a:moveTo>
                    <a:pt x="38233" y="27558"/>
                  </a:moveTo>
                  <a:lnTo>
                    <a:pt x="17360" y="27558"/>
                  </a:lnTo>
                  <a:lnTo>
                    <a:pt x="55092" y="74422"/>
                  </a:lnTo>
                  <a:lnTo>
                    <a:pt x="58293" y="74422"/>
                  </a:lnTo>
                  <a:lnTo>
                    <a:pt x="77397" y="50418"/>
                  </a:lnTo>
                  <a:lnTo>
                    <a:pt x="56743" y="50418"/>
                  </a:lnTo>
                  <a:lnTo>
                    <a:pt x="38233" y="27558"/>
                  </a:lnTo>
                  <a:close/>
                </a:path>
                <a:path w="678180" h="143510">
                  <a:moveTo>
                    <a:pt x="113042" y="634"/>
                  </a:moveTo>
                  <a:lnTo>
                    <a:pt x="96799" y="634"/>
                  </a:lnTo>
                  <a:lnTo>
                    <a:pt x="56743" y="50418"/>
                  </a:lnTo>
                  <a:lnTo>
                    <a:pt x="77397" y="50418"/>
                  </a:lnTo>
                  <a:lnTo>
                    <a:pt x="95592" y="27558"/>
                  </a:lnTo>
                  <a:lnTo>
                    <a:pt x="113042" y="27558"/>
                  </a:lnTo>
                  <a:lnTo>
                    <a:pt x="113042" y="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6102" y="99059"/>
                  </a:moveTo>
                  <a:lnTo>
                    <a:pt x="669632" y="99059"/>
                  </a:lnTo>
                  <a:lnTo>
                    <a:pt x="672528" y="100583"/>
                  </a:lnTo>
                  <a:lnTo>
                    <a:pt x="674776" y="103758"/>
                  </a:lnTo>
                  <a:lnTo>
                    <a:pt x="677036" y="106806"/>
                  </a:lnTo>
                  <a:lnTo>
                    <a:pt x="678167" y="110870"/>
                  </a:lnTo>
                  <a:lnTo>
                    <a:pt x="678167" y="115697"/>
                  </a:lnTo>
                  <a:lnTo>
                    <a:pt x="678167" y="122047"/>
                  </a:lnTo>
                  <a:lnTo>
                    <a:pt x="676313" y="127761"/>
                  </a:lnTo>
                  <a:lnTo>
                    <a:pt x="672604" y="132587"/>
                  </a:lnTo>
                  <a:lnTo>
                    <a:pt x="668909" y="137413"/>
                  </a:lnTo>
                  <a:lnTo>
                    <a:pt x="663816" y="140969"/>
                  </a:lnTo>
                  <a:lnTo>
                    <a:pt x="657326" y="143001"/>
                  </a:lnTo>
                  <a:lnTo>
                    <a:pt x="657326" y="139700"/>
                  </a:lnTo>
                  <a:lnTo>
                    <a:pt x="659930" y="137286"/>
                  </a:lnTo>
                  <a:lnTo>
                    <a:pt x="661758" y="134747"/>
                  </a:lnTo>
                  <a:lnTo>
                    <a:pt x="662800" y="132206"/>
                  </a:lnTo>
                  <a:lnTo>
                    <a:pt x="663841" y="129666"/>
                  </a:lnTo>
                  <a:lnTo>
                    <a:pt x="664451" y="126237"/>
                  </a:lnTo>
                  <a:lnTo>
                    <a:pt x="664629" y="121919"/>
                  </a:lnTo>
                  <a:lnTo>
                    <a:pt x="658495" y="120141"/>
                  </a:lnTo>
                  <a:lnTo>
                    <a:pt x="655421" y="116331"/>
                  </a:lnTo>
                  <a:lnTo>
                    <a:pt x="655421" y="110616"/>
                  </a:lnTo>
                  <a:lnTo>
                    <a:pt x="655421" y="107441"/>
                  </a:lnTo>
                  <a:lnTo>
                    <a:pt x="656475" y="104775"/>
                  </a:lnTo>
                  <a:lnTo>
                    <a:pt x="658583" y="102488"/>
                  </a:lnTo>
                  <a:lnTo>
                    <a:pt x="660704" y="100202"/>
                  </a:lnTo>
                  <a:lnTo>
                    <a:pt x="663206" y="99059"/>
                  </a:lnTo>
                  <a:lnTo>
                    <a:pt x="666102" y="99059"/>
                  </a:lnTo>
                  <a:close/>
                </a:path>
                <a:path w="678180" h="143510">
                  <a:moveTo>
                    <a:pt x="588581" y="26669"/>
                  </a:moveTo>
                  <a:lnTo>
                    <a:pt x="570433" y="70484"/>
                  </a:lnTo>
                  <a:lnTo>
                    <a:pt x="608139" y="70484"/>
                  </a:lnTo>
                  <a:lnTo>
                    <a:pt x="588581" y="26669"/>
                  </a:lnTo>
                  <a:close/>
                </a:path>
                <a:path w="678180" h="143510">
                  <a:moveTo>
                    <a:pt x="245211" y="16128"/>
                  </a:moveTo>
                  <a:lnTo>
                    <a:pt x="245211" y="106298"/>
                  </a:lnTo>
                  <a:lnTo>
                    <a:pt x="267436" y="106298"/>
                  </a:lnTo>
                  <a:lnTo>
                    <a:pt x="276123" y="106298"/>
                  </a:lnTo>
                  <a:lnTo>
                    <a:pt x="282867" y="105663"/>
                  </a:lnTo>
                  <a:lnTo>
                    <a:pt x="287667" y="104520"/>
                  </a:lnTo>
                  <a:lnTo>
                    <a:pt x="292468" y="103377"/>
                  </a:lnTo>
                  <a:lnTo>
                    <a:pt x="320545" y="69877"/>
                  </a:lnTo>
                  <a:lnTo>
                    <a:pt x="321348" y="60325"/>
                  </a:lnTo>
                  <a:lnTo>
                    <a:pt x="320523" y="51042"/>
                  </a:lnTo>
                  <a:lnTo>
                    <a:pt x="297002" y="20954"/>
                  </a:lnTo>
                  <a:lnTo>
                    <a:pt x="275259" y="16128"/>
                  </a:lnTo>
                  <a:lnTo>
                    <a:pt x="266915" y="16128"/>
                  </a:lnTo>
                  <a:lnTo>
                    <a:pt x="245211" y="16128"/>
                  </a:lnTo>
                  <a:close/>
                </a:path>
                <a:path w="678180" h="143510">
                  <a:moveTo>
                    <a:pt x="406006" y="634"/>
                  </a:moveTo>
                  <a:lnTo>
                    <a:pt x="420065" y="634"/>
                  </a:lnTo>
                  <a:lnTo>
                    <a:pt x="501840" y="94868"/>
                  </a:lnTo>
                  <a:lnTo>
                    <a:pt x="501840" y="634"/>
                  </a:lnTo>
                  <a:lnTo>
                    <a:pt x="518337" y="634"/>
                  </a:lnTo>
                  <a:lnTo>
                    <a:pt x="518337" y="121919"/>
                  </a:lnTo>
                  <a:lnTo>
                    <a:pt x="503402" y="121919"/>
                  </a:lnTo>
                  <a:lnTo>
                    <a:pt x="422325" y="28575"/>
                  </a:lnTo>
                  <a:lnTo>
                    <a:pt x="422325" y="121919"/>
                  </a:lnTo>
                  <a:lnTo>
                    <a:pt x="406006" y="121919"/>
                  </a:lnTo>
                  <a:lnTo>
                    <a:pt x="406006" y="634"/>
                  </a:lnTo>
                  <a:close/>
                </a:path>
                <a:path w="678180" h="143510">
                  <a:moveTo>
                    <a:pt x="361200" y="634"/>
                  </a:moveTo>
                  <a:lnTo>
                    <a:pt x="378561" y="634"/>
                  </a:lnTo>
                  <a:lnTo>
                    <a:pt x="378561" y="121919"/>
                  </a:lnTo>
                  <a:lnTo>
                    <a:pt x="361200" y="121919"/>
                  </a:lnTo>
                  <a:lnTo>
                    <a:pt x="361200" y="634"/>
                  </a:lnTo>
                  <a:close/>
                </a:path>
                <a:path w="678180" h="143510">
                  <a:moveTo>
                    <a:pt x="227850" y="634"/>
                  </a:moveTo>
                  <a:lnTo>
                    <a:pt x="268744" y="634"/>
                  </a:lnTo>
                  <a:lnTo>
                    <a:pt x="280470" y="1109"/>
                  </a:lnTo>
                  <a:lnTo>
                    <a:pt x="320832" y="17287"/>
                  </a:lnTo>
                  <a:lnTo>
                    <a:pt x="338798" y="53010"/>
                  </a:lnTo>
                  <a:lnTo>
                    <a:pt x="339331" y="61340"/>
                  </a:lnTo>
                  <a:lnTo>
                    <a:pt x="339331" y="69468"/>
                  </a:lnTo>
                  <a:lnTo>
                    <a:pt x="337756" y="77215"/>
                  </a:lnTo>
                  <a:lnTo>
                    <a:pt x="334632" y="84581"/>
                  </a:lnTo>
                  <a:lnTo>
                    <a:pt x="331508" y="92075"/>
                  </a:lnTo>
                  <a:lnTo>
                    <a:pt x="327050" y="98551"/>
                  </a:lnTo>
                  <a:lnTo>
                    <a:pt x="321271" y="104139"/>
                  </a:lnTo>
                  <a:lnTo>
                    <a:pt x="315366" y="109981"/>
                  </a:lnTo>
                  <a:lnTo>
                    <a:pt x="308508" y="114300"/>
                  </a:lnTo>
                  <a:lnTo>
                    <a:pt x="300697" y="117220"/>
                  </a:lnTo>
                  <a:lnTo>
                    <a:pt x="296113" y="118998"/>
                  </a:lnTo>
                  <a:lnTo>
                    <a:pt x="291922" y="120268"/>
                  </a:lnTo>
                  <a:lnTo>
                    <a:pt x="288099" y="120903"/>
                  </a:lnTo>
                  <a:lnTo>
                    <a:pt x="284289" y="121411"/>
                  </a:lnTo>
                  <a:lnTo>
                    <a:pt x="276987" y="121792"/>
                  </a:lnTo>
                  <a:lnTo>
                    <a:pt x="266230" y="121792"/>
                  </a:lnTo>
                  <a:lnTo>
                    <a:pt x="227850" y="121792"/>
                  </a:lnTo>
                  <a:lnTo>
                    <a:pt x="227850" y="634"/>
                  </a:lnTo>
                  <a:close/>
                </a:path>
                <a:path w="678180" h="143510">
                  <a:moveTo>
                    <a:pt x="138772" y="634"/>
                  </a:moveTo>
                  <a:lnTo>
                    <a:pt x="207543" y="634"/>
                  </a:lnTo>
                  <a:lnTo>
                    <a:pt x="207543" y="16128"/>
                  </a:lnTo>
                  <a:lnTo>
                    <a:pt x="156146" y="16128"/>
                  </a:lnTo>
                  <a:lnTo>
                    <a:pt x="156146" y="53085"/>
                  </a:lnTo>
                  <a:lnTo>
                    <a:pt x="205803" y="53085"/>
                  </a:lnTo>
                  <a:lnTo>
                    <a:pt x="205803" y="68579"/>
                  </a:lnTo>
                  <a:lnTo>
                    <a:pt x="156146" y="68579"/>
                  </a:lnTo>
                  <a:lnTo>
                    <a:pt x="156146" y="106298"/>
                  </a:lnTo>
                  <a:lnTo>
                    <a:pt x="209181" y="106298"/>
                  </a:lnTo>
                  <a:lnTo>
                    <a:pt x="209181" y="121792"/>
                  </a:lnTo>
                  <a:lnTo>
                    <a:pt x="138772" y="121792"/>
                  </a:lnTo>
                  <a:lnTo>
                    <a:pt x="138772" y="634"/>
                  </a:lnTo>
                  <a:close/>
                </a:path>
                <a:path w="678180" h="143510">
                  <a:moveTo>
                    <a:pt x="0" y="634"/>
                  </a:moveTo>
                  <a:lnTo>
                    <a:pt x="16433" y="634"/>
                  </a:lnTo>
                  <a:lnTo>
                    <a:pt x="56743" y="50418"/>
                  </a:lnTo>
                  <a:lnTo>
                    <a:pt x="96799" y="634"/>
                  </a:lnTo>
                  <a:lnTo>
                    <a:pt x="113042" y="634"/>
                  </a:lnTo>
                  <a:lnTo>
                    <a:pt x="113042" y="121919"/>
                  </a:lnTo>
                  <a:lnTo>
                    <a:pt x="95592" y="121919"/>
                  </a:lnTo>
                  <a:lnTo>
                    <a:pt x="95592" y="27558"/>
                  </a:lnTo>
                  <a:lnTo>
                    <a:pt x="58293" y="74422"/>
                  </a:lnTo>
                  <a:lnTo>
                    <a:pt x="55092" y="74422"/>
                  </a:lnTo>
                  <a:lnTo>
                    <a:pt x="17360" y="27558"/>
                  </a:lnTo>
                  <a:lnTo>
                    <a:pt x="17360" y="121919"/>
                  </a:lnTo>
                  <a:lnTo>
                    <a:pt x="0" y="121919"/>
                  </a:lnTo>
                  <a:lnTo>
                    <a:pt x="0" y="634"/>
                  </a:lnTo>
                  <a:close/>
                </a:path>
                <a:path w="678180" h="143510">
                  <a:moveTo>
                    <a:pt x="582637" y="0"/>
                  </a:moveTo>
                  <a:lnTo>
                    <a:pt x="594842" y="0"/>
                  </a:lnTo>
                  <a:lnTo>
                    <a:pt x="649211" y="121919"/>
                  </a:lnTo>
                  <a:lnTo>
                    <a:pt x="631444" y="121919"/>
                  </a:lnTo>
                  <a:lnTo>
                    <a:pt x="615276" y="85978"/>
                  </a:lnTo>
                  <a:lnTo>
                    <a:pt x="563537" y="85978"/>
                  </a:lnTo>
                  <a:lnTo>
                    <a:pt x="548386" y="121919"/>
                  </a:lnTo>
                  <a:lnTo>
                    <a:pt x="530542" y="121919"/>
                  </a:lnTo>
                  <a:lnTo>
                    <a:pt x="58263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68602" y="5360415"/>
            <a:ext cx="484885" cy="15252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826641" y="5358891"/>
            <a:ext cx="574675" cy="154305"/>
            <a:chOff x="1826641" y="5358891"/>
            <a:chExt cx="574675" cy="154305"/>
          </a:xfrm>
        </p:grpSpPr>
        <p:sp>
          <p:nvSpPr>
            <p:cNvPr id="68" name="object 68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6006" y="99948"/>
                  </a:moveTo>
                  <a:lnTo>
                    <a:pt x="549656" y="99948"/>
                  </a:lnTo>
                  <a:lnTo>
                    <a:pt x="547116" y="101091"/>
                  </a:lnTo>
                  <a:lnTo>
                    <a:pt x="544957" y="103377"/>
                  </a:lnTo>
                  <a:lnTo>
                    <a:pt x="542925" y="105663"/>
                  </a:lnTo>
                  <a:lnTo>
                    <a:pt x="541782" y="108330"/>
                  </a:lnTo>
                  <a:lnTo>
                    <a:pt x="541782" y="117220"/>
                  </a:lnTo>
                  <a:lnTo>
                    <a:pt x="544830" y="121030"/>
                  </a:lnTo>
                  <a:lnTo>
                    <a:pt x="551053" y="122808"/>
                  </a:lnTo>
                  <a:lnTo>
                    <a:pt x="550799" y="127126"/>
                  </a:lnTo>
                  <a:lnTo>
                    <a:pt x="550291" y="130555"/>
                  </a:lnTo>
                  <a:lnTo>
                    <a:pt x="549148" y="133095"/>
                  </a:lnTo>
                  <a:lnTo>
                    <a:pt x="548132" y="135635"/>
                  </a:lnTo>
                  <a:lnTo>
                    <a:pt x="546354" y="138175"/>
                  </a:lnTo>
                  <a:lnTo>
                    <a:pt x="543687" y="140588"/>
                  </a:lnTo>
                  <a:lnTo>
                    <a:pt x="543687" y="143890"/>
                  </a:lnTo>
                  <a:lnTo>
                    <a:pt x="564515" y="122935"/>
                  </a:lnTo>
                  <a:lnTo>
                    <a:pt x="564515" y="111759"/>
                  </a:lnTo>
                  <a:lnTo>
                    <a:pt x="563499" y="107695"/>
                  </a:lnTo>
                  <a:lnTo>
                    <a:pt x="561213" y="104647"/>
                  </a:lnTo>
                  <a:lnTo>
                    <a:pt x="558927" y="101472"/>
                  </a:lnTo>
                  <a:lnTo>
                    <a:pt x="556006" y="99948"/>
                  </a:lnTo>
                  <a:close/>
                </a:path>
                <a:path w="564514" h="144145">
                  <a:moveTo>
                    <a:pt x="203454" y="1523"/>
                  </a:moveTo>
                  <a:lnTo>
                    <a:pt x="172974" y="1523"/>
                  </a:lnTo>
                  <a:lnTo>
                    <a:pt x="172974" y="122808"/>
                  </a:lnTo>
                  <a:lnTo>
                    <a:pt x="190373" y="122808"/>
                  </a:lnTo>
                  <a:lnTo>
                    <a:pt x="190373" y="70103"/>
                  </a:lnTo>
                  <a:lnTo>
                    <a:pt x="229407" y="70103"/>
                  </a:lnTo>
                  <a:lnTo>
                    <a:pt x="226822" y="67690"/>
                  </a:lnTo>
                  <a:lnTo>
                    <a:pt x="222885" y="65150"/>
                  </a:lnTo>
                  <a:lnTo>
                    <a:pt x="229489" y="62610"/>
                  </a:lnTo>
                  <a:lnTo>
                    <a:pt x="234569" y="58800"/>
                  </a:lnTo>
                  <a:lnTo>
                    <a:pt x="237431" y="54609"/>
                  </a:lnTo>
                  <a:lnTo>
                    <a:pt x="190373" y="54609"/>
                  </a:lnTo>
                  <a:lnTo>
                    <a:pt x="190373" y="16255"/>
                  </a:lnTo>
                  <a:lnTo>
                    <a:pt x="237722" y="16255"/>
                  </a:lnTo>
                  <a:lnTo>
                    <a:pt x="237351" y="15624"/>
                  </a:lnTo>
                  <a:lnTo>
                    <a:pt x="232664" y="10667"/>
                  </a:lnTo>
                  <a:lnTo>
                    <a:pt x="226760" y="6667"/>
                  </a:lnTo>
                  <a:lnTo>
                    <a:pt x="219916" y="3809"/>
                  </a:lnTo>
                  <a:lnTo>
                    <a:pt x="212143" y="2095"/>
                  </a:lnTo>
                  <a:lnTo>
                    <a:pt x="203454" y="1523"/>
                  </a:lnTo>
                  <a:close/>
                </a:path>
                <a:path w="564514" h="144145">
                  <a:moveTo>
                    <a:pt x="229407" y="70103"/>
                  </a:moveTo>
                  <a:lnTo>
                    <a:pt x="200533" y="70103"/>
                  </a:lnTo>
                  <a:lnTo>
                    <a:pt x="204597" y="70738"/>
                  </a:lnTo>
                  <a:lnTo>
                    <a:pt x="209423" y="73278"/>
                  </a:lnTo>
                  <a:lnTo>
                    <a:pt x="236093" y="108584"/>
                  </a:lnTo>
                  <a:lnTo>
                    <a:pt x="239522" y="113410"/>
                  </a:lnTo>
                  <a:lnTo>
                    <a:pt x="240411" y="114553"/>
                  </a:lnTo>
                  <a:lnTo>
                    <a:pt x="240537" y="114807"/>
                  </a:lnTo>
                  <a:lnTo>
                    <a:pt x="245872" y="122808"/>
                  </a:lnTo>
                  <a:lnTo>
                    <a:pt x="266573" y="122808"/>
                  </a:lnTo>
                  <a:lnTo>
                    <a:pt x="260096" y="114172"/>
                  </a:lnTo>
                  <a:lnTo>
                    <a:pt x="257556" y="110616"/>
                  </a:lnTo>
                  <a:lnTo>
                    <a:pt x="254127" y="105536"/>
                  </a:lnTo>
                  <a:lnTo>
                    <a:pt x="249936" y="98551"/>
                  </a:lnTo>
                  <a:lnTo>
                    <a:pt x="245173" y="90977"/>
                  </a:lnTo>
                  <a:lnTo>
                    <a:pt x="240982" y="84629"/>
                  </a:lnTo>
                  <a:lnTo>
                    <a:pt x="237363" y="79496"/>
                  </a:lnTo>
                  <a:lnTo>
                    <a:pt x="234315" y="75564"/>
                  </a:lnTo>
                  <a:lnTo>
                    <a:pt x="230631" y="71246"/>
                  </a:lnTo>
                  <a:lnTo>
                    <a:pt x="229407" y="70103"/>
                  </a:lnTo>
                  <a:close/>
                </a:path>
                <a:path w="564514" h="144145">
                  <a:moveTo>
                    <a:pt x="312674" y="16890"/>
                  </a:moveTo>
                  <a:lnTo>
                    <a:pt x="295148" y="16890"/>
                  </a:lnTo>
                  <a:lnTo>
                    <a:pt x="295148" y="122808"/>
                  </a:lnTo>
                  <a:lnTo>
                    <a:pt x="312674" y="122808"/>
                  </a:lnTo>
                  <a:lnTo>
                    <a:pt x="312674" y="16890"/>
                  </a:lnTo>
                  <a:close/>
                </a:path>
                <a:path w="564514" h="144145">
                  <a:moveTo>
                    <a:pt x="237722" y="16255"/>
                  </a:moveTo>
                  <a:lnTo>
                    <a:pt x="204089" y="16255"/>
                  </a:lnTo>
                  <a:lnTo>
                    <a:pt x="210185" y="16890"/>
                  </a:lnTo>
                  <a:lnTo>
                    <a:pt x="217551" y="19430"/>
                  </a:lnTo>
                  <a:lnTo>
                    <a:pt x="220345" y="21716"/>
                  </a:lnTo>
                  <a:lnTo>
                    <a:pt x="224439" y="27920"/>
                  </a:lnTo>
                  <a:lnTo>
                    <a:pt x="225425" y="31368"/>
                  </a:lnTo>
                  <a:lnTo>
                    <a:pt x="225425" y="38988"/>
                  </a:lnTo>
                  <a:lnTo>
                    <a:pt x="205740" y="54609"/>
                  </a:lnTo>
                  <a:lnTo>
                    <a:pt x="237431" y="54609"/>
                  </a:lnTo>
                  <a:lnTo>
                    <a:pt x="241681" y="48513"/>
                  </a:lnTo>
                  <a:lnTo>
                    <a:pt x="243459" y="42417"/>
                  </a:lnTo>
                  <a:lnTo>
                    <a:pt x="243459" y="35305"/>
                  </a:lnTo>
                  <a:lnTo>
                    <a:pt x="242772" y="27920"/>
                  </a:lnTo>
                  <a:lnTo>
                    <a:pt x="240837" y="21716"/>
                  </a:lnTo>
                  <a:lnTo>
                    <a:pt x="240728" y="21367"/>
                  </a:lnTo>
                  <a:lnTo>
                    <a:pt x="237722" y="16255"/>
                  </a:lnTo>
                  <a:close/>
                </a:path>
                <a:path w="564514" h="144145">
                  <a:moveTo>
                    <a:pt x="354965" y="1396"/>
                  </a:moveTo>
                  <a:lnTo>
                    <a:pt x="253619" y="1396"/>
                  </a:lnTo>
                  <a:lnTo>
                    <a:pt x="253619" y="16890"/>
                  </a:lnTo>
                  <a:lnTo>
                    <a:pt x="354965" y="16890"/>
                  </a:lnTo>
                  <a:lnTo>
                    <a:pt x="354965" y="1396"/>
                  </a:lnTo>
                  <a:close/>
                </a:path>
                <a:path w="564514" h="144145">
                  <a:moveTo>
                    <a:pt x="389381" y="1523"/>
                  </a:moveTo>
                  <a:lnTo>
                    <a:pt x="372110" y="1523"/>
                  </a:lnTo>
                  <a:lnTo>
                    <a:pt x="372110" y="122808"/>
                  </a:lnTo>
                  <a:lnTo>
                    <a:pt x="389381" y="122808"/>
                  </a:lnTo>
                  <a:lnTo>
                    <a:pt x="389381" y="1523"/>
                  </a:lnTo>
                  <a:close/>
                </a:path>
                <a:path w="564514" h="144145">
                  <a:moveTo>
                    <a:pt x="152400" y="1523"/>
                  </a:moveTo>
                  <a:lnTo>
                    <a:pt x="83566" y="1523"/>
                  </a:lnTo>
                  <a:lnTo>
                    <a:pt x="83566" y="122681"/>
                  </a:lnTo>
                  <a:lnTo>
                    <a:pt x="154051" y="122681"/>
                  </a:lnTo>
                  <a:lnTo>
                    <a:pt x="154051" y="107187"/>
                  </a:lnTo>
                  <a:lnTo>
                    <a:pt x="100965" y="107187"/>
                  </a:lnTo>
                  <a:lnTo>
                    <a:pt x="100965" y="69468"/>
                  </a:lnTo>
                  <a:lnTo>
                    <a:pt x="150622" y="69468"/>
                  </a:lnTo>
                  <a:lnTo>
                    <a:pt x="150622" y="53974"/>
                  </a:lnTo>
                  <a:lnTo>
                    <a:pt x="100965" y="53974"/>
                  </a:lnTo>
                  <a:lnTo>
                    <a:pt x="100965" y="17017"/>
                  </a:lnTo>
                  <a:lnTo>
                    <a:pt x="152400" y="17017"/>
                  </a:lnTo>
                  <a:lnTo>
                    <a:pt x="152400" y="1523"/>
                  </a:lnTo>
                  <a:close/>
                </a:path>
                <a:path w="564514" h="144145">
                  <a:moveTo>
                    <a:pt x="64643" y="1523"/>
                  </a:moveTo>
                  <a:lnTo>
                    <a:pt x="0" y="1523"/>
                  </a:lnTo>
                  <a:lnTo>
                    <a:pt x="0" y="122808"/>
                  </a:lnTo>
                  <a:lnTo>
                    <a:pt x="17272" y="122808"/>
                  </a:lnTo>
                  <a:lnTo>
                    <a:pt x="17272" y="66293"/>
                  </a:lnTo>
                  <a:lnTo>
                    <a:pt x="64643" y="66293"/>
                  </a:lnTo>
                  <a:lnTo>
                    <a:pt x="64643" y="50799"/>
                  </a:lnTo>
                  <a:lnTo>
                    <a:pt x="17272" y="50799"/>
                  </a:lnTo>
                  <a:lnTo>
                    <a:pt x="17272" y="17017"/>
                  </a:lnTo>
                  <a:lnTo>
                    <a:pt x="64643" y="17017"/>
                  </a:lnTo>
                  <a:lnTo>
                    <a:pt x="64643" y="1523"/>
                  </a:lnTo>
                  <a:close/>
                </a:path>
                <a:path w="564514" h="144145">
                  <a:moveTo>
                    <a:pt x="484251" y="0"/>
                  </a:moveTo>
                  <a:lnTo>
                    <a:pt x="477520" y="0"/>
                  </a:lnTo>
                  <a:lnTo>
                    <a:pt x="464018" y="1121"/>
                  </a:lnTo>
                  <a:lnTo>
                    <a:pt x="422489" y="27652"/>
                  </a:lnTo>
                  <a:lnTo>
                    <a:pt x="412079" y="62229"/>
                  </a:lnTo>
                  <a:lnTo>
                    <a:pt x="411988" y="63245"/>
                  </a:lnTo>
                  <a:lnTo>
                    <a:pt x="430022" y="106679"/>
                  </a:lnTo>
                  <a:lnTo>
                    <a:pt x="478155" y="124205"/>
                  </a:lnTo>
                  <a:lnTo>
                    <a:pt x="489207" y="123608"/>
                  </a:lnTo>
                  <a:lnTo>
                    <a:pt x="500284" y="121808"/>
                  </a:lnTo>
                  <a:lnTo>
                    <a:pt x="511409" y="118794"/>
                  </a:lnTo>
                  <a:lnTo>
                    <a:pt x="522605" y="114553"/>
                  </a:lnTo>
                  <a:lnTo>
                    <a:pt x="522605" y="109092"/>
                  </a:lnTo>
                  <a:lnTo>
                    <a:pt x="478663" y="109092"/>
                  </a:lnTo>
                  <a:lnTo>
                    <a:pt x="468453" y="108281"/>
                  </a:lnTo>
                  <a:lnTo>
                    <a:pt x="433387" y="80978"/>
                  </a:lnTo>
                  <a:lnTo>
                    <a:pt x="430108" y="63245"/>
                  </a:lnTo>
                  <a:lnTo>
                    <a:pt x="430022" y="62229"/>
                  </a:lnTo>
                  <a:lnTo>
                    <a:pt x="450778" y="23048"/>
                  </a:lnTo>
                  <a:lnTo>
                    <a:pt x="477139" y="15493"/>
                  </a:lnTo>
                  <a:lnTo>
                    <a:pt x="520192" y="15493"/>
                  </a:lnTo>
                  <a:lnTo>
                    <a:pt x="520192" y="10286"/>
                  </a:lnTo>
                  <a:lnTo>
                    <a:pt x="510794" y="6349"/>
                  </a:lnTo>
                  <a:lnTo>
                    <a:pt x="503047" y="3682"/>
                  </a:lnTo>
                  <a:lnTo>
                    <a:pt x="496951" y="2158"/>
                  </a:lnTo>
                  <a:lnTo>
                    <a:pt x="490728" y="761"/>
                  </a:lnTo>
                  <a:lnTo>
                    <a:pt x="484251" y="0"/>
                  </a:lnTo>
                  <a:close/>
                </a:path>
                <a:path w="564514" h="144145">
                  <a:moveTo>
                    <a:pt x="522605" y="63118"/>
                  </a:moveTo>
                  <a:lnTo>
                    <a:pt x="481838" y="63118"/>
                  </a:lnTo>
                  <a:lnTo>
                    <a:pt x="481838" y="78485"/>
                  </a:lnTo>
                  <a:lnTo>
                    <a:pt x="505206" y="78485"/>
                  </a:lnTo>
                  <a:lnTo>
                    <a:pt x="505206" y="103758"/>
                  </a:lnTo>
                  <a:lnTo>
                    <a:pt x="503555" y="104393"/>
                  </a:lnTo>
                  <a:lnTo>
                    <a:pt x="493903" y="107568"/>
                  </a:lnTo>
                  <a:lnTo>
                    <a:pt x="485648" y="109092"/>
                  </a:lnTo>
                  <a:lnTo>
                    <a:pt x="522605" y="109092"/>
                  </a:lnTo>
                  <a:lnTo>
                    <a:pt x="522605" y="63118"/>
                  </a:lnTo>
                  <a:close/>
                </a:path>
                <a:path w="564514" h="144145">
                  <a:moveTo>
                    <a:pt x="520192" y="15493"/>
                  </a:moveTo>
                  <a:lnTo>
                    <a:pt x="477139" y="15493"/>
                  </a:lnTo>
                  <a:lnTo>
                    <a:pt x="488505" y="16329"/>
                  </a:lnTo>
                  <a:lnTo>
                    <a:pt x="488056" y="16329"/>
                  </a:lnTo>
                  <a:lnTo>
                    <a:pt x="498570" y="18637"/>
                  </a:lnTo>
                  <a:lnTo>
                    <a:pt x="509357" y="22566"/>
                  </a:lnTo>
                  <a:lnTo>
                    <a:pt x="520192" y="28066"/>
                  </a:lnTo>
                  <a:lnTo>
                    <a:pt x="520192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2450" y="99948"/>
                  </a:moveTo>
                  <a:lnTo>
                    <a:pt x="556006" y="99948"/>
                  </a:lnTo>
                  <a:lnTo>
                    <a:pt x="558927" y="101472"/>
                  </a:lnTo>
                  <a:lnTo>
                    <a:pt x="561213" y="104647"/>
                  </a:lnTo>
                  <a:lnTo>
                    <a:pt x="563499" y="107695"/>
                  </a:lnTo>
                  <a:lnTo>
                    <a:pt x="564515" y="111759"/>
                  </a:lnTo>
                  <a:lnTo>
                    <a:pt x="564515" y="116585"/>
                  </a:lnTo>
                  <a:lnTo>
                    <a:pt x="564515" y="122935"/>
                  </a:lnTo>
                  <a:lnTo>
                    <a:pt x="543687" y="143890"/>
                  </a:lnTo>
                  <a:lnTo>
                    <a:pt x="543687" y="140588"/>
                  </a:lnTo>
                  <a:lnTo>
                    <a:pt x="546354" y="138175"/>
                  </a:lnTo>
                  <a:lnTo>
                    <a:pt x="548132" y="135635"/>
                  </a:lnTo>
                  <a:lnTo>
                    <a:pt x="549148" y="133095"/>
                  </a:lnTo>
                  <a:lnTo>
                    <a:pt x="550291" y="130555"/>
                  </a:lnTo>
                  <a:lnTo>
                    <a:pt x="550799" y="127126"/>
                  </a:lnTo>
                  <a:lnTo>
                    <a:pt x="551053" y="122808"/>
                  </a:lnTo>
                  <a:lnTo>
                    <a:pt x="544830" y="121030"/>
                  </a:lnTo>
                  <a:lnTo>
                    <a:pt x="541782" y="117220"/>
                  </a:lnTo>
                  <a:lnTo>
                    <a:pt x="541782" y="111505"/>
                  </a:lnTo>
                  <a:lnTo>
                    <a:pt x="541782" y="108330"/>
                  </a:lnTo>
                  <a:lnTo>
                    <a:pt x="542925" y="105663"/>
                  </a:lnTo>
                  <a:lnTo>
                    <a:pt x="544957" y="103377"/>
                  </a:lnTo>
                  <a:lnTo>
                    <a:pt x="547116" y="101091"/>
                  </a:lnTo>
                  <a:lnTo>
                    <a:pt x="549656" y="99948"/>
                  </a:lnTo>
                  <a:lnTo>
                    <a:pt x="552450" y="99948"/>
                  </a:lnTo>
                  <a:close/>
                </a:path>
                <a:path w="564514" h="144145">
                  <a:moveTo>
                    <a:pt x="190373" y="16255"/>
                  </a:moveTo>
                  <a:lnTo>
                    <a:pt x="190373" y="54609"/>
                  </a:lnTo>
                  <a:lnTo>
                    <a:pt x="196977" y="54609"/>
                  </a:lnTo>
                  <a:lnTo>
                    <a:pt x="205740" y="54609"/>
                  </a:lnTo>
                  <a:lnTo>
                    <a:pt x="225425" y="38988"/>
                  </a:lnTo>
                  <a:lnTo>
                    <a:pt x="225425" y="35178"/>
                  </a:lnTo>
                  <a:lnTo>
                    <a:pt x="225425" y="31368"/>
                  </a:lnTo>
                  <a:lnTo>
                    <a:pt x="224409" y="27812"/>
                  </a:lnTo>
                  <a:lnTo>
                    <a:pt x="222377" y="24764"/>
                  </a:lnTo>
                  <a:lnTo>
                    <a:pt x="220345" y="21716"/>
                  </a:lnTo>
                  <a:lnTo>
                    <a:pt x="217551" y="19430"/>
                  </a:lnTo>
                  <a:lnTo>
                    <a:pt x="213868" y="18160"/>
                  </a:lnTo>
                  <a:lnTo>
                    <a:pt x="210185" y="16890"/>
                  </a:lnTo>
                  <a:lnTo>
                    <a:pt x="204089" y="16255"/>
                  </a:lnTo>
                  <a:lnTo>
                    <a:pt x="195580" y="16255"/>
                  </a:lnTo>
                  <a:lnTo>
                    <a:pt x="190373" y="16255"/>
                  </a:lnTo>
                  <a:close/>
                </a:path>
                <a:path w="564514" h="144145">
                  <a:moveTo>
                    <a:pt x="372110" y="1523"/>
                  </a:moveTo>
                  <a:lnTo>
                    <a:pt x="389381" y="1523"/>
                  </a:lnTo>
                  <a:lnTo>
                    <a:pt x="389381" y="122808"/>
                  </a:lnTo>
                  <a:lnTo>
                    <a:pt x="372110" y="122808"/>
                  </a:lnTo>
                  <a:lnTo>
                    <a:pt x="372110" y="1523"/>
                  </a:lnTo>
                  <a:close/>
                </a:path>
                <a:path w="564514" h="144145">
                  <a:moveTo>
                    <a:pt x="172974" y="1523"/>
                  </a:moveTo>
                  <a:lnTo>
                    <a:pt x="203454" y="1523"/>
                  </a:lnTo>
                  <a:lnTo>
                    <a:pt x="212143" y="2095"/>
                  </a:lnTo>
                  <a:lnTo>
                    <a:pt x="242772" y="27920"/>
                  </a:lnTo>
                  <a:lnTo>
                    <a:pt x="243459" y="35305"/>
                  </a:lnTo>
                  <a:lnTo>
                    <a:pt x="243459" y="42417"/>
                  </a:lnTo>
                  <a:lnTo>
                    <a:pt x="241681" y="48513"/>
                  </a:lnTo>
                  <a:lnTo>
                    <a:pt x="238125" y="53593"/>
                  </a:lnTo>
                  <a:lnTo>
                    <a:pt x="234569" y="58800"/>
                  </a:lnTo>
                  <a:lnTo>
                    <a:pt x="229489" y="62610"/>
                  </a:lnTo>
                  <a:lnTo>
                    <a:pt x="222885" y="65150"/>
                  </a:lnTo>
                  <a:lnTo>
                    <a:pt x="226822" y="67690"/>
                  </a:lnTo>
                  <a:lnTo>
                    <a:pt x="249936" y="98551"/>
                  </a:lnTo>
                  <a:lnTo>
                    <a:pt x="254127" y="105536"/>
                  </a:lnTo>
                  <a:lnTo>
                    <a:pt x="257556" y="110616"/>
                  </a:lnTo>
                  <a:lnTo>
                    <a:pt x="260096" y="114172"/>
                  </a:lnTo>
                  <a:lnTo>
                    <a:pt x="266573" y="122808"/>
                  </a:lnTo>
                  <a:lnTo>
                    <a:pt x="245872" y="122808"/>
                  </a:lnTo>
                  <a:lnTo>
                    <a:pt x="240537" y="114807"/>
                  </a:lnTo>
                  <a:lnTo>
                    <a:pt x="240411" y="114553"/>
                  </a:lnTo>
                  <a:lnTo>
                    <a:pt x="240030" y="114045"/>
                  </a:lnTo>
                  <a:lnTo>
                    <a:pt x="239522" y="113410"/>
                  </a:lnTo>
                  <a:lnTo>
                    <a:pt x="236093" y="108584"/>
                  </a:lnTo>
                  <a:lnTo>
                    <a:pt x="230759" y="99694"/>
                  </a:lnTo>
                  <a:lnTo>
                    <a:pt x="224917" y="90296"/>
                  </a:lnTo>
                  <a:lnTo>
                    <a:pt x="207010" y="72008"/>
                  </a:lnTo>
                  <a:lnTo>
                    <a:pt x="204597" y="70738"/>
                  </a:lnTo>
                  <a:lnTo>
                    <a:pt x="200533" y="70103"/>
                  </a:lnTo>
                  <a:lnTo>
                    <a:pt x="194945" y="70103"/>
                  </a:lnTo>
                  <a:lnTo>
                    <a:pt x="190373" y="70103"/>
                  </a:lnTo>
                  <a:lnTo>
                    <a:pt x="190373" y="122808"/>
                  </a:lnTo>
                  <a:lnTo>
                    <a:pt x="172974" y="122808"/>
                  </a:lnTo>
                  <a:lnTo>
                    <a:pt x="172974" y="1523"/>
                  </a:lnTo>
                  <a:close/>
                </a:path>
                <a:path w="564514" h="144145">
                  <a:moveTo>
                    <a:pt x="83566" y="1523"/>
                  </a:moveTo>
                  <a:lnTo>
                    <a:pt x="152400" y="1523"/>
                  </a:lnTo>
                  <a:lnTo>
                    <a:pt x="152400" y="17017"/>
                  </a:lnTo>
                  <a:lnTo>
                    <a:pt x="100965" y="17017"/>
                  </a:lnTo>
                  <a:lnTo>
                    <a:pt x="100965" y="53974"/>
                  </a:lnTo>
                  <a:lnTo>
                    <a:pt x="150622" y="53974"/>
                  </a:lnTo>
                  <a:lnTo>
                    <a:pt x="150622" y="69468"/>
                  </a:lnTo>
                  <a:lnTo>
                    <a:pt x="100965" y="69468"/>
                  </a:lnTo>
                  <a:lnTo>
                    <a:pt x="100965" y="107187"/>
                  </a:lnTo>
                  <a:lnTo>
                    <a:pt x="154051" y="107187"/>
                  </a:lnTo>
                  <a:lnTo>
                    <a:pt x="154051" y="122681"/>
                  </a:lnTo>
                  <a:lnTo>
                    <a:pt x="83566" y="122681"/>
                  </a:lnTo>
                  <a:lnTo>
                    <a:pt x="83566" y="1523"/>
                  </a:lnTo>
                  <a:close/>
                </a:path>
                <a:path w="564514" h="144145">
                  <a:moveTo>
                    <a:pt x="0" y="1523"/>
                  </a:moveTo>
                  <a:lnTo>
                    <a:pt x="64643" y="1523"/>
                  </a:lnTo>
                  <a:lnTo>
                    <a:pt x="64643" y="17017"/>
                  </a:lnTo>
                  <a:lnTo>
                    <a:pt x="17272" y="17017"/>
                  </a:lnTo>
                  <a:lnTo>
                    <a:pt x="17272" y="50799"/>
                  </a:lnTo>
                  <a:lnTo>
                    <a:pt x="64643" y="50799"/>
                  </a:lnTo>
                  <a:lnTo>
                    <a:pt x="64643" y="66293"/>
                  </a:lnTo>
                  <a:lnTo>
                    <a:pt x="17272" y="66293"/>
                  </a:lnTo>
                  <a:lnTo>
                    <a:pt x="17272" y="122808"/>
                  </a:lnTo>
                  <a:lnTo>
                    <a:pt x="0" y="122808"/>
                  </a:lnTo>
                  <a:lnTo>
                    <a:pt x="0" y="1523"/>
                  </a:lnTo>
                  <a:close/>
                </a:path>
                <a:path w="564514" h="144145">
                  <a:moveTo>
                    <a:pt x="253619" y="1396"/>
                  </a:moveTo>
                  <a:lnTo>
                    <a:pt x="354965" y="1396"/>
                  </a:lnTo>
                  <a:lnTo>
                    <a:pt x="354965" y="16763"/>
                  </a:lnTo>
                  <a:lnTo>
                    <a:pt x="312674" y="16763"/>
                  </a:lnTo>
                  <a:lnTo>
                    <a:pt x="312674" y="122808"/>
                  </a:lnTo>
                  <a:lnTo>
                    <a:pt x="295148" y="122808"/>
                  </a:lnTo>
                  <a:lnTo>
                    <a:pt x="295148" y="16763"/>
                  </a:lnTo>
                  <a:lnTo>
                    <a:pt x="253619" y="16763"/>
                  </a:lnTo>
                  <a:lnTo>
                    <a:pt x="253619" y="1396"/>
                  </a:lnTo>
                  <a:close/>
                </a:path>
                <a:path w="564514" h="144145">
                  <a:moveTo>
                    <a:pt x="477520" y="0"/>
                  </a:moveTo>
                  <a:lnTo>
                    <a:pt x="484251" y="0"/>
                  </a:lnTo>
                  <a:lnTo>
                    <a:pt x="490728" y="761"/>
                  </a:lnTo>
                  <a:lnTo>
                    <a:pt x="496951" y="2158"/>
                  </a:lnTo>
                  <a:lnTo>
                    <a:pt x="503047" y="3682"/>
                  </a:lnTo>
                  <a:lnTo>
                    <a:pt x="510794" y="6349"/>
                  </a:lnTo>
                  <a:lnTo>
                    <a:pt x="520192" y="10286"/>
                  </a:lnTo>
                  <a:lnTo>
                    <a:pt x="520192" y="28066"/>
                  </a:lnTo>
                  <a:lnTo>
                    <a:pt x="509357" y="22566"/>
                  </a:lnTo>
                  <a:lnTo>
                    <a:pt x="498570" y="18637"/>
                  </a:lnTo>
                  <a:lnTo>
                    <a:pt x="487830" y="16279"/>
                  </a:lnTo>
                  <a:lnTo>
                    <a:pt x="477139" y="15493"/>
                  </a:lnTo>
                  <a:lnTo>
                    <a:pt x="467542" y="16329"/>
                  </a:lnTo>
                  <a:lnTo>
                    <a:pt x="433387" y="44068"/>
                  </a:lnTo>
                  <a:lnTo>
                    <a:pt x="430022" y="62229"/>
                  </a:lnTo>
                  <a:lnTo>
                    <a:pt x="430859" y="72062"/>
                  </a:lnTo>
                  <a:lnTo>
                    <a:pt x="459184" y="105838"/>
                  </a:lnTo>
                  <a:lnTo>
                    <a:pt x="478663" y="109092"/>
                  </a:lnTo>
                  <a:lnTo>
                    <a:pt x="485648" y="109092"/>
                  </a:lnTo>
                  <a:lnTo>
                    <a:pt x="493903" y="107568"/>
                  </a:lnTo>
                  <a:lnTo>
                    <a:pt x="503555" y="104393"/>
                  </a:lnTo>
                  <a:lnTo>
                    <a:pt x="505206" y="103758"/>
                  </a:lnTo>
                  <a:lnTo>
                    <a:pt x="505206" y="78485"/>
                  </a:lnTo>
                  <a:lnTo>
                    <a:pt x="481838" y="78485"/>
                  </a:lnTo>
                  <a:lnTo>
                    <a:pt x="481838" y="63118"/>
                  </a:lnTo>
                  <a:lnTo>
                    <a:pt x="522605" y="63118"/>
                  </a:lnTo>
                  <a:lnTo>
                    <a:pt x="522605" y="114553"/>
                  </a:lnTo>
                  <a:lnTo>
                    <a:pt x="511409" y="118794"/>
                  </a:lnTo>
                  <a:lnTo>
                    <a:pt x="500284" y="121808"/>
                  </a:lnTo>
                  <a:lnTo>
                    <a:pt x="489207" y="123608"/>
                  </a:lnTo>
                  <a:lnTo>
                    <a:pt x="478155" y="124205"/>
                  </a:lnTo>
                  <a:lnTo>
                    <a:pt x="463847" y="123110"/>
                  </a:lnTo>
                  <a:lnTo>
                    <a:pt x="422114" y="97339"/>
                  </a:lnTo>
                  <a:lnTo>
                    <a:pt x="411988" y="63245"/>
                  </a:lnTo>
                  <a:lnTo>
                    <a:pt x="413154" y="50270"/>
                  </a:lnTo>
                  <a:lnTo>
                    <a:pt x="440586" y="10126"/>
                  </a:lnTo>
                  <a:lnTo>
                    <a:pt x="464018" y="1121"/>
                  </a:lnTo>
                  <a:lnTo>
                    <a:pt x="47752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0" name="object 7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69388" y="5358891"/>
            <a:ext cx="1462404" cy="17373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3580" y="5400294"/>
            <a:ext cx="82168" cy="9283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79061" y="5360415"/>
            <a:ext cx="964818" cy="17221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205729" y="5360289"/>
            <a:ext cx="456183" cy="13296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39510" y="5400294"/>
            <a:ext cx="82168" cy="9283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04951" y="5656973"/>
            <a:ext cx="2399919" cy="17406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7199" y="6084036"/>
            <a:ext cx="1337983" cy="15402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10207" y="6084913"/>
            <a:ext cx="1344803" cy="17284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318128" y="6083693"/>
            <a:ext cx="1901951" cy="17406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284978" y="6084036"/>
            <a:ext cx="540765" cy="13440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99567" y="6382143"/>
            <a:ext cx="2198928" cy="17406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743326" y="6349072"/>
            <a:ext cx="805306" cy="18743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7666355" y="3681729"/>
            <a:ext cx="3470910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u="sng" spc="-80" dirty="0" err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ffigaro</a:t>
            </a:r>
            <a:r>
              <a:rPr sz="1800" u="sng" spc="-8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0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1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205980" y="3690620"/>
            <a:ext cx="374650" cy="1383030"/>
            <a:chOff x="7205980" y="3690620"/>
            <a:chExt cx="374650" cy="1383030"/>
          </a:xfrm>
        </p:grpSpPr>
        <p:pic>
          <p:nvPicPr>
            <p:cNvPr id="86" name="object 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12330" y="3690620"/>
              <a:ext cx="360679" cy="36068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05980" y="4196080"/>
              <a:ext cx="360679" cy="36068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219950" y="4712970"/>
              <a:ext cx="360679" cy="3606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1543</Words>
  <Application>Microsoft Office PowerPoint</Application>
  <PresentationFormat>Widescreen</PresentationFormat>
  <Paragraphs>163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 MT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Python é uma linguagem de programação de alto nível, conhecida por sua sintaxe clara e legibilidade, o que facilita tanto o aprendizado para iniciantes quanto a manutenção de projetos complexos.</vt:lpstr>
      <vt:lpstr>Apresentação do PowerPoint</vt:lpstr>
      <vt:lpstr>Apresentação do PowerPoint</vt:lpstr>
      <vt:lpstr>Apresentação do PowerPoint</vt:lpstr>
      <vt:lpstr>Apresentação do PowerPoint</vt:lpstr>
      <vt:lpstr>Executando o Instalador:</vt:lpstr>
      <vt:lpstr>Procedimento de instalação:</vt:lpstr>
      <vt:lpstr>Procedimento de instalação:</vt:lpstr>
      <vt:lpstr>Procedimento de instalação:</vt:lpstr>
      <vt:lpstr>Procedimento de instalação:</vt:lpstr>
      <vt:lpstr>Procedimento de instalação:</vt:lpstr>
      <vt:lpstr>Para programar em Python, utilizaremos o VSCode.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PROGRAMAÇÃO EM PYTHON</vt:lpstr>
      <vt:lpstr>Programação Em Python</vt:lpstr>
      <vt:lpstr>Programação Em Python</vt:lpstr>
      <vt:lpstr>Built-ins referem-se a funções, classes e objetos que estão disponíveis de forma automática, sem que seja necessário importar módulos adicionais. Eles são parte integrante da</vt:lpstr>
      <vt:lpstr>Site sobre as funcionalidades Built-ins: https://docs.python.org/pt-br/3.13/library/functions.html</vt:lpstr>
      <vt:lpstr>EXERCÍCIOS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3</cp:revision>
  <dcterms:created xsi:type="dcterms:W3CDTF">2026-01-05T19:32:55Z</dcterms:created>
  <dcterms:modified xsi:type="dcterms:W3CDTF">2026-01-09T23:42:05Z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