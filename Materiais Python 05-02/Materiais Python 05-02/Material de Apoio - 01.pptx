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57169" y="720293"/>
            <a:ext cx="530034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805433" y="233934"/>
            <a:ext cx="4486910" cy="1143000"/>
          </a:xfrm>
          <a:custGeom>
            <a:avLst/>
            <a:gdLst/>
            <a:ahLst/>
            <a:cxnLst/>
            <a:rect l="l" t="t" r="r" b="b"/>
            <a:pathLst>
              <a:path w="4486910" h="1143000">
                <a:moveTo>
                  <a:pt x="4486656" y="0"/>
                </a:moveTo>
                <a:lnTo>
                  <a:pt x="0" y="0"/>
                </a:lnTo>
                <a:lnTo>
                  <a:pt x="0" y="1142999"/>
                </a:lnTo>
                <a:lnTo>
                  <a:pt x="4486656" y="1142999"/>
                </a:lnTo>
                <a:lnTo>
                  <a:pt x="44866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05433" y="233934"/>
            <a:ext cx="4486910" cy="1143000"/>
          </a:xfrm>
          <a:custGeom>
            <a:avLst/>
            <a:gdLst/>
            <a:ahLst/>
            <a:cxnLst/>
            <a:rect l="l" t="t" r="r" b="b"/>
            <a:pathLst>
              <a:path w="4486910" h="1143000">
                <a:moveTo>
                  <a:pt x="0" y="1142999"/>
                </a:moveTo>
                <a:lnTo>
                  <a:pt x="4486656" y="1142999"/>
                </a:lnTo>
                <a:lnTo>
                  <a:pt x="4486656" y="0"/>
                </a:lnTo>
                <a:lnTo>
                  <a:pt x="0" y="0"/>
                </a:lnTo>
                <a:lnTo>
                  <a:pt x="0" y="1142999"/>
                </a:lnTo>
                <a:close/>
              </a:path>
            </a:pathLst>
          </a:custGeom>
          <a:ln w="3200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00961" y="1372361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8991600" y="0"/>
                </a:moveTo>
                <a:lnTo>
                  <a:pt x="0" y="0"/>
                </a:lnTo>
                <a:lnTo>
                  <a:pt x="0" y="1645919"/>
                </a:lnTo>
                <a:lnTo>
                  <a:pt x="8991600" y="1645919"/>
                </a:lnTo>
                <a:lnTo>
                  <a:pt x="8991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00961" y="1372361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0" y="1645919"/>
                </a:moveTo>
                <a:lnTo>
                  <a:pt x="8991600" y="1645919"/>
                </a:lnTo>
                <a:lnTo>
                  <a:pt x="8991600" y="0"/>
                </a:lnTo>
                <a:lnTo>
                  <a:pt x="0" y="0"/>
                </a:lnTo>
                <a:lnTo>
                  <a:pt x="0" y="1645919"/>
                </a:lnTo>
                <a:close/>
              </a:path>
            </a:pathLst>
          </a:custGeom>
          <a:ln w="381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58767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232" y="0"/>
                </a:moveTo>
                <a:lnTo>
                  <a:pt x="0" y="0"/>
                </a:lnTo>
                <a:lnTo>
                  <a:pt x="0" y="6858000"/>
                </a:lnTo>
                <a:lnTo>
                  <a:pt x="8333232" y="6858000"/>
                </a:lnTo>
                <a:lnTo>
                  <a:pt x="833323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58767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232" y="6858000"/>
                </a:lnTo>
                <a:lnTo>
                  <a:pt x="83332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606" y="273558"/>
            <a:ext cx="3168650" cy="974090"/>
          </a:xfrm>
          <a:custGeom>
            <a:avLst/>
            <a:gdLst/>
            <a:ahLst/>
            <a:cxnLst/>
            <a:rect l="l" t="t" r="r" b="b"/>
            <a:pathLst>
              <a:path w="3168650" h="974090">
                <a:moveTo>
                  <a:pt x="3168396" y="0"/>
                </a:moveTo>
                <a:lnTo>
                  <a:pt x="0" y="0"/>
                </a:lnTo>
                <a:lnTo>
                  <a:pt x="0" y="973836"/>
                </a:lnTo>
                <a:lnTo>
                  <a:pt x="3168396" y="973836"/>
                </a:lnTo>
                <a:lnTo>
                  <a:pt x="31683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6606" y="273558"/>
            <a:ext cx="3168650" cy="974090"/>
          </a:xfrm>
          <a:custGeom>
            <a:avLst/>
            <a:gdLst/>
            <a:ahLst/>
            <a:cxnLst/>
            <a:rect l="l" t="t" r="r" b="b"/>
            <a:pathLst>
              <a:path w="3168650" h="974090">
                <a:moveTo>
                  <a:pt x="0" y="973836"/>
                </a:moveTo>
                <a:lnTo>
                  <a:pt x="3168396" y="973836"/>
                </a:lnTo>
                <a:lnTo>
                  <a:pt x="3168396" y="0"/>
                </a:lnTo>
                <a:lnTo>
                  <a:pt x="0" y="0"/>
                </a:lnTo>
                <a:lnTo>
                  <a:pt x="0" y="973836"/>
                </a:lnTo>
                <a:close/>
              </a:path>
            </a:pathLst>
          </a:custGeom>
          <a:ln w="3200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864" y="446278"/>
            <a:ext cx="2891790" cy="662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9217" y="3176382"/>
            <a:ext cx="5565140" cy="1819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sorteio.com/sorteio-de-nomes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9.jp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7.png"/><Relationship Id="rId7" Type="http://schemas.openxmlformats.org/officeDocument/2006/relationships/image" Target="../media/image3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7.png"/><Relationship Id="rId7" Type="http://schemas.openxmlformats.org/officeDocument/2006/relationships/image" Target="../media/image3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sorteio.com/sorteio-de-nomes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9.jpg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jpg"/><Relationship Id="rId5" Type="http://schemas.openxmlformats.org/officeDocument/2006/relationships/image" Target="../media/image13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sorteio.com/sorteio-de-nomes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9.jpg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9" Type="http://schemas.openxmlformats.org/officeDocument/2006/relationships/image" Target="../media/image75.png"/><Relationship Id="rId21" Type="http://schemas.openxmlformats.org/officeDocument/2006/relationships/image" Target="../media/image57.png"/><Relationship Id="rId34" Type="http://schemas.openxmlformats.org/officeDocument/2006/relationships/image" Target="../media/image70.png"/><Relationship Id="rId42" Type="http://schemas.openxmlformats.org/officeDocument/2006/relationships/image" Target="../media/image78.png"/><Relationship Id="rId47" Type="http://schemas.openxmlformats.org/officeDocument/2006/relationships/image" Target="../media/image83.png"/><Relationship Id="rId50" Type="http://schemas.openxmlformats.org/officeDocument/2006/relationships/image" Target="../media/image86.png"/><Relationship Id="rId55" Type="http://schemas.openxmlformats.org/officeDocument/2006/relationships/image" Target="../media/image3.jpg"/><Relationship Id="rId7" Type="http://schemas.openxmlformats.org/officeDocument/2006/relationships/image" Target="../media/image43.png"/><Relationship Id="rId2" Type="http://schemas.openxmlformats.org/officeDocument/2006/relationships/image" Target="../media/image2.png"/><Relationship Id="rId16" Type="http://schemas.openxmlformats.org/officeDocument/2006/relationships/image" Target="../media/image52.png"/><Relationship Id="rId29" Type="http://schemas.openxmlformats.org/officeDocument/2006/relationships/image" Target="../media/image65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32" Type="http://schemas.openxmlformats.org/officeDocument/2006/relationships/image" Target="../media/image68.png"/><Relationship Id="rId37" Type="http://schemas.openxmlformats.org/officeDocument/2006/relationships/image" Target="../media/image73.png"/><Relationship Id="rId40" Type="http://schemas.openxmlformats.org/officeDocument/2006/relationships/image" Target="../media/image76.png"/><Relationship Id="rId45" Type="http://schemas.openxmlformats.org/officeDocument/2006/relationships/image" Target="../media/image81.png"/><Relationship Id="rId53" Type="http://schemas.openxmlformats.org/officeDocument/2006/relationships/image" Target="../media/image89.png"/><Relationship Id="rId58" Type="http://schemas.openxmlformats.org/officeDocument/2006/relationships/image" Target="../media/image92.png"/><Relationship Id="rId5" Type="http://schemas.openxmlformats.org/officeDocument/2006/relationships/image" Target="../media/image41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30" Type="http://schemas.openxmlformats.org/officeDocument/2006/relationships/image" Target="../media/image66.png"/><Relationship Id="rId35" Type="http://schemas.openxmlformats.org/officeDocument/2006/relationships/image" Target="../media/image71.png"/><Relationship Id="rId43" Type="http://schemas.openxmlformats.org/officeDocument/2006/relationships/image" Target="../media/image79.png"/><Relationship Id="rId48" Type="http://schemas.openxmlformats.org/officeDocument/2006/relationships/image" Target="../media/image84.png"/><Relationship Id="rId56" Type="http://schemas.openxmlformats.org/officeDocument/2006/relationships/hyperlink" Target="mailto:daniel.petinice@sp.senai.br" TargetMode="External"/><Relationship Id="rId8" Type="http://schemas.openxmlformats.org/officeDocument/2006/relationships/image" Target="../media/image44.png"/><Relationship Id="rId51" Type="http://schemas.openxmlformats.org/officeDocument/2006/relationships/image" Target="../media/image87.png"/><Relationship Id="rId3" Type="http://schemas.openxmlformats.org/officeDocument/2006/relationships/image" Target="../media/image39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33" Type="http://schemas.openxmlformats.org/officeDocument/2006/relationships/image" Target="../media/image69.png"/><Relationship Id="rId38" Type="http://schemas.openxmlformats.org/officeDocument/2006/relationships/image" Target="../media/image74.png"/><Relationship Id="rId46" Type="http://schemas.openxmlformats.org/officeDocument/2006/relationships/image" Target="../media/image82.png"/><Relationship Id="rId59" Type="http://schemas.openxmlformats.org/officeDocument/2006/relationships/image" Target="../media/image93.png"/><Relationship Id="rId20" Type="http://schemas.openxmlformats.org/officeDocument/2006/relationships/image" Target="../media/image56.png"/><Relationship Id="rId41" Type="http://schemas.openxmlformats.org/officeDocument/2006/relationships/image" Target="../media/image77.png"/><Relationship Id="rId54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36" Type="http://schemas.openxmlformats.org/officeDocument/2006/relationships/image" Target="../media/image72.png"/><Relationship Id="rId49" Type="http://schemas.openxmlformats.org/officeDocument/2006/relationships/image" Target="../media/image85.png"/><Relationship Id="rId57" Type="http://schemas.openxmlformats.org/officeDocument/2006/relationships/image" Target="../media/image91.png"/><Relationship Id="rId10" Type="http://schemas.openxmlformats.org/officeDocument/2006/relationships/image" Target="../media/image46.png"/><Relationship Id="rId31" Type="http://schemas.openxmlformats.org/officeDocument/2006/relationships/image" Target="../media/image67.png"/><Relationship Id="rId44" Type="http://schemas.openxmlformats.org/officeDocument/2006/relationships/image" Target="../media/image80.png"/><Relationship Id="rId52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7210" y="1844167"/>
            <a:ext cx="700341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415" dirty="0"/>
              <a:t>PROGRAMAÇÃO</a:t>
            </a:r>
            <a:r>
              <a:rPr sz="3800" spc="265" dirty="0"/>
              <a:t> </a:t>
            </a:r>
            <a:r>
              <a:rPr sz="3800" spc="165" dirty="0"/>
              <a:t>EM</a:t>
            </a:r>
            <a:r>
              <a:rPr sz="3800" spc="275" dirty="0"/>
              <a:t> </a:t>
            </a:r>
            <a:r>
              <a:rPr sz="3800" spc="385" dirty="0"/>
              <a:t>PYTHON</a:t>
            </a:r>
            <a:endParaRPr sz="3800" dirty="0"/>
          </a:p>
        </p:txBody>
      </p:sp>
      <p:grpSp>
        <p:nvGrpSpPr>
          <p:cNvPr id="3" name="object 3"/>
          <p:cNvGrpSpPr/>
          <p:nvPr/>
        </p:nvGrpSpPr>
        <p:grpSpPr>
          <a:xfrm>
            <a:off x="2116835" y="2580132"/>
            <a:ext cx="9859010" cy="4083050"/>
            <a:chOff x="2116835" y="2580132"/>
            <a:chExt cx="9859010" cy="408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1"/>
              <a:ext cx="1129283" cy="28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6835" y="2747772"/>
              <a:ext cx="2293619" cy="1478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2523" y="2631948"/>
              <a:ext cx="2142744" cy="15941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6943" y="2580132"/>
              <a:ext cx="1658111" cy="15941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483"/>
              <a:ext cx="787907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8995" y="2246376"/>
              <a:ext cx="5404866" cy="7962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6851" y="2562225"/>
              <a:ext cx="649732" cy="2198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6404" y="2561335"/>
              <a:ext cx="898398" cy="22072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49542" y="633171"/>
            <a:ext cx="88709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rebuchet MS"/>
                <a:cs typeface="Trebuchet MS"/>
              </a:rPr>
              <a:t>Inicio: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8142" y="1129030"/>
            <a:ext cx="469074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536575" algn="l"/>
                <a:tab pos="2052955" algn="l"/>
                <a:tab pos="2868930" algn="l"/>
                <a:tab pos="4109085" algn="l"/>
              </a:tabLst>
            </a:pPr>
            <a:r>
              <a:rPr sz="2000" spc="30" dirty="0">
                <a:latin typeface="Trebuchet MS"/>
                <a:cs typeface="Trebuchet MS"/>
              </a:rPr>
              <a:t>As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informações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0" dirty="0">
                <a:latin typeface="Trebuchet MS"/>
                <a:cs typeface="Trebuchet MS"/>
              </a:rPr>
              <a:t>deste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conteúdo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35" dirty="0">
                <a:latin typeface="Trebuchet MS"/>
                <a:cs typeface="Trebuchet MS"/>
              </a:rPr>
              <a:t>visam </a:t>
            </a:r>
            <a:r>
              <a:rPr sz="2000" spc="-95" dirty="0">
                <a:latin typeface="Trebuchet MS"/>
                <a:cs typeface="Trebuchet MS"/>
              </a:rPr>
              <a:t>compreender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conteúdo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curso.</a:t>
            </a:r>
            <a:endParaRPr sz="2000">
              <a:latin typeface="Trebuchet MS"/>
              <a:cs typeface="Trebuchet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77317" y="3176382"/>
          <a:ext cx="5488940" cy="1819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19275">
                <a:tc>
                  <a:txBody>
                    <a:bodyPr/>
                    <a:lstStyle/>
                    <a:p>
                      <a:pPr marL="31750">
                        <a:lnSpc>
                          <a:spcPts val="22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Conteúdo: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825" indent="-286385">
                        <a:lnSpc>
                          <a:spcPts val="22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Fundamentos</a:t>
                      </a:r>
                      <a:r>
                        <a:rPr sz="2000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</a:t>
                      </a:r>
                      <a:r>
                        <a:rPr sz="2000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computação;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0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Funcionamento</a:t>
                      </a:r>
                      <a:r>
                        <a:rPr sz="2000" spc="-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2000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um</a:t>
                      </a:r>
                      <a:r>
                        <a:rPr sz="2000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computador;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Programas</a:t>
                      </a:r>
                      <a:r>
                        <a:rPr sz="2000" spc="-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2000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computador;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Algoritmo;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Linguagens</a:t>
                      </a:r>
                      <a:r>
                        <a:rPr sz="2000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2000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Programação;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6385">
                        <a:lnSpc>
                          <a:spcPts val="23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Atividades;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84976" y="2359152"/>
            <a:ext cx="5725667" cy="375513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89241" y="217741"/>
            <a:ext cx="5069205" cy="1175385"/>
            <a:chOff x="789241" y="217741"/>
            <a:chExt cx="5069205" cy="1175385"/>
          </a:xfrm>
        </p:grpSpPr>
        <p:sp>
          <p:nvSpPr>
            <p:cNvPr id="16" name="object 16"/>
            <p:cNvSpPr/>
            <p:nvPr/>
          </p:nvSpPr>
          <p:spPr>
            <a:xfrm>
              <a:off x="805434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5036820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5036820" y="1142999"/>
                  </a:lnTo>
                  <a:lnTo>
                    <a:pt x="5036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5434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0" y="1142999"/>
                  </a:moveTo>
                  <a:lnTo>
                    <a:pt x="5036820" y="1142999"/>
                  </a:lnTo>
                  <a:lnTo>
                    <a:pt x="503682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96492" y="578865"/>
            <a:ext cx="4620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30" dirty="0"/>
              <a:t>PROGRAMAÇÃO</a:t>
            </a:r>
            <a:r>
              <a:rPr sz="2400" spc="305" dirty="0"/>
              <a:t> </a:t>
            </a:r>
            <a:r>
              <a:rPr sz="2400" spc="135" dirty="0"/>
              <a:t>EM</a:t>
            </a:r>
            <a:r>
              <a:rPr sz="2400" spc="340" dirty="0"/>
              <a:t> </a:t>
            </a:r>
            <a:r>
              <a:rPr sz="2400" spc="300" dirty="0"/>
              <a:t>PYTHON</a:t>
            </a:r>
            <a:endParaRPr sz="2400"/>
          </a:p>
        </p:txBody>
      </p:sp>
      <p:grpSp>
        <p:nvGrpSpPr>
          <p:cNvPr id="19" name="object 19"/>
          <p:cNvGrpSpPr/>
          <p:nvPr/>
        </p:nvGrpSpPr>
        <p:grpSpPr>
          <a:xfrm>
            <a:off x="3040379" y="1164336"/>
            <a:ext cx="2269490" cy="588645"/>
            <a:chOff x="3040379" y="1164336"/>
            <a:chExt cx="2269490" cy="58864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805433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5036820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5036820" y="1142999"/>
                  </a:lnTo>
                  <a:lnTo>
                    <a:pt x="5036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5433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0" y="1142999"/>
                  </a:moveTo>
                  <a:lnTo>
                    <a:pt x="5036820" y="1142999"/>
                  </a:lnTo>
                  <a:lnTo>
                    <a:pt x="503682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6492" y="578865"/>
            <a:ext cx="4620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30" dirty="0"/>
              <a:t>PROGRAMAÇÃO</a:t>
            </a:r>
            <a:r>
              <a:rPr sz="2400" spc="305" dirty="0"/>
              <a:t> </a:t>
            </a:r>
            <a:r>
              <a:rPr sz="2400" spc="135" dirty="0"/>
              <a:t>EM</a:t>
            </a:r>
            <a:r>
              <a:rPr sz="2400" spc="340" dirty="0"/>
              <a:t> </a:t>
            </a:r>
            <a:r>
              <a:rPr sz="2400" spc="300" dirty="0"/>
              <a:t>PYTHON</a:t>
            </a:r>
            <a:endParaRPr sz="2400"/>
          </a:p>
        </p:txBody>
      </p:sp>
      <p:grpSp>
        <p:nvGrpSpPr>
          <p:cNvPr id="6" name="object 6"/>
          <p:cNvGrpSpPr/>
          <p:nvPr/>
        </p:nvGrpSpPr>
        <p:grpSpPr>
          <a:xfrm>
            <a:off x="3040379" y="1164336"/>
            <a:ext cx="8935720" cy="5499100"/>
            <a:chOff x="3040379" y="1164336"/>
            <a:chExt cx="8935720" cy="5499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1"/>
              <a:ext cx="1129283" cy="2880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6391" y="2261603"/>
              <a:ext cx="5406389" cy="79782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0250" y="2575686"/>
              <a:ext cx="1067181" cy="28981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25907" y="3556995"/>
            <a:ext cx="11342370" cy="10523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  <a:tabLst>
                <a:tab pos="1344295" algn="l"/>
                <a:tab pos="3008630" algn="l"/>
                <a:tab pos="3694429" algn="l"/>
                <a:tab pos="5319395" algn="l"/>
                <a:tab pos="6713855" algn="l"/>
                <a:tab pos="7247890" algn="l"/>
                <a:tab pos="8608695" algn="l"/>
                <a:tab pos="10257790" algn="l"/>
                <a:tab pos="11027410" algn="l"/>
              </a:tabLst>
            </a:pP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Capacitar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 err="1">
                <a:solidFill>
                  <a:srgbClr val="FFFFFF"/>
                </a:solidFill>
                <a:latin typeface="Trebuchet MS"/>
                <a:cs typeface="Trebuchet MS"/>
              </a:rPr>
              <a:t>profissionais</a:t>
            </a:r>
            <a:r>
              <a:rPr lang="pt-BR" sz="24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lang="pt-BR"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 err="1">
                <a:solidFill>
                  <a:srgbClr val="FFFFFF"/>
                </a:solidFill>
                <a:latin typeface="Trebuchet MS"/>
                <a:cs typeface="Trebuchet MS"/>
              </a:rPr>
              <a:t>desenvolver</a:t>
            </a:r>
            <a:r>
              <a:rPr lang="pt-BR" sz="2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35" dirty="0" err="1">
                <a:solidFill>
                  <a:srgbClr val="FFFFFF"/>
                </a:solidFill>
                <a:latin typeface="Trebuchet MS"/>
                <a:cs typeface="Trebuchet MS"/>
              </a:rPr>
              <a:t>aplicações</a:t>
            </a:r>
            <a:r>
              <a:rPr lang="pt-BR" sz="24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 err="1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lang="pt-BR" sz="24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45" dirty="0" err="1">
                <a:solidFill>
                  <a:srgbClr val="FFFFFF"/>
                </a:solidFill>
                <a:latin typeface="Trebuchet MS"/>
                <a:cs typeface="Trebuchet MS"/>
              </a:rPr>
              <a:t>linguagem</a:t>
            </a:r>
            <a:r>
              <a:rPr lang="pt-BR" sz="2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Python,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 err="1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lang="pt-BR" sz="24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0" dirty="0" err="1">
                <a:solidFill>
                  <a:srgbClr val="FFFFFF"/>
                </a:solidFill>
                <a:latin typeface="Trebuchet MS"/>
                <a:cs typeface="Trebuchet MS"/>
              </a:rPr>
              <a:t>meio</a:t>
            </a:r>
            <a:r>
              <a:rPr lang="pt-BR"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400" spc="-150" dirty="0">
                <a:solidFill>
                  <a:srgbClr val="FFFFFF"/>
                </a:solidFill>
                <a:latin typeface="Trebuchet MS"/>
                <a:cs typeface="Trebuchet MS"/>
              </a:rPr>
              <a:t>técnicas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programação,</a:t>
            </a:r>
            <a:r>
              <a:rPr sz="2400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seguindo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>boas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FFFFFF"/>
                </a:solidFill>
                <a:latin typeface="Trebuchet MS"/>
                <a:cs typeface="Trebuchet MS"/>
              </a:rPr>
              <a:t>práticas,</a:t>
            </a:r>
            <a:r>
              <a:rPr sz="2400" spc="-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>procedimentos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normas.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058" y="440944"/>
            <a:ext cx="7625080" cy="296926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400" b="1" spc="-10" dirty="0">
                <a:latin typeface="Trebuchet MS"/>
                <a:cs typeface="Trebuchet MS"/>
              </a:rPr>
              <a:t>Definição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2400" spc="-135" dirty="0">
                <a:latin typeface="Trebuchet MS"/>
                <a:cs typeface="Trebuchet MS"/>
              </a:rPr>
              <a:t>Fundamentos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15" dirty="0">
                <a:latin typeface="Trebuchet MS"/>
                <a:cs typeface="Trebuchet MS"/>
              </a:rPr>
              <a:t>da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computação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01F5F"/>
                </a:solidFill>
                <a:latin typeface="Trebuchet MS"/>
                <a:cs typeface="Trebuchet MS"/>
              </a:rPr>
              <a:t>são</a:t>
            </a:r>
            <a:r>
              <a:rPr sz="2400" spc="-4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01F5F"/>
                </a:solidFill>
                <a:latin typeface="Trebuchet MS"/>
                <a:cs typeface="Trebuchet MS"/>
              </a:rPr>
              <a:t>conhecimentos</a:t>
            </a:r>
            <a:r>
              <a:rPr sz="2400" spc="-1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01F5F"/>
                </a:solidFill>
                <a:latin typeface="Trebuchet MS"/>
                <a:cs typeface="Trebuchet MS"/>
              </a:rPr>
              <a:t>básicos</a:t>
            </a:r>
            <a:r>
              <a:rPr sz="2400" spc="-1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que </a:t>
            </a:r>
            <a:r>
              <a:rPr sz="2400" spc="-110" dirty="0">
                <a:latin typeface="Trebuchet MS"/>
                <a:cs typeface="Trebuchet MS"/>
              </a:rPr>
              <a:t>explicam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como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os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computadores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funcionam,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desde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parte </a:t>
            </a:r>
            <a:r>
              <a:rPr sz="2400" spc="-185" dirty="0">
                <a:latin typeface="Trebuchet MS"/>
                <a:cs typeface="Trebuchet MS"/>
              </a:rPr>
              <a:t>física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(</a:t>
            </a:r>
            <a:r>
              <a:rPr sz="2400" spc="-135" dirty="0">
                <a:solidFill>
                  <a:srgbClr val="FF0000"/>
                </a:solidFill>
                <a:latin typeface="Trebuchet MS"/>
                <a:cs typeface="Trebuchet MS"/>
              </a:rPr>
              <a:t>hardware</a:t>
            </a:r>
            <a:r>
              <a:rPr sz="2400" spc="-135" dirty="0">
                <a:latin typeface="Trebuchet MS"/>
                <a:cs typeface="Trebuchet MS"/>
              </a:rPr>
              <a:t>)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até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FF0000"/>
                </a:solidFill>
                <a:latin typeface="Trebuchet MS"/>
                <a:cs typeface="Trebuchet MS"/>
              </a:rPr>
              <a:t>software</a:t>
            </a:r>
            <a:r>
              <a:rPr sz="2400" spc="-3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994"/>
              </a:spcBef>
            </a:pPr>
            <a:r>
              <a:rPr sz="2400" dirty="0">
                <a:latin typeface="Trebuchet MS"/>
                <a:cs typeface="Trebuchet MS"/>
              </a:rPr>
              <a:t>Esses</a:t>
            </a:r>
            <a:r>
              <a:rPr sz="2400" spc="229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conceitos</a:t>
            </a:r>
            <a:r>
              <a:rPr sz="2400" spc="2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formam</a:t>
            </a:r>
            <a:r>
              <a:rPr sz="2400" spc="2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229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base</a:t>
            </a:r>
            <a:r>
              <a:rPr sz="2400" spc="2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para</a:t>
            </a:r>
            <a:r>
              <a:rPr sz="2400" spc="2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entender</a:t>
            </a:r>
            <a:r>
              <a:rPr sz="2400" spc="2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tanto</a:t>
            </a:r>
            <a:r>
              <a:rPr sz="2400" spc="22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o </a:t>
            </a:r>
            <a:r>
              <a:rPr sz="2400" spc="-55" dirty="0">
                <a:solidFill>
                  <a:srgbClr val="006FC0"/>
                </a:solidFill>
                <a:latin typeface="Trebuchet MS"/>
                <a:cs typeface="Trebuchet MS"/>
              </a:rPr>
              <a:t>desenvolvimento</a:t>
            </a:r>
            <a:r>
              <a:rPr sz="2400" spc="3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3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programas</a:t>
            </a:r>
            <a:r>
              <a:rPr sz="2400" spc="3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quanto</a:t>
            </a:r>
            <a:r>
              <a:rPr sz="2400" spc="3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33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funcionamento </a:t>
            </a:r>
            <a:r>
              <a:rPr sz="2400" spc="-95" dirty="0">
                <a:latin typeface="Trebuchet MS"/>
                <a:cs typeface="Trebuchet MS"/>
              </a:rPr>
              <a:t>interno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dos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sistemas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computacionais.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4058" y="3878706"/>
            <a:ext cx="7625080" cy="174180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2400" b="1" dirty="0">
                <a:latin typeface="Trebuchet MS"/>
                <a:cs typeface="Trebuchet MS"/>
              </a:rPr>
              <a:t>Funcionamento</a:t>
            </a:r>
            <a:r>
              <a:rPr sz="2400" b="1" spc="-1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</a:t>
            </a:r>
            <a:r>
              <a:rPr sz="2400" b="1" spc="-15" dirty="0">
                <a:latin typeface="Trebuchet MS"/>
                <a:cs typeface="Trebuchet MS"/>
              </a:rPr>
              <a:t> </a:t>
            </a:r>
            <a:r>
              <a:rPr sz="2400" b="1" spc="100" dirty="0">
                <a:latin typeface="Trebuchet MS"/>
                <a:cs typeface="Trebuchet MS"/>
              </a:rPr>
              <a:t>um</a:t>
            </a:r>
            <a:r>
              <a:rPr sz="2400" b="1" spc="-10" dirty="0">
                <a:latin typeface="Trebuchet MS"/>
                <a:cs typeface="Trebuchet MS"/>
              </a:rPr>
              <a:t> computador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994"/>
              </a:spcBef>
            </a:pP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computador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composto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por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vários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componentes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que </a:t>
            </a:r>
            <a:r>
              <a:rPr sz="2400" dirty="0">
                <a:latin typeface="Trebuchet MS"/>
                <a:cs typeface="Trebuchet MS"/>
              </a:rPr>
              <a:t>trabalham</a:t>
            </a:r>
            <a:r>
              <a:rPr sz="2400" spc="5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5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conjunto</a:t>
            </a:r>
            <a:r>
              <a:rPr sz="2400" spc="5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para</a:t>
            </a:r>
            <a:r>
              <a:rPr sz="2400" spc="5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processar</a:t>
            </a:r>
            <a:r>
              <a:rPr sz="2400" spc="5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55" dirty="0">
                <a:latin typeface="Trebuchet MS"/>
                <a:cs typeface="Trebuchet MS"/>
              </a:rPr>
              <a:t>  </a:t>
            </a:r>
            <a:r>
              <a:rPr sz="2400" spc="-130" dirty="0">
                <a:latin typeface="Trebuchet MS"/>
                <a:cs typeface="Trebuchet MS"/>
              </a:rPr>
              <a:t>armazenar informações.Vamos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entender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papel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de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cada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um: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537" y="1895983"/>
            <a:ext cx="28397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3505">
              <a:lnSpc>
                <a:spcPct val="100000"/>
              </a:lnSpc>
              <a:spcBef>
                <a:spcPts val="100"/>
              </a:spcBef>
            </a:pPr>
            <a:r>
              <a:rPr sz="3600" spc="-95" dirty="0">
                <a:solidFill>
                  <a:srgbClr val="FFFFFF"/>
                </a:solidFill>
                <a:latin typeface="Trebuchet MS"/>
                <a:cs typeface="Trebuchet MS"/>
              </a:rPr>
              <a:t>Fundamentos </a:t>
            </a:r>
            <a:r>
              <a:rPr sz="3600" spc="-275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computação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75843" y="1089660"/>
            <a:ext cx="11699875" cy="5573395"/>
            <a:chOff x="275843" y="1089660"/>
            <a:chExt cx="11699875" cy="55733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2" y="1129284"/>
              <a:ext cx="569976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5843" y="3092195"/>
              <a:ext cx="3217163" cy="32171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058" y="569214"/>
            <a:ext cx="6189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295" dirty="0">
                <a:latin typeface="Trebuchet MS"/>
                <a:cs typeface="Trebuchet MS"/>
              </a:rPr>
              <a:t>CPU</a:t>
            </a:r>
            <a:r>
              <a:rPr sz="2400" b="1" spc="4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(Unidade</a:t>
            </a:r>
            <a:r>
              <a:rPr sz="2400" b="1" spc="5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Central</a:t>
            </a:r>
            <a:r>
              <a:rPr sz="2400" b="1" spc="5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</a:t>
            </a:r>
            <a:r>
              <a:rPr sz="2400" b="1" spc="4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Processamento):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4058" y="1063244"/>
            <a:ext cx="76238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28625" algn="l"/>
                <a:tab pos="1228725" algn="l"/>
                <a:tab pos="1437005" algn="l"/>
                <a:tab pos="1586865" algn="l"/>
                <a:tab pos="1965960" algn="l"/>
                <a:tab pos="2027555" algn="l"/>
                <a:tab pos="3368675" algn="l"/>
                <a:tab pos="3903345" algn="l"/>
                <a:tab pos="4916805" algn="l"/>
                <a:tab pos="5639435" algn="l"/>
                <a:tab pos="6034405" algn="l"/>
                <a:tab pos="6202045" algn="l"/>
                <a:tab pos="6329680" algn="l"/>
                <a:tab pos="7366634" algn="l"/>
              </a:tabLst>
            </a:pPr>
            <a:r>
              <a:rPr sz="2400" spc="130" dirty="0">
                <a:latin typeface="Trebuchet MS"/>
                <a:cs typeface="Trebuchet MS"/>
              </a:rPr>
              <a:t>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60" dirty="0">
                <a:latin typeface="Trebuchet MS"/>
                <a:cs typeface="Trebuchet MS"/>
              </a:rPr>
              <a:t>CPU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é</a:t>
            </a:r>
            <a:r>
              <a:rPr sz="2400" dirty="0">
                <a:latin typeface="Trebuchet MS"/>
                <a:cs typeface="Trebuchet MS"/>
              </a:rPr>
              <a:t>		</a:t>
            </a:r>
            <a:r>
              <a:rPr sz="2400" spc="-50" dirty="0">
                <a:latin typeface="Trebuchet MS"/>
                <a:cs typeface="Trebuchet MS"/>
              </a:rPr>
              <a:t>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"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cérebro</a:t>
            </a:r>
            <a:r>
              <a:rPr sz="2400" spc="-10" dirty="0">
                <a:latin typeface="Trebuchet MS"/>
                <a:cs typeface="Trebuchet MS"/>
              </a:rPr>
              <a:t>"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do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computador.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Ela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executa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85" dirty="0">
                <a:latin typeface="Trebuchet MS"/>
                <a:cs typeface="Trebuchet MS"/>
              </a:rPr>
              <a:t>as </a:t>
            </a:r>
            <a:r>
              <a:rPr sz="2400" spc="-10" dirty="0">
                <a:latin typeface="Trebuchet MS"/>
                <a:cs typeface="Trebuchet MS"/>
              </a:rPr>
              <a:t>instruções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dos</a:t>
            </a:r>
            <a:r>
              <a:rPr sz="2400" dirty="0">
                <a:latin typeface="Trebuchet MS"/>
                <a:cs typeface="Trebuchet MS"/>
              </a:rPr>
              <a:t>		</a:t>
            </a:r>
            <a:r>
              <a:rPr sz="2400" spc="-120" dirty="0">
                <a:latin typeface="Trebuchet MS"/>
                <a:cs typeface="Trebuchet MS"/>
              </a:rPr>
              <a:t>programas,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AF50"/>
                </a:solidFill>
                <a:latin typeface="Trebuchet MS"/>
                <a:cs typeface="Trebuchet MS"/>
              </a:rPr>
              <a:t>realizando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0AF50"/>
                </a:solidFill>
                <a:latin typeface="Trebuchet MS"/>
                <a:cs typeface="Trebuchet MS"/>
              </a:rPr>
              <a:t>cálculos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	</a:t>
            </a:r>
            <a:r>
              <a:rPr sz="2400" spc="-50" dirty="0">
                <a:solidFill>
                  <a:srgbClr val="00AF50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		</a:t>
            </a:r>
            <a:r>
              <a:rPr sz="2400" spc="-100" dirty="0">
                <a:solidFill>
                  <a:srgbClr val="00AF50"/>
                </a:solidFill>
                <a:latin typeface="Trebuchet MS"/>
                <a:cs typeface="Trebuchet MS"/>
              </a:rPr>
              <a:t>operações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4058" y="1794764"/>
            <a:ext cx="76250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AF50"/>
                </a:solidFill>
                <a:latin typeface="Trebuchet MS"/>
                <a:cs typeface="Trebuchet MS"/>
              </a:rPr>
              <a:t>lógicas</a:t>
            </a:r>
            <a:r>
              <a:rPr sz="2400" spc="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para</a:t>
            </a:r>
            <a:r>
              <a:rPr sz="2400" spc="4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processar</a:t>
            </a:r>
            <a:r>
              <a:rPr sz="2400" spc="4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0AF50"/>
                </a:solidFill>
                <a:latin typeface="Trebuchet MS"/>
                <a:cs typeface="Trebuchet MS"/>
              </a:rPr>
              <a:t>dados</a:t>
            </a:r>
            <a:r>
              <a:rPr sz="2400" spc="-65" dirty="0">
                <a:latin typeface="Trebuchet MS"/>
                <a:cs typeface="Trebuchet MS"/>
              </a:rPr>
              <a:t>.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Sua</a:t>
            </a:r>
            <a:r>
              <a:rPr sz="2400" spc="4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Trebuchet MS"/>
                <a:cs typeface="Trebuchet MS"/>
              </a:rPr>
              <a:t>função</a:t>
            </a:r>
            <a:r>
              <a:rPr sz="2400" spc="3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é</a:t>
            </a:r>
            <a:r>
              <a:rPr sz="2400" spc="4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01F5F"/>
                </a:solidFill>
                <a:latin typeface="Trebuchet MS"/>
                <a:cs typeface="Trebuchet MS"/>
              </a:rPr>
              <a:t>interpretar</a:t>
            </a:r>
            <a:r>
              <a:rPr sz="2400" spc="3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1F5F"/>
                </a:solidFill>
                <a:latin typeface="Trebuchet MS"/>
                <a:cs typeface="Trebuchet MS"/>
              </a:rPr>
              <a:t>e </a:t>
            </a:r>
            <a:r>
              <a:rPr sz="2400" spc="-70" dirty="0">
                <a:solidFill>
                  <a:srgbClr val="001F5F"/>
                </a:solidFill>
                <a:latin typeface="Trebuchet MS"/>
                <a:cs typeface="Trebuchet MS"/>
              </a:rPr>
              <a:t>executar</a:t>
            </a:r>
            <a:r>
              <a:rPr sz="2400" spc="-114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os</a:t>
            </a:r>
            <a:r>
              <a:rPr sz="2400" spc="-4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1F5F"/>
                </a:solidFill>
                <a:latin typeface="Trebuchet MS"/>
                <a:cs typeface="Trebuchet MS"/>
              </a:rPr>
              <a:t>comandos</a:t>
            </a:r>
            <a:r>
              <a:rPr sz="2400" spc="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que</a:t>
            </a:r>
            <a:r>
              <a:rPr sz="2400" spc="1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001F5F"/>
                </a:solidFill>
                <a:latin typeface="Trebuchet MS"/>
                <a:cs typeface="Trebuchet MS"/>
              </a:rPr>
              <a:t>chegam</a:t>
            </a:r>
            <a:r>
              <a:rPr sz="2400" spc="-180" dirty="0">
                <a:latin typeface="Trebuchet MS"/>
                <a:cs typeface="Trebuchet MS"/>
              </a:rPr>
              <a:t>,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coordenando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todas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as </a:t>
            </a:r>
            <a:r>
              <a:rPr sz="2400" spc="-165" dirty="0">
                <a:latin typeface="Trebuchet MS"/>
                <a:cs typeface="Trebuchet MS"/>
              </a:rPr>
              <a:t>atividades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internas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sistema.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860" y="1895983"/>
            <a:ext cx="34575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220" marR="5080" indent="-224154">
              <a:lnSpc>
                <a:spcPct val="100000"/>
              </a:lnSpc>
              <a:spcBef>
                <a:spcPts val="100"/>
              </a:spcBef>
            </a:pP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Funcionamento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Trebuchet MS"/>
                <a:cs typeface="Trebuchet MS"/>
              </a:rPr>
              <a:t>computador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3483" y="1089660"/>
            <a:ext cx="11532235" cy="5573395"/>
            <a:chOff x="443483" y="1089660"/>
            <a:chExt cx="11532235" cy="55733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61760" y="3308604"/>
              <a:ext cx="2785872" cy="27858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483" y="3323844"/>
              <a:ext cx="2785872" cy="27873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058" y="440944"/>
            <a:ext cx="7622540" cy="101346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400" b="1" spc="70" dirty="0">
                <a:latin typeface="Trebuchet MS"/>
                <a:cs typeface="Trebuchet MS"/>
              </a:rPr>
              <a:t>Memória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spc="95" dirty="0">
                <a:latin typeface="Trebuchet MS"/>
                <a:cs typeface="Trebuchet MS"/>
              </a:rPr>
              <a:t>(RAM):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400" spc="-75" dirty="0">
                <a:solidFill>
                  <a:srgbClr val="001F5F"/>
                </a:solidFill>
                <a:latin typeface="Trebuchet MS"/>
                <a:cs typeface="Trebuchet MS"/>
              </a:rPr>
              <a:t>Armazena</a:t>
            </a:r>
            <a:r>
              <a:rPr sz="2400" spc="-1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01F5F"/>
                </a:solidFill>
                <a:latin typeface="Trebuchet MS"/>
                <a:cs typeface="Trebuchet MS"/>
              </a:rPr>
              <a:t>temporariamente</a:t>
            </a:r>
            <a:r>
              <a:rPr sz="2400" spc="-1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os</a:t>
            </a:r>
            <a:r>
              <a:rPr sz="2400" spc="-2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1F5F"/>
                </a:solidFill>
                <a:latin typeface="Trebuchet MS"/>
                <a:cs typeface="Trebuchet MS"/>
              </a:rPr>
              <a:t>dados</a:t>
            </a:r>
            <a:r>
              <a:rPr sz="2400" spc="-1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e</a:t>
            </a:r>
            <a:r>
              <a:rPr sz="2400" spc="-2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as</a:t>
            </a:r>
            <a:r>
              <a:rPr sz="2400" spc="-2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01F5F"/>
                </a:solidFill>
                <a:latin typeface="Trebuchet MS"/>
                <a:cs typeface="Trebuchet MS"/>
              </a:rPr>
              <a:t>instruções</a:t>
            </a:r>
            <a:r>
              <a:rPr sz="2400" spc="-1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que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4058" y="1429003"/>
            <a:ext cx="1339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0580" algn="l"/>
              </a:tabLst>
            </a:pPr>
            <a:r>
              <a:rPr sz="2400" spc="60" dirty="0">
                <a:latin typeface="Trebuchet MS"/>
                <a:cs typeface="Trebuchet MS"/>
              </a:rPr>
              <a:t>CPU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45" dirty="0">
                <a:latin typeface="Trebuchet MS"/>
                <a:cs typeface="Trebuchet MS"/>
              </a:rPr>
              <a:t>está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4058" y="1794764"/>
            <a:ext cx="1543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Trebuchet MS"/>
                <a:cs typeface="Trebuchet MS"/>
              </a:rPr>
              <a:t>computador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16346" y="1429003"/>
            <a:ext cx="60820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 marR="5080" indent="-204470">
              <a:lnSpc>
                <a:spcPct val="100000"/>
              </a:lnSpc>
              <a:spcBef>
                <a:spcPts val="100"/>
              </a:spcBef>
              <a:tabLst>
                <a:tab pos="1235075" algn="l"/>
                <a:tab pos="1430020" algn="l"/>
                <a:tab pos="1979930" algn="l"/>
                <a:tab pos="2089785" algn="l"/>
                <a:tab pos="3444875" algn="l"/>
                <a:tab pos="3830320" algn="l"/>
                <a:tab pos="4023995" algn="l"/>
                <a:tab pos="4359275" algn="l"/>
                <a:tab pos="5221605" algn="l"/>
                <a:tab pos="5900420" algn="l"/>
              </a:tabLst>
            </a:pPr>
            <a:r>
              <a:rPr sz="2400" spc="-10" dirty="0">
                <a:latin typeface="Trebuchet MS"/>
                <a:cs typeface="Trebuchet MS"/>
              </a:rPr>
              <a:t>utilizando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no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momento.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Ela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permite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que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o </a:t>
            </a:r>
            <a:r>
              <a:rPr sz="2400" spc="-10" dirty="0">
                <a:latin typeface="Trebuchet MS"/>
                <a:cs typeface="Trebuchet MS"/>
              </a:rPr>
              <a:t>acesse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essas</a:t>
            </a:r>
            <a:r>
              <a:rPr sz="2400" dirty="0">
                <a:latin typeface="Trebuchet MS"/>
                <a:cs typeface="Trebuchet MS"/>
              </a:rPr>
              <a:t>		</a:t>
            </a:r>
            <a:r>
              <a:rPr sz="2400" spc="-10" dirty="0">
                <a:latin typeface="Trebuchet MS"/>
                <a:cs typeface="Trebuchet MS"/>
              </a:rPr>
              <a:t>informações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de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forma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15802" y="1794764"/>
            <a:ext cx="783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40" dirty="0">
                <a:latin typeface="Trebuchet MS"/>
                <a:cs typeface="Trebuchet MS"/>
              </a:rPr>
              <a:t>rápida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4058" y="2160219"/>
            <a:ext cx="54425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latin typeface="Trebuchet MS"/>
                <a:cs typeface="Trebuchet MS"/>
              </a:rPr>
              <a:t>enquanto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programas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estão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em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execução.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3483" y="1089660"/>
            <a:ext cx="11532235" cy="5573395"/>
            <a:chOff x="443483" y="1089660"/>
            <a:chExt cx="11532235" cy="55733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7607" y="2656332"/>
              <a:ext cx="3927347" cy="39273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483" y="3323844"/>
              <a:ext cx="2785872" cy="278739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30860" y="1895983"/>
            <a:ext cx="34575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220" marR="5080" indent="-224154">
              <a:lnSpc>
                <a:spcPct val="100000"/>
              </a:lnSpc>
              <a:spcBef>
                <a:spcPts val="100"/>
              </a:spcBef>
            </a:pP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Funcionamento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Trebuchet MS"/>
                <a:cs typeface="Trebuchet MS"/>
              </a:rPr>
              <a:t>computador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058" y="440944"/>
            <a:ext cx="7624445" cy="247713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400" b="1" spc="-10" dirty="0">
                <a:latin typeface="Trebuchet MS"/>
                <a:cs typeface="Trebuchet MS"/>
              </a:rPr>
              <a:t>Armazenamento: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latin typeface="Trebuchet MS"/>
                <a:cs typeface="Trebuchet MS"/>
              </a:rPr>
              <a:t>Este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componente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refere-</a:t>
            </a:r>
            <a:r>
              <a:rPr sz="2400" dirty="0">
                <a:latin typeface="Trebuchet MS"/>
                <a:cs typeface="Trebuchet MS"/>
              </a:rPr>
              <a:t>se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aos</a:t>
            </a:r>
            <a:r>
              <a:rPr sz="2400" spc="195" dirty="0"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006FC0"/>
                </a:solidFill>
                <a:latin typeface="Trebuchet MS"/>
                <a:cs typeface="Trebuchet MS"/>
              </a:rPr>
              <a:t>dispositivos</a:t>
            </a:r>
            <a:r>
              <a:rPr sz="2400" spc="19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que</a:t>
            </a:r>
            <a:r>
              <a:rPr sz="2400" spc="19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Trebuchet MS"/>
                <a:cs typeface="Trebuchet MS"/>
              </a:rPr>
              <a:t>guardam </a:t>
            </a:r>
            <a:r>
              <a:rPr sz="2400" spc="-40" dirty="0">
                <a:solidFill>
                  <a:srgbClr val="006FC0"/>
                </a:solidFill>
                <a:latin typeface="Trebuchet MS"/>
                <a:cs typeface="Trebuchet MS"/>
              </a:rPr>
              <a:t>dados</a:t>
            </a:r>
            <a:r>
              <a:rPr sz="2400" spc="-1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06FC0"/>
                </a:solidFill>
                <a:latin typeface="Trebuchet MS"/>
                <a:cs typeface="Trebuchet MS"/>
              </a:rPr>
              <a:t>forma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Trebuchet MS"/>
                <a:cs typeface="Trebuchet MS"/>
              </a:rPr>
              <a:t>permanente</a:t>
            </a:r>
            <a:r>
              <a:rPr sz="2400" spc="-165" dirty="0">
                <a:latin typeface="Trebuchet MS"/>
                <a:cs typeface="Trebuchet MS"/>
              </a:rPr>
              <a:t>,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mesmo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quando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computador </a:t>
            </a:r>
            <a:r>
              <a:rPr sz="2400" spc="-55" dirty="0">
                <a:latin typeface="Trebuchet MS"/>
                <a:cs typeface="Trebuchet MS"/>
              </a:rPr>
              <a:t>está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desligado.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180" dirty="0">
                <a:latin typeface="Trebuchet MS"/>
                <a:cs typeface="Trebuchet MS"/>
              </a:rPr>
              <a:t>No</a:t>
            </a:r>
            <a:r>
              <a:rPr sz="2400" spc="14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armazenamento,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mantidos</a:t>
            </a:r>
            <a:r>
              <a:rPr sz="2400" spc="1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14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sistema </a:t>
            </a:r>
            <a:r>
              <a:rPr sz="2400" spc="-170" dirty="0">
                <a:latin typeface="Trebuchet MS"/>
                <a:cs typeface="Trebuchet MS"/>
              </a:rPr>
              <a:t>operacional,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programas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os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arquivos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pessoais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para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acesso </a:t>
            </a:r>
            <a:r>
              <a:rPr sz="2400" spc="-30" dirty="0">
                <a:latin typeface="Trebuchet MS"/>
                <a:cs typeface="Trebuchet MS"/>
              </a:rPr>
              <a:t>futuro.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3483" y="1089660"/>
            <a:ext cx="11532235" cy="5573395"/>
            <a:chOff x="443483" y="1089660"/>
            <a:chExt cx="11532235" cy="55733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61431" y="3429000"/>
              <a:ext cx="2218943" cy="22189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63712" y="3429000"/>
              <a:ext cx="2218944" cy="22189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3483" y="3323844"/>
              <a:ext cx="2785872" cy="278739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30860" y="1895983"/>
            <a:ext cx="34575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220" marR="5080" indent="-224154">
              <a:lnSpc>
                <a:spcPct val="100000"/>
              </a:lnSpc>
              <a:spcBef>
                <a:spcPts val="100"/>
              </a:spcBef>
            </a:pP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Funcionamento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Trebuchet MS"/>
                <a:cs typeface="Trebuchet MS"/>
              </a:rPr>
              <a:t>computador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3858767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833323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333232" y="6858000"/>
                  </a:lnTo>
                  <a:lnTo>
                    <a:pt x="83332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58767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0" y="6858000"/>
                  </a:moveTo>
                  <a:lnTo>
                    <a:pt x="8333232" y="6858000"/>
                  </a:lnTo>
                  <a:lnTo>
                    <a:pt x="8333232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192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274058" y="569214"/>
            <a:ext cx="3452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Dispositivos de</a:t>
            </a:r>
            <a:r>
              <a:rPr sz="2400" b="1" spc="-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Trebuchet MS"/>
                <a:cs typeface="Trebuchet MS"/>
              </a:rPr>
              <a:t>Entrada: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4058" y="1063244"/>
            <a:ext cx="3566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6115" algn="l"/>
                <a:tab pos="1165860" algn="l"/>
                <a:tab pos="3101975" algn="l"/>
              </a:tabLst>
            </a:pPr>
            <a:r>
              <a:rPr sz="2400" spc="-25" dirty="0">
                <a:latin typeface="Trebuchet MS"/>
                <a:cs typeface="Trebuchet MS"/>
              </a:rPr>
              <a:t>São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os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equipamentos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25" dirty="0">
                <a:latin typeface="Trebuchet MS"/>
                <a:cs typeface="Trebuchet MS"/>
              </a:rPr>
              <a:t>que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27923" y="1063244"/>
            <a:ext cx="1229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0" dirty="0">
                <a:solidFill>
                  <a:srgbClr val="006FC0"/>
                </a:solidFill>
                <a:latin typeface="Trebuchet MS"/>
                <a:cs typeface="Trebuchet MS"/>
              </a:rPr>
              <a:t>permitem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47021" y="1063244"/>
            <a:ext cx="1445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5780" algn="l"/>
              </a:tabLst>
            </a:pP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ao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90" dirty="0">
                <a:solidFill>
                  <a:srgbClr val="006FC0"/>
                </a:solidFill>
                <a:latin typeface="Trebuchet MS"/>
                <a:cs typeface="Trebuchet MS"/>
              </a:rPr>
              <a:t>usuário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82273" y="1063244"/>
            <a:ext cx="8172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solidFill>
                  <a:srgbClr val="006FC0"/>
                </a:solidFill>
                <a:latin typeface="Trebuchet MS"/>
                <a:cs typeface="Trebuchet MS"/>
              </a:rPr>
              <a:t>inserir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34218" y="1429003"/>
            <a:ext cx="1264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5535" algn="l"/>
              </a:tabLst>
            </a:pPr>
            <a:r>
              <a:rPr sz="2400" spc="-10" dirty="0">
                <a:latin typeface="Trebuchet MS"/>
                <a:cs typeface="Trebuchet MS"/>
              </a:rPr>
              <a:t>mouse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14" dirty="0">
                <a:latin typeface="Trebuchet MS"/>
                <a:cs typeface="Trebuchet MS"/>
              </a:rPr>
              <a:t>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74058" y="1429003"/>
            <a:ext cx="61417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800225" algn="l"/>
                <a:tab pos="2393315" algn="l"/>
                <a:tab pos="4189729" algn="l"/>
                <a:tab pos="5168265" algn="l"/>
              </a:tabLst>
            </a:pP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informações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no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computador</a:t>
            </a:r>
            <a:r>
              <a:rPr sz="2400" spc="-10" dirty="0">
                <a:latin typeface="Trebuchet MS"/>
                <a:cs typeface="Trebuchet MS"/>
              </a:rPr>
              <a:t>,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como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85" dirty="0">
                <a:latin typeface="Trebuchet MS"/>
                <a:cs typeface="Trebuchet MS"/>
              </a:rPr>
              <a:t>teclado, </a:t>
            </a:r>
            <a:r>
              <a:rPr sz="2400" spc="-45" dirty="0">
                <a:latin typeface="Trebuchet MS"/>
                <a:cs typeface="Trebuchet MS"/>
              </a:rPr>
              <a:t>microfone.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3483" y="1089660"/>
            <a:ext cx="11532235" cy="5573395"/>
            <a:chOff x="443483" y="1089660"/>
            <a:chExt cx="11532235" cy="557339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89491" y="2545080"/>
              <a:ext cx="1959863" cy="195986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47031" y="2292096"/>
              <a:ext cx="2409443" cy="240944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85076" y="4701539"/>
              <a:ext cx="1802892" cy="180289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3483" y="3323844"/>
              <a:ext cx="2785872" cy="278739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30860" y="1895983"/>
            <a:ext cx="34575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220" marR="5080" indent="-224154">
              <a:lnSpc>
                <a:spcPct val="100000"/>
              </a:lnSpc>
              <a:spcBef>
                <a:spcPts val="100"/>
              </a:spcBef>
            </a:pP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Funcionamento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Trebuchet MS"/>
                <a:cs typeface="Trebuchet MS"/>
              </a:rPr>
              <a:t>computador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3858767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833323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333232" y="6858000"/>
                  </a:lnTo>
                  <a:lnTo>
                    <a:pt x="83332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58767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0" y="6858000"/>
                  </a:moveTo>
                  <a:lnTo>
                    <a:pt x="8333232" y="6858000"/>
                  </a:lnTo>
                  <a:lnTo>
                    <a:pt x="8333232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192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963281" y="3270884"/>
            <a:ext cx="12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0413" y="257365"/>
            <a:ext cx="3201035" cy="1006475"/>
            <a:chOff x="260413" y="257365"/>
            <a:chExt cx="3201035" cy="1006475"/>
          </a:xfrm>
        </p:grpSpPr>
        <p:sp>
          <p:nvSpPr>
            <p:cNvPr id="7" name="object 7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274058" y="569214"/>
            <a:ext cx="3086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Dispositivos de</a:t>
            </a:r>
            <a:r>
              <a:rPr sz="2400" b="1" spc="-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Trebuchet MS"/>
                <a:cs typeface="Trebuchet MS"/>
              </a:rPr>
              <a:t>Saída: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74058" y="1063244"/>
            <a:ext cx="76244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Estes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dispositivos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Trebuchet MS"/>
                <a:cs typeface="Trebuchet MS"/>
              </a:rPr>
              <a:t>exibem</a:t>
            </a:r>
            <a:r>
              <a:rPr sz="2400" spc="2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ou</a:t>
            </a:r>
            <a:r>
              <a:rPr sz="2400" spc="2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Trebuchet MS"/>
                <a:cs typeface="Trebuchet MS"/>
              </a:rPr>
              <a:t>reproduzem</a:t>
            </a:r>
            <a:r>
              <a:rPr sz="2400" spc="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os</a:t>
            </a:r>
            <a:r>
              <a:rPr sz="2400" spc="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06FC0"/>
                </a:solidFill>
                <a:latin typeface="Trebuchet MS"/>
                <a:cs typeface="Trebuchet MS"/>
              </a:rPr>
              <a:t>resultados</a:t>
            </a:r>
            <a:r>
              <a:rPr sz="2400" spc="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do </a:t>
            </a:r>
            <a:r>
              <a:rPr sz="2400" spc="-80" dirty="0">
                <a:solidFill>
                  <a:srgbClr val="006FC0"/>
                </a:solidFill>
                <a:latin typeface="Trebuchet MS"/>
                <a:cs typeface="Trebuchet MS"/>
              </a:rPr>
              <a:t>processamento</a:t>
            </a:r>
            <a:r>
              <a:rPr sz="2400" spc="-105" dirty="0">
                <a:solidFill>
                  <a:srgbClr val="006FC0"/>
                </a:solidFill>
                <a:latin typeface="Trebuchet MS"/>
                <a:cs typeface="Trebuchet MS"/>
              </a:rPr>
              <a:t> realizado</a:t>
            </a:r>
            <a:r>
              <a:rPr sz="2400" spc="-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pelo</a:t>
            </a:r>
            <a:r>
              <a:rPr sz="2400" spc="-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Trebuchet MS"/>
                <a:cs typeface="Trebuchet MS"/>
              </a:rPr>
              <a:t>computador</a:t>
            </a:r>
            <a:r>
              <a:rPr sz="2400" spc="-135" dirty="0">
                <a:latin typeface="Trebuchet MS"/>
                <a:cs typeface="Trebuchet MS"/>
              </a:rPr>
              <a:t>.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Exemplos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o </a:t>
            </a:r>
            <a:r>
              <a:rPr sz="2400" spc="-150" dirty="0">
                <a:latin typeface="Trebuchet MS"/>
                <a:cs typeface="Trebuchet MS"/>
              </a:rPr>
              <a:t>monitor,</a:t>
            </a:r>
            <a:r>
              <a:rPr sz="2400" spc="-265" dirty="0">
                <a:latin typeface="Trebuchet MS"/>
                <a:cs typeface="Trebuchet MS"/>
              </a:rPr>
              <a:t> </a:t>
            </a:r>
            <a:r>
              <a:rPr sz="2400" spc="-245" dirty="0">
                <a:latin typeface="Trebuchet MS"/>
                <a:cs typeface="Trebuchet MS"/>
              </a:rPr>
              <a:t>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impressora,</a:t>
            </a:r>
            <a:r>
              <a:rPr sz="2400" spc="-2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os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alto-</a:t>
            </a:r>
            <a:r>
              <a:rPr sz="2400" spc="-195" dirty="0">
                <a:latin typeface="Trebuchet MS"/>
                <a:cs typeface="Trebuchet MS"/>
              </a:rPr>
              <a:t>falantes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outros.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3483" y="1089660"/>
            <a:ext cx="11532235" cy="5573395"/>
            <a:chOff x="443483" y="1089660"/>
            <a:chExt cx="11532235" cy="557339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50792" y="2767583"/>
              <a:ext cx="1787652" cy="267004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78340" y="3465576"/>
              <a:ext cx="1972055" cy="19720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3483" y="3323844"/>
              <a:ext cx="2785872" cy="278739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30860" y="1895983"/>
            <a:ext cx="34575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220" marR="5080" indent="-224154">
              <a:lnSpc>
                <a:spcPct val="100000"/>
              </a:lnSpc>
              <a:spcBef>
                <a:spcPts val="100"/>
              </a:spcBef>
            </a:pP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Funcionamento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Trebuchet MS"/>
                <a:cs typeface="Trebuchet MS"/>
              </a:rPr>
              <a:t>computador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95871" y="2999232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4486656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4486656" y="1142999"/>
                  </a:lnTo>
                  <a:lnTo>
                    <a:pt x="448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0" y="1142999"/>
                  </a:moveTo>
                  <a:lnTo>
                    <a:pt x="4486656" y="1142999"/>
                  </a:lnTo>
                  <a:lnTo>
                    <a:pt x="4486656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17244" marR="5080" indent="-805180">
              <a:lnSpc>
                <a:spcPts val="2380"/>
              </a:lnSpc>
              <a:spcBef>
                <a:spcPts val="390"/>
              </a:spcBef>
            </a:pPr>
            <a:r>
              <a:rPr spc="310" dirty="0"/>
              <a:t>PROGRAMAÇÃO</a:t>
            </a:r>
            <a:r>
              <a:rPr spc="365" dirty="0"/>
              <a:t> </a:t>
            </a:r>
            <a:r>
              <a:rPr spc="105" dirty="0"/>
              <a:t>EM </a:t>
            </a:r>
            <a:r>
              <a:rPr spc="285" dirty="0"/>
              <a:t>PYTHON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53581" y="636219"/>
            <a:ext cx="5117465" cy="180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Além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dos</a:t>
            </a:r>
            <a:r>
              <a:rPr sz="1800" spc="2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dispositivos</a:t>
            </a:r>
            <a:r>
              <a:rPr sz="1800" spc="2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citados,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quais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outros</a:t>
            </a:r>
            <a:r>
              <a:rPr sz="1800" spc="2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podem </a:t>
            </a:r>
            <a:r>
              <a:rPr sz="1800" dirty="0">
                <a:latin typeface="Trebuchet MS"/>
                <a:cs typeface="Trebuchet MS"/>
              </a:rPr>
              <a:t>ser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classificados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dispositivos</a:t>
            </a:r>
            <a:r>
              <a:rPr sz="1800" spc="1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11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entrada,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de </a:t>
            </a:r>
            <a:r>
              <a:rPr sz="1800" spc="-130" dirty="0">
                <a:latin typeface="Trebuchet MS"/>
                <a:cs typeface="Trebuchet MS"/>
              </a:rPr>
              <a:t>saída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de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armazenamento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de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dados?</a:t>
            </a:r>
            <a:endParaRPr sz="1800">
              <a:latin typeface="Trebuchet MS"/>
              <a:cs typeface="Trebuchet MS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Quais</a:t>
            </a:r>
            <a:r>
              <a:rPr sz="1800" spc="4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dispositivos</a:t>
            </a:r>
            <a:r>
              <a:rPr sz="1800" spc="4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4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entrada,</a:t>
            </a:r>
            <a:r>
              <a:rPr sz="1800" spc="3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4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saída</a:t>
            </a:r>
            <a:r>
              <a:rPr sz="1800" spc="43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4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de </a:t>
            </a:r>
            <a:r>
              <a:rPr sz="1800" spc="-100" dirty="0">
                <a:latin typeface="Trebuchet MS"/>
                <a:cs typeface="Trebuchet MS"/>
              </a:rPr>
              <a:t>armazenamento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dados,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você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utiliza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em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casa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ou </a:t>
            </a:r>
            <a:r>
              <a:rPr sz="1800" spc="-145" dirty="0">
                <a:latin typeface="Trebuchet MS"/>
                <a:cs typeface="Trebuchet MS"/>
              </a:rPr>
              <a:t>na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escola?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3581" y="2938398"/>
            <a:ext cx="39452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5925" algn="l"/>
                <a:tab pos="2507615" algn="l"/>
                <a:tab pos="3155315" algn="l"/>
              </a:tabLst>
            </a:pPr>
            <a:r>
              <a:rPr sz="1800" b="1" spc="-10" dirty="0">
                <a:latin typeface="Trebuchet MS"/>
                <a:cs typeface="Trebuchet MS"/>
              </a:rPr>
              <a:t>Observação: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spc="-20" dirty="0">
                <a:latin typeface="Trebuchet MS"/>
                <a:cs typeface="Trebuchet MS"/>
              </a:rPr>
              <a:t>Pode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latin typeface="Trebuchet MS"/>
                <a:cs typeface="Trebuchet MS"/>
              </a:rPr>
              <a:t>ser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0" dirty="0">
                <a:latin typeface="Trebuchet MS"/>
                <a:cs typeface="Trebuchet MS"/>
              </a:rPr>
              <a:t>utilizado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33354" y="2938398"/>
            <a:ext cx="8362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8475" algn="l"/>
              </a:tabLst>
            </a:pPr>
            <a:r>
              <a:rPr sz="1800" spc="-50" dirty="0">
                <a:latin typeface="Trebuchet MS"/>
                <a:cs typeface="Trebuchet MS"/>
              </a:rPr>
              <a:t>o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90" dirty="0">
                <a:latin typeface="Trebuchet MS"/>
                <a:cs typeface="Trebuchet MS"/>
              </a:rPr>
              <a:t>site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3581" y="3212719"/>
            <a:ext cx="5116195" cy="1377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760470" algn="l"/>
                <a:tab pos="4421505" algn="l"/>
              </a:tabLst>
            </a:pPr>
            <a:r>
              <a:rPr sz="1800" u="sng" spc="-13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https://sorteio.com/sorteio-</a:t>
            </a:r>
            <a:r>
              <a:rPr sz="1800" u="sng" spc="-114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de-</a:t>
            </a:r>
            <a:r>
              <a:rPr sz="1800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nomes</a:t>
            </a:r>
            <a:r>
              <a:rPr sz="1800" dirty="0">
                <a:solidFill>
                  <a:srgbClr val="00AFEF"/>
                </a:solidFill>
                <a:latin typeface="Trebuchet MS"/>
                <a:cs typeface="Trebuchet MS"/>
              </a:rPr>
              <a:t>	</a:t>
            </a:r>
            <a:r>
              <a:rPr sz="1800" spc="-20" dirty="0">
                <a:latin typeface="Trebuchet MS"/>
                <a:cs typeface="Trebuchet MS"/>
              </a:rPr>
              <a:t>para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65" dirty="0">
                <a:latin typeface="Trebuchet MS"/>
                <a:cs typeface="Trebuchet MS"/>
              </a:rPr>
              <a:t>sortear </a:t>
            </a:r>
            <a:r>
              <a:rPr sz="1800" spc="-90" dirty="0">
                <a:latin typeface="Trebuchet MS"/>
                <a:cs typeface="Trebuchet MS"/>
              </a:rPr>
              <a:t>alunos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responderem,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se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achar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necessário.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>
              <a:latin typeface="Trebuchet MS"/>
              <a:cs typeface="Trebuchet MS"/>
            </a:endParaRPr>
          </a:p>
          <a:p>
            <a:pPr marR="219710" algn="ctr">
              <a:lnSpc>
                <a:spcPct val="100000"/>
              </a:lnSpc>
            </a:pPr>
            <a:r>
              <a:rPr sz="1800" spc="-50" dirty="0">
                <a:solidFill>
                  <a:srgbClr val="9BAEB5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9194" y="2278456"/>
            <a:ext cx="2738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Questões</a:t>
            </a:r>
            <a:r>
              <a:rPr sz="24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Mediadoras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544068" y="1164336"/>
            <a:ext cx="4994275" cy="4712335"/>
            <a:chOff x="544068" y="1164336"/>
            <a:chExt cx="4994275" cy="471233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068" y="3067812"/>
              <a:ext cx="4994148" cy="28087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3858767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833323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333232" y="6858000"/>
                  </a:lnTo>
                  <a:lnTo>
                    <a:pt x="83332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58767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0" y="6858000"/>
                  </a:moveTo>
                  <a:lnTo>
                    <a:pt x="8333232" y="6858000"/>
                  </a:lnTo>
                  <a:lnTo>
                    <a:pt x="8333232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192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274058" y="569214"/>
            <a:ext cx="76250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00"/>
                </a:solidFill>
              </a:rPr>
              <a:t>Um</a:t>
            </a:r>
            <a:r>
              <a:rPr sz="2400" spc="-25" dirty="0">
                <a:solidFill>
                  <a:srgbClr val="000000"/>
                </a:solidFill>
              </a:rPr>
              <a:t> </a:t>
            </a:r>
            <a:r>
              <a:rPr sz="2400" spc="-130" dirty="0">
                <a:solidFill>
                  <a:srgbClr val="000000"/>
                </a:solidFill>
              </a:rPr>
              <a:t>programa</a:t>
            </a:r>
            <a:r>
              <a:rPr sz="2400" spc="-25" dirty="0">
                <a:solidFill>
                  <a:srgbClr val="000000"/>
                </a:solidFill>
              </a:rPr>
              <a:t> </a:t>
            </a:r>
            <a:r>
              <a:rPr sz="2400" spc="-150" dirty="0">
                <a:solidFill>
                  <a:srgbClr val="000000"/>
                </a:solidFill>
              </a:rPr>
              <a:t>de</a:t>
            </a:r>
            <a:r>
              <a:rPr sz="2400" spc="-20" dirty="0">
                <a:solidFill>
                  <a:srgbClr val="000000"/>
                </a:solidFill>
              </a:rPr>
              <a:t> </a:t>
            </a:r>
            <a:r>
              <a:rPr sz="2400" spc="-105" dirty="0">
                <a:solidFill>
                  <a:srgbClr val="000000"/>
                </a:solidFill>
              </a:rPr>
              <a:t>computador</a:t>
            </a:r>
            <a:r>
              <a:rPr sz="2400" spc="-30" dirty="0">
                <a:solidFill>
                  <a:srgbClr val="000000"/>
                </a:solidFill>
              </a:rPr>
              <a:t> </a:t>
            </a:r>
            <a:r>
              <a:rPr sz="2400" spc="-180" dirty="0">
                <a:solidFill>
                  <a:srgbClr val="006FC0"/>
                </a:solidFill>
              </a:rPr>
              <a:t>é</a:t>
            </a:r>
            <a:r>
              <a:rPr sz="2400" spc="-20" dirty="0">
                <a:solidFill>
                  <a:srgbClr val="006FC0"/>
                </a:solidFill>
              </a:rPr>
              <a:t> </a:t>
            </a:r>
            <a:r>
              <a:rPr sz="2400" spc="-180" dirty="0">
                <a:solidFill>
                  <a:srgbClr val="006FC0"/>
                </a:solidFill>
              </a:rPr>
              <a:t>uma</a:t>
            </a:r>
            <a:r>
              <a:rPr sz="2400" spc="-25" dirty="0">
                <a:solidFill>
                  <a:srgbClr val="006FC0"/>
                </a:solidFill>
              </a:rPr>
              <a:t> </a:t>
            </a:r>
            <a:r>
              <a:rPr sz="2400" spc="-160" dirty="0">
                <a:solidFill>
                  <a:srgbClr val="006FC0"/>
                </a:solidFill>
              </a:rPr>
              <a:t>sequência</a:t>
            </a:r>
            <a:r>
              <a:rPr sz="2400" spc="-55" dirty="0">
                <a:solidFill>
                  <a:srgbClr val="006FC0"/>
                </a:solidFill>
              </a:rPr>
              <a:t> </a:t>
            </a:r>
            <a:r>
              <a:rPr sz="2400" spc="-155" dirty="0">
                <a:solidFill>
                  <a:srgbClr val="006FC0"/>
                </a:solidFill>
              </a:rPr>
              <a:t>organizada</a:t>
            </a:r>
            <a:r>
              <a:rPr sz="2400" spc="-30" dirty="0">
                <a:solidFill>
                  <a:srgbClr val="006FC0"/>
                </a:solidFill>
              </a:rPr>
              <a:t> </a:t>
            </a:r>
            <a:r>
              <a:rPr sz="2400" spc="-25" dirty="0">
                <a:solidFill>
                  <a:srgbClr val="006FC0"/>
                </a:solidFill>
              </a:rPr>
              <a:t>de </a:t>
            </a:r>
            <a:r>
              <a:rPr sz="2400" spc="-105" dirty="0">
                <a:solidFill>
                  <a:srgbClr val="006FC0"/>
                </a:solidFill>
              </a:rPr>
              <a:t>instruções</a:t>
            </a:r>
            <a:r>
              <a:rPr sz="2400" spc="-35" dirty="0">
                <a:solidFill>
                  <a:srgbClr val="006FC0"/>
                </a:solidFill>
              </a:rPr>
              <a:t> </a:t>
            </a:r>
            <a:r>
              <a:rPr sz="2400" spc="-130" dirty="0">
                <a:solidFill>
                  <a:srgbClr val="006FC0"/>
                </a:solidFill>
              </a:rPr>
              <a:t>escritas</a:t>
            </a:r>
            <a:r>
              <a:rPr sz="2400" spc="-40" dirty="0">
                <a:solidFill>
                  <a:srgbClr val="006FC0"/>
                </a:solidFill>
              </a:rPr>
              <a:t> </a:t>
            </a:r>
            <a:r>
              <a:rPr sz="2400" spc="-155" dirty="0">
                <a:solidFill>
                  <a:srgbClr val="006FC0"/>
                </a:solidFill>
              </a:rPr>
              <a:t>em</a:t>
            </a:r>
            <a:r>
              <a:rPr sz="2400" spc="-25" dirty="0">
                <a:solidFill>
                  <a:srgbClr val="006FC0"/>
                </a:solidFill>
              </a:rPr>
              <a:t> </a:t>
            </a:r>
            <a:r>
              <a:rPr sz="2400" spc="-175" dirty="0">
                <a:solidFill>
                  <a:srgbClr val="006FC0"/>
                </a:solidFill>
              </a:rPr>
              <a:t>uma</a:t>
            </a:r>
            <a:r>
              <a:rPr sz="2400" spc="-35" dirty="0">
                <a:solidFill>
                  <a:srgbClr val="006FC0"/>
                </a:solidFill>
              </a:rPr>
              <a:t> </a:t>
            </a:r>
            <a:r>
              <a:rPr sz="2400" spc="-180" dirty="0">
                <a:solidFill>
                  <a:srgbClr val="006FC0"/>
                </a:solidFill>
              </a:rPr>
              <a:t>linguagem</a:t>
            </a:r>
            <a:r>
              <a:rPr sz="2400" spc="-30" dirty="0">
                <a:solidFill>
                  <a:srgbClr val="006FC0"/>
                </a:solidFill>
              </a:rPr>
              <a:t> </a:t>
            </a:r>
            <a:r>
              <a:rPr sz="2400" spc="-150" dirty="0">
                <a:solidFill>
                  <a:srgbClr val="006FC0"/>
                </a:solidFill>
              </a:rPr>
              <a:t>de</a:t>
            </a:r>
            <a:r>
              <a:rPr sz="2400" spc="-10" dirty="0">
                <a:solidFill>
                  <a:srgbClr val="006FC0"/>
                </a:solidFill>
              </a:rPr>
              <a:t> </a:t>
            </a:r>
            <a:r>
              <a:rPr sz="2400" spc="-50" dirty="0">
                <a:solidFill>
                  <a:srgbClr val="006FC0"/>
                </a:solidFill>
              </a:rPr>
              <a:t>programação</a:t>
            </a:r>
            <a:r>
              <a:rPr sz="2400" spc="-50" dirty="0">
                <a:solidFill>
                  <a:srgbClr val="000000"/>
                </a:solidFill>
              </a:rPr>
              <a:t>.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4274058" y="1429003"/>
            <a:ext cx="7654925" cy="161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latin typeface="Trebuchet MS"/>
                <a:cs typeface="Trebuchet MS"/>
              </a:rPr>
              <a:t>Essas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instruções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determinam,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forma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precisa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sistemática, </a:t>
            </a:r>
            <a:r>
              <a:rPr sz="2400" dirty="0">
                <a:latin typeface="Trebuchet MS"/>
                <a:cs typeface="Trebuchet MS"/>
              </a:rPr>
              <a:t>como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computador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deve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processar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dados,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realizar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cálculos </a:t>
            </a:r>
            <a:r>
              <a:rPr sz="2400" spc="-180" dirty="0">
                <a:latin typeface="Trebuchet MS"/>
                <a:cs typeface="Trebuchet MS"/>
              </a:rPr>
              <a:t>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executar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tarefas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específicas.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2400" spc="350" dirty="0">
                <a:latin typeface="Trebuchet MS"/>
                <a:cs typeface="Trebuchet MS"/>
              </a:rPr>
              <a:t>O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programa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define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comportamento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sistema,</a:t>
            </a:r>
            <a:r>
              <a:rPr sz="2400" spc="-27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permitindo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65866" y="3018790"/>
            <a:ext cx="10331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solidFill>
                  <a:srgbClr val="C57C08"/>
                </a:solidFill>
                <a:latin typeface="Trebuchet MS"/>
                <a:cs typeface="Trebuchet MS"/>
              </a:rPr>
              <a:t>resolver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35958" y="3018790"/>
            <a:ext cx="6421120" cy="2235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0480">
              <a:lnSpc>
                <a:spcPct val="100000"/>
              </a:lnSpc>
              <a:spcBef>
                <a:spcPts val="100"/>
              </a:spcBef>
              <a:tabLst>
                <a:tab pos="441959" algn="l"/>
                <a:tab pos="1856105" algn="l"/>
                <a:tab pos="3744595" algn="l"/>
                <a:tab pos="4307205" algn="l"/>
                <a:tab pos="5849620" algn="l"/>
              </a:tabLst>
            </a:pPr>
            <a:r>
              <a:rPr sz="2400" spc="-50" dirty="0">
                <a:latin typeface="Trebuchet MS"/>
                <a:cs typeface="Trebuchet MS"/>
              </a:rPr>
              <a:t>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execução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automatizada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de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operações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60" dirty="0">
                <a:latin typeface="Trebuchet MS"/>
                <a:cs typeface="Trebuchet MS"/>
              </a:rPr>
              <a:t>para </a:t>
            </a:r>
            <a:r>
              <a:rPr sz="2400" spc="-130" dirty="0">
                <a:solidFill>
                  <a:srgbClr val="C57C08"/>
                </a:solidFill>
                <a:latin typeface="Trebuchet MS"/>
                <a:cs typeface="Trebuchet MS"/>
              </a:rPr>
              <a:t>problemas</a:t>
            </a:r>
            <a:r>
              <a:rPr sz="2400" spc="-4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57C08"/>
                </a:solidFill>
                <a:latin typeface="Trebuchet MS"/>
                <a:cs typeface="Trebuchet MS"/>
              </a:rPr>
              <a:t>ou</a:t>
            </a:r>
            <a:r>
              <a:rPr sz="2400" spc="-3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C57C08"/>
                </a:solidFill>
                <a:latin typeface="Trebuchet MS"/>
                <a:cs typeface="Trebuchet MS"/>
              </a:rPr>
              <a:t>atingir</a:t>
            </a:r>
            <a:r>
              <a:rPr sz="2400" spc="-4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C57C08"/>
                </a:solidFill>
                <a:latin typeface="Trebuchet MS"/>
                <a:cs typeface="Trebuchet MS"/>
              </a:rPr>
              <a:t>objetivos</a:t>
            </a:r>
            <a:r>
              <a:rPr sz="2700" spc="-262" baseline="46296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2700" spc="-412" baseline="46296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C57C08"/>
                </a:solidFill>
                <a:latin typeface="Trebuchet MS"/>
                <a:cs typeface="Trebuchet MS"/>
              </a:rPr>
              <a:t>determinados</a:t>
            </a:r>
            <a:r>
              <a:rPr sz="2400" spc="-5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994"/>
              </a:spcBef>
            </a:pPr>
            <a:r>
              <a:rPr sz="2400" spc="-95" dirty="0">
                <a:latin typeface="Trebuchet MS"/>
                <a:cs typeface="Trebuchet MS"/>
              </a:rPr>
              <a:t>Podendo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ser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classificado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como:</a:t>
            </a:r>
            <a:endParaRPr sz="2400">
              <a:latin typeface="Trebuchet MS"/>
              <a:cs typeface="Trebuchet MS"/>
            </a:endParaRPr>
          </a:p>
          <a:p>
            <a:pPr marL="278130" indent="-227329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78130" algn="l"/>
              </a:tabLst>
            </a:pPr>
            <a:r>
              <a:rPr sz="2400" spc="-135" dirty="0">
                <a:latin typeface="Trebuchet MS"/>
                <a:cs typeface="Trebuchet MS"/>
              </a:rPr>
              <a:t>Software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Sistema;</a:t>
            </a:r>
            <a:endParaRPr sz="2400">
              <a:latin typeface="Trebuchet MS"/>
              <a:cs typeface="Trebuchet MS"/>
            </a:endParaRPr>
          </a:p>
          <a:p>
            <a:pPr marL="278130" indent="-227329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78130" algn="l"/>
              </a:tabLst>
            </a:pPr>
            <a:r>
              <a:rPr sz="2400" spc="-130" dirty="0">
                <a:latin typeface="Trebuchet MS"/>
                <a:cs typeface="Trebuchet MS"/>
              </a:rPr>
              <a:t>Software</a:t>
            </a:r>
            <a:r>
              <a:rPr sz="2400" spc="-24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Aplicativo.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6719" y="1089660"/>
            <a:ext cx="11549380" cy="5573395"/>
            <a:chOff x="426719" y="1089660"/>
            <a:chExt cx="11549380" cy="557339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719" y="3439667"/>
              <a:ext cx="2869692" cy="286969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17651" y="1895983"/>
            <a:ext cx="25552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5080" indent="-190500">
              <a:lnSpc>
                <a:spcPct val="100000"/>
              </a:lnSpc>
              <a:spcBef>
                <a:spcPts val="100"/>
              </a:spcBef>
            </a:pP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Programas</a:t>
            </a:r>
            <a:r>
              <a:rPr sz="36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computador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3858767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833323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333232" y="6858000"/>
                  </a:lnTo>
                  <a:lnTo>
                    <a:pt x="83332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58767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0" y="6858000"/>
                  </a:moveTo>
                  <a:lnTo>
                    <a:pt x="8333232" y="6858000"/>
                  </a:lnTo>
                  <a:lnTo>
                    <a:pt x="8333232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192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274058" y="569214"/>
            <a:ext cx="3043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Software</a:t>
            </a:r>
            <a:r>
              <a:rPr sz="2400" b="1" spc="-8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de</a:t>
            </a:r>
            <a:r>
              <a:rPr sz="2400" b="1" spc="-9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Trebuchet MS"/>
                <a:cs typeface="Trebuchet MS"/>
              </a:rPr>
              <a:t>Sistema: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4058" y="1063244"/>
            <a:ext cx="76542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5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programas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que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gerenciam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os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recursos</a:t>
            </a:r>
            <a:r>
              <a:rPr sz="2400" spc="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computador, </a:t>
            </a:r>
            <a:r>
              <a:rPr sz="2400" dirty="0">
                <a:latin typeface="Trebuchet MS"/>
                <a:cs typeface="Trebuchet MS"/>
              </a:rPr>
              <a:t>como</a:t>
            </a:r>
            <a:r>
              <a:rPr sz="2400" spc="2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os</a:t>
            </a:r>
            <a:r>
              <a:rPr sz="2400" spc="300" dirty="0"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C57C08"/>
                </a:solidFill>
                <a:latin typeface="Trebuchet MS"/>
                <a:cs typeface="Trebuchet MS"/>
              </a:rPr>
              <a:t>sistemas</a:t>
            </a:r>
            <a:r>
              <a:rPr sz="2400" spc="31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C57C08"/>
                </a:solidFill>
                <a:latin typeface="Trebuchet MS"/>
                <a:cs typeface="Trebuchet MS"/>
              </a:rPr>
              <a:t>operacionais</a:t>
            </a:r>
            <a:r>
              <a:rPr sz="2400" spc="-85" dirty="0">
                <a:latin typeface="Trebuchet MS"/>
                <a:cs typeface="Trebuchet MS"/>
              </a:rPr>
              <a:t>.</a:t>
            </a:r>
            <a:r>
              <a:rPr sz="2400" spc="1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Eles</a:t>
            </a:r>
            <a:r>
              <a:rPr sz="2400" spc="29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funcionam</a:t>
            </a:r>
            <a:r>
              <a:rPr sz="2400" spc="3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como</a:t>
            </a:r>
            <a:r>
              <a:rPr sz="2400" spc="3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o </a:t>
            </a:r>
            <a:r>
              <a:rPr sz="2400" dirty="0">
                <a:latin typeface="Trebuchet MS"/>
                <a:cs typeface="Trebuchet MS"/>
              </a:rPr>
              <a:t>"motor"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um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veículo.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6719" y="1089660"/>
            <a:ext cx="11765280" cy="5573395"/>
            <a:chOff x="426719" y="1089660"/>
            <a:chExt cx="11765280" cy="557339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719" y="3439667"/>
              <a:ext cx="2869692" cy="286969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2608" y="2734055"/>
              <a:ext cx="2470404" cy="200710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87896" y="2650236"/>
              <a:ext cx="2176272" cy="217474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2603" y="2436876"/>
              <a:ext cx="3549396" cy="24384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17651" y="1895983"/>
            <a:ext cx="25552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5080" indent="-190500">
              <a:lnSpc>
                <a:spcPct val="100000"/>
              </a:lnSpc>
              <a:spcBef>
                <a:spcPts val="100"/>
              </a:spcBef>
            </a:pP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Programas</a:t>
            </a:r>
            <a:r>
              <a:rPr sz="36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computador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72990" y="5038471"/>
            <a:ext cx="921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Windows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11593" y="5028946"/>
            <a:ext cx="1011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Trebuchet MS"/>
                <a:cs typeface="Trebuchet MS"/>
              </a:rPr>
              <a:t>Linux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Mint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21265" y="5028946"/>
            <a:ext cx="694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MacOS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058" y="440944"/>
            <a:ext cx="7625715" cy="357441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10"/>
              </a:spcBef>
            </a:pPr>
            <a:r>
              <a:rPr sz="2400" b="1" dirty="0">
                <a:latin typeface="Trebuchet MS"/>
                <a:cs typeface="Trebuchet MS"/>
              </a:rPr>
              <a:t>Software</a:t>
            </a:r>
            <a:r>
              <a:rPr sz="2400" b="1" spc="-29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Aplicativo: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programas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desenvolvidos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para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atender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57C08"/>
                </a:solidFill>
                <a:latin typeface="Trebuchet MS"/>
                <a:cs typeface="Trebuchet MS"/>
              </a:rPr>
              <a:t>a</a:t>
            </a:r>
            <a:r>
              <a:rPr sz="2400" spc="2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C57C08"/>
                </a:solidFill>
                <a:latin typeface="Trebuchet MS"/>
                <a:cs typeface="Trebuchet MS"/>
              </a:rPr>
              <a:t>necessidades </a:t>
            </a:r>
            <a:r>
              <a:rPr sz="2400" spc="-125" dirty="0">
                <a:solidFill>
                  <a:srgbClr val="C57C08"/>
                </a:solidFill>
                <a:latin typeface="Trebuchet MS"/>
                <a:cs typeface="Trebuchet MS"/>
              </a:rPr>
              <a:t>específicas</a:t>
            </a:r>
            <a:r>
              <a:rPr sz="2400" spc="-2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57C08"/>
                </a:solidFill>
                <a:latin typeface="Trebuchet MS"/>
                <a:cs typeface="Trebuchet MS"/>
              </a:rPr>
              <a:t>dos</a:t>
            </a:r>
            <a:r>
              <a:rPr sz="2400" spc="3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C57C08"/>
                </a:solidFill>
                <a:latin typeface="Trebuchet MS"/>
                <a:cs typeface="Trebuchet MS"/>
              </a:rPr>
              <a:t>usuários,</a:t>
            </a:r>
            <a:r>
              <a:rPr sz="2400" spc="-7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C57C08"/>
                </a:solidFill>
                <a:latin typeface="Trebuchet MS"/>
                <a:cs typeface="Trebuchet MS"/>
              </a:rPr>
              <a:t>oferecendo</a:t>
            </a:r>
            <a:r>
              <a:rPr sz="2400" spc="3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C57C08"/>
                </a:solidFill>
                <a:latin typeface="Trebuchet MS"/>
                <a:cs typeface="Trebuchet MS"/>
              </a:rPr>
              <a:t>soluções</a:t>
            </a:r>
            <a:r>
              <a:rPr sz="2400" spc="2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C57C08"/>
                </a:solidFill>
                <a:latin typeface="Trebuchet MS"/>
                <a:cs typeface="Trebuchet MS"/>
              </a:rPr>
              <a:t>práticas</a:t>
            </a:r>
            <a:r>
              <a:rPr sz="2400" spc="4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C57C08"/>
                </a:solidFill>
                <a:latin typeface="Trebuchet MS"/>
                <a:cs typeface="Trebuchet MS"/>
              </a:rPr>
              <a:t>para uma</a:t>
            </a:r>
            <a:r>
              <a:rPr sz="2400" spc="-9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C57C08"/>
                </a:solidFill>
                <a:latin typeface="Trebuchet MS"/>
                <a:cs typeface="Trebuchet MS"/>
              </a:rPr>
              <a:t>variedade</a:t>
            </a:r>
            <a:r>
              <a:rPr sz="2400" spc="-4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57C08"/>
                </a:solidFill>
                <a:latin typeface="Trebuchet MS"/>
                <a:cs typeface="Trebuchet MS"/>
              </a:rPr>
              <a:t>de</a:t>
            </a:r>
            <a:r>
              <a:rPr sz="2400" spc="-18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215" dirty="0">
                <a:solidFill>
                  <a:srgbClr val="C57C08"/>
                </a:solidFill>
                <a:latin typeface="Trebuchet MS"/>
                <a:cs typeface="Trebuchet MS"/>
              </a:rPr>
              <a:t>tarefas</a:t>
            </a:r>
            <a:r>
              <a:rPr sz="2400" spc="-215" dirty="0">
                <a:latin typeface="Trebuchet MS"/>
                <a:cs typeface="Trebuchet MS"/>
              </a:rPr>
              <a:t>.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exemplo,</a:t>
            </a:r>
            <a:r>
              <a:rPr sz="2400" dirty="0">
                <a:latin typeface="Trebuchet MS"/>
                <a:cs typeface="Trebuchet MS"/>
              </a:rPr>
              <a:t> um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editor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textos </a:t>
            </a:r>
            <a:r>
              <a:rPr sz="2400" spc="-60" dirty="0">
                <a:latin typeface="Trebuchet MS"/>
                <a:cs typeface="Trebuchet MS"/>
              </a:rPr>
              <a:t>permite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criação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formatação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documentos,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enquanto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navegador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facilita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acesso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à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internet.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Esses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aplicativos </a:t>
            </a: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projetados</a:t>
            </a:r>
            <a:r>
              <a:rPr sz="2400" spc="1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</a:t>
            </a:r>
            <a:r>
              <a:rPr sz="2400" spc="12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interfaces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amigáveis</a:t>
            </a:r>
            <a:r>
              <a:rPr sz="2400" spc="1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funcionalidades </a:t>
            </a:r>
            <a:r>
              <a:rPr sz="2400" spc="-95" dirty="0">
                <a:latin typeface="Trebuchet MS"/>
                <a:cs typeface="Trebuchet MS"/>
              </a:rPr>
              <a:t>focadas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resolução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problemas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concretos,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tornando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as </a:t>
            </a:r>
            <a:r>
              <a:rPr sz="2400" spc="-160" dirty="0">
                <a:latin typeface="Trebuchet MS"/>
                <a:cs typeface="Trebuchet MS"/>
              </a:rPr>
              <a:t>atividades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dia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dia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mais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eficientes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acessíveis.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6719" y="1089660"/>
            <a:ext cx="11549380" cy="5573395"/>
            <a:chOff x="426719" y="1089660"/>
            <a:chExt cx="11549380" cy="55733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719" y="3439667"/>
              <a:ext cx="2869692" cy="28696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71815" y="4337304"/>
              <a:ext cx="1866900" cy="14005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43499" y="4337304"/>
              <a:ext cx="1423416" cy="140055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17651" y="1895983"/>
            <a:ext cx="25552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5080" indent="-190500">
              <a:lnSpc>
                <a:spcPct val="100000"/>
              </a:lnSpc>
              <a:spcBef>
                <a:spcPts val="100"/>
              </a:spcBef>
            </a:pP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Programas</a:t>
            </a:r>
            <a:r>
              <a:rPr sz="36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computador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04815" y="5957112"/>
            <a:ext cx="782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VSCode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12354" y="5957112"/>
            <a:ext cx="1383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Trebuchet MS"/>
                <a:cs typeface="Trebuchet MS"/>
              </a:rPr>
              <a:t>Mozilla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Firefox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4486656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4486656" y="1142999"/>
                  </a:lnTo>
                  <a:lnTo>
                    <a:pt x="448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0" y="1142999"/>
                  </a:moveTo>
                  <a:lnTo>
                    <a:pt x="4486656" y="1142999"/>
                  </a:lnTo>
                  <a:lnTo>
                    <a:pt x="4486656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17244" marR="5080" indent="-805180">
              <a:lnSpc>
                <a:spcPts val="2380"/>
              </a:lnSpc>
              <a:spcBef>
                <a:spcPts val="390"/>
              </a:spcBef>
            </a:pPr>
            <a:r>
              <a:rPr spc="310" dirty="0"/>
              <a:t>PROGRAMAÇÃO</a:t>
            </a:r>
            <a:r>
              <a:rPr spc="365" dirty="0"/>
              <a:t> </a:t>
            </a:r>
            <a:r>
              <a:rPr spc="105" dirty="0"/>
              <a:t>EM </a:t>
            </a:r>
            <a:r>
              <a:rPr spc="285" dirty="0"/>
              <a:t>PYTHON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53581" y="636219"/>
            <a:ext cx="5116195" cy="165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Cite</a:t>
            </a:r>
            <a:r>
              <a:rPr sz="1800" spc="114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os</a:t>
            </a:r>
            <a:r>
              <a:rPr sz="1800" spc="114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sistemas</a:t>
            </a:r>
            <a:r>
              <a:rPr sz="1800" spc="12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operacionais</a:t>
            </a:r>
            <a:r>
              <a:rPr sz="1800" spc="114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(software</a:t>
            </a:r>
            <a:r>
              <a:rPr sz="1800" spc="114" dirty="0">
                <a:latin typeface="Trebuchet MS"/>
                <a:cs typeface="Trebuchet MS"/>
              </a:rPr>
              <a:t>  </a:t>
            </a:r>
            <a:r>
              <a:rPr sz="1800" spc="-25" dirty="0">
                <a:latin typeface="Trebuchet MS"/>
                <a:cs typeface="Trebuchet MS"/>
              </a:rPr>
              <a:t>de </a:t>
            </a:r>
            <a:r>
              <a:rPr sz="1800" spc="-65" dirty="0">
                <a:latin typeface="Trebuchet MS"/>
                <a:cs typeface="Trebuchet MS"/>
              </a:rPr>
              <a:t>sistemas)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disponíveis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mercado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os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programas </a:t>
            </a:r>
            <a:r>
              <a:rPr sz="1800" spc="-100" dirty="0">
                <a:latin typeface="Trebuchet MS"/>
                <a:cs typeface="Trebuchet MS"/>
              </a:rPr>
              <a:t>(software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aplicativo)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que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você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conhece:</a:t>
            </a:r>
            <a:endParaRPr sz="1800">
              <a:latin typeface="Trebuchet MS"/>
              <a:cs typeface="Trebuchet MS"/>
            </a:endParaRPr>
          </a:p>
          <a:p>
            <a:pPr marL="469265" lvl="1" indent="-227965" algn="just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469265" algn="l"/>
              </a:tabLst>
            </a:pPr>
            <a:r>
              <a:rPr sz="1800" spc="-55" dirty="0">
                <a:latin typeface="Trebuchet MS"/>
                <a:cs typeface="Trebuchet MS"/>
              </a:rPr>
              <a:t>Começando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com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Software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de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Sistema</a:t>
            </a:r>
            <a:endParaRPr sz="1800">
              <a:latin typeface="Trebuchet MS"/>
              <a:cs typeface="Trebuchet MS"/>
            </a:endParaRPr>
          </a:p>
          <a:p>
            <a:pPr marL="469265" lvl="1" indent="-227965" algn="just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469265" algn="l"/>
              </a:tabLst>
            </a:pPr>
            <a:r>
              <a:rPr sz="1800" spc="-20" dirty="0">
                <a:latin typeface="Trebuchet MS"/>
                <a:cs typeface="Trebuchet MS"/>
              </a:rPr>
              <a:t>Depois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55" dirty="0">
                <a:latin typeface="Trebuchet MS"/>
                <a:cs typeface="Trebuchet MS"/>
              </a:rPr>
              <a:t>vá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para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Software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Aplicativo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2181" y="2792095"/>
            <a:ext cx="4887595" cy="1249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445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rebuchet MS"/>
                <a:cs typeface="Trebuchet MS"/>
              </a:rPr>
              <a:t>Observação:</a:t>
            </a:r>
            <a:r>
              <a:rPr sz="1800" b="1" spc="47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Pode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ser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utilizado</a:t>
            </a:r>
            <a:r>
              <a:rPr sz="1800" spc="190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spc="-35" dirty="0">
                <a:latin typeface="Trebuchet MS"/>
                <a:cs typeface="Trebuchet MS"/>
              </a:rPr>
              <a:t>site </a:t>
            </a:r>
            <a:r>
              <a:rPr sz="1800" u="sng" spc="-13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https://sorteio.com/sorteio-</a:t>
            </a:r>
            <a:r>
              <a:rPr sz="1800" u="sng" spc="-114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de-</a:t>
            </a:r>
            <a:r>
              <a:rPr sz="1800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nomes</a:t>
            </a:r>
            <a:r>
              <a:rPr sz="1800" spc="34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para</a:t>
            </a:r>
            <a:r>
              <a:rPr sz="1800" spc="32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sortear </a:t>
            </a:r>
            <a:r>
              <a:rPr sz="1800" spc="-95" dirty="0">
                <a:latin typeface="Trebuchet MS"/>
                <a:cs typeface="Trebuchet MS"/>
              </a:rPr>
              <a:t>alunos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responderem,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se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achar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necessário.</a:t>
            </a:r>
            <a:endParaRPr sz="1800">
              <a:latin typeface="Trebuchet MS"/>
              <a:cs typeface="Trebuchet MS"/>
            </a:endParaRPr>
          </a:p>
          <a:p>
            <a:pPr marR="447675" algn="ctr">
              <a:lnSpc>
                <a:spcPct val="100000"/>
              </a:lnSpc>
              <a:spcBef>
                <a:spcPts val="994"/>
              </a:spcBef>
            </a:pPr>
            <a:r>
              <a:rPr sz="1800" spc="-50" dirty="0">
                <a:solidFill>
                  <a:srgbClr val="9BAEB5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2278456"/>
            <a:ext cx="2738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Questões</a:t>
            </a:r>
            <a:r>
              <a:rPr sz="24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Mediadoras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44068" y="1164336"/>
            <a:ext cx="4994275" cy="4712335"/>
            <a:chOff x="544068" y="1164336"/>
            <a:chExt cx="4994275" cy="471233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068" y="3067812"/>
              <a:ext cx="4994148" cy="28087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058" y="440944"/>
            <a:ext cx="7625080" cy="3827779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400" b="1" spc="-10" dirty="0">
                <a:latin typeface="Trebuchet MS"/>
                <a:cs typeface="Trebuchet MS"/>
              </a:rPr>
              <a:t>Definição: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algoritmo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é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C57C08"/>
                </a:solidFill>
                <a:latin typeface="Trebuchet MS"/>
                <a:cs typeface="Trebuchet MS"/>
              </a:rPr>
              <a:t>uma</a:t>
            </a:r>
            <a:r>
              <a:rPr sz="2400" spc="-4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C57C08"/>
                </a:solidFill>
                <a:latin typeface="Trebuchet MS"/>
                <a:cs typeface="Trebuchet MS"/>
              </a:rPr>
              <a:t>sequência</a:t>
            </a:r>
            <a:r>
              <a:rPr sz="2400" spc="-4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204" dirty="0">
                <a:solidFill>
                  <a:srgbClr val="C57C08"/>
                </a:solidFill>
                <a:latin typeface="Trebuchet MS"/>
                <a:cs typeface="Trebuchet MS"/>
              </a:rPr>
              <a:t>finita</a:t>
            </a:r>
            <a:r>
              <a:rPr sz="2400" spc="-3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C57C08"/>
                </a:solidFill>
                <a:latin typeface="Trebuchet MS"/>
                <a:cs typeface="Trebuchet MS"/>
              </a:rPr>
              <a:t>de</a:t>
            </a:r>
            <a:r>
              <a:rPr sz="2400" spc="-2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C57C08"/>
                </a:solidFill>
                <a:latin typeface="Trebuchet MS"/>
                <a:cs typeface="Trebuchet MS"/>
              </a:rPr>
              <a:t>passos</a:t>
            </a:r>
            <a:r>
              <a:rPr sz="2400" spc="-2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C57C08"/>
                </a:solidFill>
                <a:latin typeface="Trebuchet MS"/>
                <a:cs typeface="Trebuchet MS"/>
              </a:rPr>
              <a:t>bem</a:t>
            </a:r>
            <a:r>
              <a:rPr sz="2400" spc="-2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C57C08"/>
                </a:solidFill>
                <a:latin typeface="Trebuchet MS"/>
                <a:cs typeface="Trebuchet MS"/>
              </a:rPr>
              <a:t>definidos </a:t>
            </a:r>
            <a:r>
              <a:rPr sz="2400" spc="-165" dirty="0">
                <a:solidFill>
                  <a:srgbClr val="C57C08"/>
                </a:solidFill>
                <a:latin typeface="Trebuchet MS"/>
                <a:cs typeface="Trebuchet MS"/>
              </a:rPr>
              <a:t>para</a:t>
            </a:r>
            <a:r>
              <a:rPr sz="2400" spc="-4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C57C08"/>
                </a:solidFill>
                <a:latin typeface="Trebuchet MS"/>
                <a:cs typeface="Trebuchet MS"/>
              </a:rPr>
              <a:t>resolver</a:t>
            </a:r>
            <a:r>
              <a:rPr sz="2400" spc="-5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C57C08"/>
                </a:solidFill>
                <a:latin typeface="Trebuchet MS"/>
                <a:cs typeface="Trebuchet MS"/>
              </a:rPr>
              <a:t>um</a:t>
            </a:r>
            <a:r>
              <a:rPr sz="2400" spc="-4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C57C08"/>
                </a:solidFill>
                <a:latin typeface="Trebuchet MS"/>
                <a:cs typeface="Trebuchet MS"/>
              </a:rPr>
              <a:t>problema</a:t>
            </a:r>
            <a:r>
              <a:rPr sz="2400" spc="-5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 marR="6350" algn="just">
              <a:lnSpc>
                <a:spcPct val="100000"/>
              </a:lnSpc>
              <a:spcBef>
                <a:spcPts val="994"/>
              </a:spcBef>
            </a:pPr>
            <a:r>
              <a:rPr sz="2400" spc="-135" dirty="0">
                <a:latin typeface="Trebuchet MS"/>
                <a:cs typeface="Trebuchet MS"/>
              </a:rPr>
              <a:t>Pense</a:t>
            </a:r>
            <a:r>
              <a:rPr sz="2400" spc="36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em</a:t>
            </a:r>
            <a:r>
              <a:rPr sz="2400" spc="35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um</a:t>
            </a:r>
            <a:r>
              <a:rPr sz="2400" spc="35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algoritmo</a:t>
            </a:r>
            <a:r>
              <a:rPr sz="2400" spc="35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como</a:t>
            </a:r>
            <a:r>
              <a:rPr sz="2400" spc="345" dirty="0">
                <a:latin typeface="Trebuchet MS"/>
                <a:cs typeface="Trebuchet MS"/>
              </a:rPr>
              <a:t> </a:t>
            </a:r>
            <a:r>
              <a:rPr sz="2400" spc="25" dirty="0">
                <a:latin typeface="Trebuchet MS"/>
                <a:cs typeface="Trebuchet MS"/>
              </a:rPr>
              <a:t>o</a:t>
            </a:r>
            <a:r>
              <a:rPr sz="2400" spc="35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roteiro</a:t>
            </a:r>
            <a:r>
              <a:rPr sz="2400" spc="34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que</a:t>
            </a:r>
            <a:r>
              <a:rPr sz="2400" spc="34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você</a:t>
            </a:r>
            <a:r>
              <a:rPr sz="2400" spc="36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seguiria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para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chegar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ao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seu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destino:</a:t>
            </a:r>
            <a:r>
              <a:rPr sz="2400" spc="-290" dirty="0">
                <a:latin typeface="Trebuchet MS"/>
                <a:cs typeface="Trebuchet MS"/>
              </a:rPr>
              <a:t> </a:t>
            </a:r>
            <a:r>
              <a:rPr sz="2400" u="sng" spc="-11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você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escolhe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as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ruas,</a:t>
            </a:r>
            <a:r>
              <a:rPr sz="2400" u="sng" spc="-3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as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rotas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as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u="sng" spc="-1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interseções,</a:t>
            </a:r>
            <a:r>
              <a:rPr sz="2400" u="sng" spc="-3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passo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2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passo,</a:t>
            </a:r>
            <a:r>
              <a:rPr sz="2400" u="sng" spc="-2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até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chegar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onde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21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deseja</a:t>
            </a:r>
            <a:r>
              <a:rPr sz="2400" spc="-215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994"/>
              </a:spcBef>
            </a:pPr>
            <a:r>
              <a:rPr sz="2400" dirty="0">
                <a:latin typeface="Trebuchet MS"/>
                <a:cs typeface="Trebuchet MS"/>
              </a:rPr>
              <a:t>Da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mesma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forma,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programação,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o</a:t>
            </a:r>
            <a:r>
              <a:rPr sz="2400" spc="8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01F5F"/>
                </a:solidFill>
                <a:latin typeface="Trebuchet MS"/>
                <a:cs typeface="Trebuchet MS"/>
              </a:rPr>
              <a:t>algoritmo</a:t>
            </a:r>
            <a:r>
              <a:rPr sz="2400" spc="8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01F5F"/>
                </a:solidFill>
                <a:latin typeface="Trebuchet MS"/>
                <a:cs typeface="Trebuchet MS"/>
              </a:rPr>
              <a:t>define</a:t>
            </a:r>
            <a:r>
              <a:rPr sz="2400" spc="9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01F5F"/>
                </a:solidFill>
                <a:latin typeface="Trebuchet MS"/>
                <a:cs typeface="Trebuchet MS"/>
              </a:rPr>
              <a:t>cada </a:t>
            </a:r>
            <a:r>
              <a:rPr sz="2400" spc="-50" dirty="0">
                <a:solidFill>
                  <a:srgbClr val="001F5F"/>
                </a:solidFill>
                <a:latin typeface="Trebuchet MS"/>
                <a:cs typeface="Trebuchet MS"/>
              </a:rPr>
              <a:t>etapa</a:t>
            </a:r>
            <a:r>
              <a:rPr sz="2400" spc="5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que</a:t>
            </a:r>
            <a:r>
              <a:rPr sz="2400" spc="5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o</a:t>
            </a:r>
            <a:r>
              <a:rPr sz="2400" spc="5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001F5F"/>
                </a:solidFill>
                <a:latin typeface="Trebuchet MS"/>
                <a:cs typeface="Trebuchet MS"/>
              </a:rPr>
              <a:t>computador</a:t>
            </a:r>
            <a:r>
              <a:rPr sz="2400" spc="6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deve</a:t>
            </a:r>
            <a:r>
              <a:rPr sz="2400" spc="6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seguir</a:t>
            </a:r>
            <a:r>
              <a:rPr sz="2400" spc="6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para</a:t>
            </a:r>
            <a:r>
              <a:rPr sz="2400" spc="5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01F5F"/>
                </a:solidFill>
                <a:latin typeface="Trebuchet MS"/>
                <a:cs typeface="Trebuchet MS"/>
              </a:rPr>
              <a:t>executar</a:t>
            </a:r>
            <a:r>
              <a:rPr sz="2400" spc="5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01F5F"/>
                </a:solidFill>
                <a:latin typeface="Trebuchet MS"/>
                <a:cs typeface="Trebuchet MS"/>
              </a:rPr>
              <a:t>uma tarefa.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6408" y="1089660"/>
            <a:ext cx="11759565" cy="5573395"/>
            <a:chOff x="216408" y="1089660"/>
            <a:chExt cx="11759565" cy="55733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6408" y="3198876"/>
              <a:ext cx="3319272" cy="331927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02919" y="2261108"/>
            <a:ext cx="1913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95" dirty="0">
                <a:solidFill>
                  <a:srgbClr val="FFFFFF"/>
                </a:solidFill>
                <a:latin typeface="Trebuchet MS"/>
                <a:cs typeface="Trebuchet MS"/>
              </a:rPr>
              <a:t>Algoritmo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6408" y="1089660"/>
            <a:ext cx="11759565" cy="5573395"/>
            <a:chOff x="216408" y="1089660"/>
            <a:chExt cx="11759565" cy="5573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6408" y="3198876"/>
              <a:ext cx="3319272" cy="331927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02919" y="2261108"/>
            <a:ext cx="1913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95" dirty="0">
                <a:solidFill>
                  <a:srgbClr val="FFFFFF"/>
                </a:solidFill>
                <a:latin typeface="Trebuchet MS"/>
                <a:cs typeface="Trebuchet MS"/>
              </a:rPr>
              <a:t>Algoritmo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4058" y="441593"/>
            <a:ext cx="5587365" cy="9398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400" spc="-114" dirty="0">
                <a:latin typeface="Trebuchet MS"/>
                <a:cs typeface="Trebuchet MS"/>
              </a:rPr>
              <a:t>Exemplo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de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um</a:t>
            </a:r>
            <a:r>
              <a:rPr sz="2400" spc="-50" dirty="0">
                <a:latin typeface="Trebuchet MS"/>
                <a:cs typeface="Trebuchet MS"/>
              </a:rPr>
              <a:t> algoritmo.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spc="-20" dirty="0">
                <a:latin typeface="Trebuchet MS"/>
                <a:cs typeface="Trebuchet MS"/>
              </a:rPr>
              <a:t>Ações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para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Plantar</a:t>
            </a:r>
            <a:r>
              <a:rPr sz="2400" b="1" spc="-55" dirty="0">
                <a:latin typeface="Trebuchet MS"/>
                <a:cs typeface="Trebuchet MS"/>
              </a:rPr>
              <a:t> </a:t>
            </a:r>
            <a:r>
              <a:rPr sz="2400" b="1" spc="60" dirty="0">
                <a:latin typeface="Trebuchet MS"/>
                <a:cs typeface="Trebuchet MS"/>
              </a:rPr>
              <a:t>uma</a:t>
            </a:r>
            <a:r>
              <a:rPr sz="2400" b="1" spc="-60" dirty="0">
                <a:latin typeface="Trebuchet MS"/>
                <a:cs typeface="Trebuchet MS"/>
              </a:rPr>
              <a:t> </a:t>
            </a:r>
            <a:r>
              <a:rPr sz="2400" b="1" spc="100" dirty="0">
                <a:latin typeface="Trebuchet MS"/>
                <a:cs typeface="Trebuchet MS"/>
              </a:rPr>
              <a:t>Horta</a:t>
            </a:r>
            <a:r>
              <a:rPr sz="2400" b="1" spc="-55" dirty="0">
                <a:latin typeface="Trebuchet MS"/>
                <a:cs typeface="Trebuchet MS"/>
              </a:rPr>
              <a:t> </a:t>
            </a:r>
            <a:r>
              <a:rPr sz="2400" b="1" spc="80" dirty="0">
                <a:latin typeface="Trebuchet MS"/>
                <a:cs typeface="Trebuchet MS"/>
              </a:rPr>
              <a:t>em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Casa</a:t>
            </a:r>
            <a:r>
              <a:rPr sz="2400" spc="-10" dirty="0">
                <a:latin typeface="Trebuchet MS"/>
                <a:cs typeface="Trebuchet MS"/>
              </a:rPr>
              <a:t>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74058" y="1810399"/>
            <a:ext cx="6274435" cy="276479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15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2400" spc="-95" dirty="0">
                <a:latin typeface="Trebuchet MS"/>
                <a:cs typeface="Trebuchet MS"/>
              </a:rPr>
              <a:t>Escolher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local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para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245" dirty="0">
                <a:latin typeface="Trebuchet MS"/>
                <a:cs typeface="Trebuchet MS"/>
              </a:rPr>
              <a:t>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horta.</a:t>
            </a:r>
            <a:endParaRPr sz="24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720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2400" spc="-125" dirty="0">
                <a:latin typeface="Trebuchet MS"/>
                <a:cs typeface="Trebuchet MS"/>
              </a:rPr>
              <a:t>Preparar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solo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04" dirty="0">
                <a:latin typeface="Trebuchet MS"/>
                <a:cs typeface="Trebuchet MS"/>
              </a:rPr>
              <a:t>(adubar,</a:t>
            </a:r>
            <a:r>
              <a:rPr sz="2400" spc="-2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arar).</a:t>
            </a:r>
            <a:endParaRPr sz="24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710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2400" spc="-165" dirty="0">
                <a:latin typeface="Trebuchet MS"/>
                <a:cs typeface="Trebuchet MS"/>
              </a:rPr>
              <a:t>Plantar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as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sementes/mudas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solo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preparado.</a:t>
            </a:r>
            <a:endParaRPr sz="24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710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2400" spc="-110" dirty="0">
                <a:latin typeface="Trebuchet MS"/>
                <a:cs typeface="Trebuchet MS"/>
              </a:rPr>
              <a:t>Regar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regularmente.</a:t>
            </a:r>
            <a:endParaRPr sz="24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720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2400" spc="-45" dirty="0">
                <a:latin typeface="Trebuchet MS"/>
                <a:cs typeface="Trebuchet MS"/>
              </a:rPr>
              <a:t>Monitorar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crescimento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cuidar.</a:t>
            </a:r>
            <a:endParaRPr sz="24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710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2400" spc="-25" dirty="0">
                <a:latin typeface="Trebuchet MS"/>
                <a:cs typeface="Trebuchet MS"/>
              </a:rPr>
              <a:t>Colher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vegetais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quando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estiverem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maduros.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74058" y="5096636"/>
            <a:ext cx="762571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solidFill>
                  <a:srgbClr val="005CBE"/>
                </a:solidFill>
                <a:latin typeface="Trebuchet MS"/>
                <a:cs typeface="Trebuchet MS"/>
              </a:rPr>
              <a:t>Caso</a:t>
            </a:r>
            <a:r>
              <a:rPr sz="2400" spc="225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5CBE"/>
                </a:solidFill>
                <a:latin typeface="Trebuchet MS"/>
                <a:cs typeface="Trebuchet MS"/>
              </a:rPr>
              <a:t>a</a:t>
            </a:r>
            <a:r>
              <a:rPr sz="2400" spc="229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5CBE"/>
                </a:solidFill>
                <a:latin typeface="Trebuchet MS"/>
                <a:cs typeface="Trebuchet MS"/>
              </a:rPr>
              <a:t>ordem</a:t>
            </a:r>
            <a:r>
              <a:rPr sz="2400" spc="235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5CBE"/>
                </a:solidFill>
                <a:latin typeface="Trebuchet MS"/>
                <a:cs typeface="Trebuchet MS"/>
              </a:rPr>
              <a:t>dos</a:t>
            </a:r>
            <a:r>
              <a:rPr sz="2400" spc="229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5CBE"/>
                </a:solidFill>
                <a:latin typeface="Trebuchet MS"/>
                <a:cs typeface="Trebuchet MS"/>
              </a:rPr>
              <a:t>passos</a:t>
            </a:r>
            <a:r>
              <a:rPr sz="2400" spc="235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5CBE"/>
                </a:solidFill>
                <a:latin typeface="Trebuchet MS"/>
                <a:cs typeface="Trebuchet MS"/>
              </a:rPr>
              <a:t>seja</a:t>
            </a:r>
            <a:r>
              <a:rPr sz="2400" spc="229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05CBE"/>
                </a:solidFill>
                <a:latin typeface="Trebuchet MS"/>
                <a:cs typeface="Trebuchet MS"/>
              </a:rPr>
              <a:t>alterada,</a:t>
            </a:r>
            <a:r>
              <a:rPr sz="2400" spc="55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5CBE"/>
                </a:solidFill>
                <a:latin typeface="Trebuchet MS"/>
                <a:cs typeface="Trebuchet MS"/>
              </a:rPr>
              <a:t>o</a:t>
            </a:r>
            <a:r>
              <a:rPr sz="2400" spc="229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05CBE"/>
                </a:solidFill>
                <a:latin typeface="Trebuchet MS"/>
                <a:cs typeface="Trebuchet MS"/>
              </a:rPr>
              <a:t>algoritmo</a:t>
            </a:r>
            <a:r>
              <a:rPr sz="2400" spc="225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5CBE"/>
                </a:solidFill>
                <a:latin typeface="Trebuchet MS"/>
                <a:cs typeface="Trebuchet MS"/>
              </a:rPr>
              <a:t>não </a:t>
            </a:r>
            <a:r>
              <a:rPr sz="2400" spc="-90" dirty="0">
                <a:solidFill>
                  <a:srgbClr val="005CBE"/>
                </a:solidFill>
                <a:latin typeface="Trebuchet MS"/>
                <a:cs typeface="Trebuchet MS"/>
              </a:rPr>
              <a:t>funcionará</a:t>
            </a:r>
            <a:r>
              <a:rPr sz="2400" spc="30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05CBE"/>
                </a:solidFill>
                <a:latin typeface="Trebuchet MS"/>
                <a:cs typeface="Trebuchet MS"/>
              </a:rPr>
              <a:t>corretamente,</a:t>
            </a:r>
            <a:r>
              <a:rPr sz="2400" spc="-60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05CBE"/>
                </a:solidFill>
                <a:latin typeface="Trebuchet MS"/>
                <a:cs typeface="Trebuchet MS"/>
              </a:rPr>
              <a:t>comprometendo</a:t>
            </a:r>
            <a:r>
              <a:rPr sz="2400" spc="65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5CBE"/>
                </a:solidFill>
                <a:latin typeface="Trebuchet MS"/>
                <a:cs typeface="Trebuchet MS"/>
              </a:rPr>
              <a:t>a</a:t>
            </a:r>
            <a:r>
              <a:rPr sz="2400" spc="60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05CBE"/>
                </a:solidFill>
                <a:latin typeface="Trebuchet MS"/>
                <a:cs typeface="Trebuchet MS"/>
              </a:rPr>
              <a:t>execução</a:t>
            </a:r>
            <a:r>
              <a:rPr sz="2400" spc="60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5CBE"/>
                </a:solidFill>
                <a:latin typeface="Trebuchet MS"/>
                <a:cs typeface="Trebuchet MS"/>
              </a:rPr>
              <a:t>das </a:t>
            </a:r>
            <a:r>
              <a:rPr sz="2400" spc="-10" dirty="0">
                <a:solidFill>
                  <a:srgbClr val="005CBE"/>
                </a:solidFill>
                <a:latin typeface="Trebuchet MS"/>
                <a:cs typeface="Trebuchet MS"/>
              </a:rPr>
              <a:t>ações.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6408" y="1089660"/>
            <a:ext cx="11759565" cy="5573395"/>
            <a:chOff x="216408" y="1089660"/>
            <a:chExt cx="11759565" cy="5573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6408" y="3198876"/>
              <a:ext cx="3319272" cy="331927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02919" y="2261108"/>
            <a:ext cx="1913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95" dirty="0">
                <a:solidFill>
                  <a:srgbClr val="FFFFFF"/>
                </a:solidFill>
                <a:latin typeface="Trebuchet MS"/>
                <a:cs typeface="Trebuchet MS"/>
              </a:rPr>
              <a:t>Algoritmo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45458" y="443715"/>
            <a:ext cx="6608445" cy="377952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625"/>
              </a:spcBef>
            </a:pPr>
            <a:r>
              <a:rPr sz="2000" spc="-100" dirty="0">
                <a:latin typeface="Trebuchet MS"/>
                <a:cs typeface="Trebuchet MS"/>
              </a:rPr>
              <a:t>Exemplo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de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um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algoritmo.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  <a:spcBef>
                <a:spcPts val="525"/>
              </a:spcBef>
            </a:pPr>
            <a:r>
              <a:rPr sz="2000" spc="-10" dirty="0">
                <a:latin typeface="Trebuchet MS"/>
                <a:cs typeface="Trebuchet MS"/>
              </a:rPr>
              <a:t>Ações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para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Preparo</a:t>
            </a:r>
            <a:r>
              <a:rPr sz="2000" b="1" spc="-7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</a:t>
            </a:r>
            <a:r>
              <a:rPr sz="2000" b="1" spc="-65" dirty="0">
                <a:latin typeface="Trebuchet MS"/>
                <a:cs typeface="Trebuchet MS"/>
              </a:rPr>
              <a:t> </a:t>
            </a:r>
            <a:r>
              <a:rPr sz="2000" b="1" spc="80" dirty="0">
                <a:latin typeface="Trebuchet MS"/>
                <a:cs typeface="Trebuchet MS"/>
              </a:rPr>
              <a:t>um</a:t>
            </a:r>
            <a:r>
              <a:rPr sz="2000" b="1" spc="-6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Omelete</a:t>
            </a:r>
            <a:r>
              <a:rPr sz="2000" spc="-10" dirty="0"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605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1700" spc="-85" dirty="0">
                <a:latin typeface="Trebuchet MS"/>
                <a:cs typeface="Trebuchet MS"/>
              </a:rPr>
              <a:t>Separar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três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ovos.</a:t>
            </a:r>
            <a:endParaRPr sz="17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585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1700" spc="-20" dirty="0">
                <a:latin typeface="Trebuchet MS"/>
                <a:cs typeface="Trebuchet MS"/>
              </a:rPr>
              <a:t>Quebrar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um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ovo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em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25" dirty="0">
                <a:latin typeface="Trebuchet MS"/>
                <a:cs typeface="Trebuchet MS"/>
              </a:rPr>
              <a:t>uma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tigela.</a:t>
            </a:r>
            <a:endParaRPr sz="17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1700" spc="-20" dirty="0">
                <a:latin typeface="Trebuchet MS"/>
                <a:cs typeface="Trebuchet MS"/>
              </a:rPr>
              <a:t>Quebrar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</a:t>
            </a:r>
            <a:r>
              <a:rPr sz="1700" spc="-70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outro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ovo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125" dirty="0">
                <a:latin typeface="Trebuchet MS"/>
                <a:cs typeface="Trebuchet MS"/>
              </a:rPr>
              <a:t>na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mesma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tigela.</a:t>
            </a:r>
            <a:endParaRPr sz="17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590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1700" spc="-25" dirty="0">
                <a:latin typeface="Trebuchet MS"/>
                <a:cs typeface="Trebuchet MS"/>
              </a:rPr>
              <a:t>Quebrar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último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ovo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25" dirty="0">
                <a:latin typeface="Trebuchet MS"/>
                <a:cs typeface="Trebuchet MS"/>
              </a:rPr>
              <a:t>na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mesma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tigela.</a:t>
            </a:r>
            <a:endParaRPr sz="17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590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1700" spc="-20" dirty="0">
                <a:latin typeface="Trebuchet MS"/>
                <a:cs typeface="Trebuchet MS"/>
              </a:rPr>
              <a:t>Colocar</a:t>
            </a:r>
            <a:r>
              <a:rPr sz="1700" spc="-25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duas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20" dirty="0">
                <a:latin typeface="Trebuchet MS"/>
                <a:cs typeface="Trebuchet MS"/>
              </a:rPr>
              <a:t>pitadas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de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sal.</a:t>
            </a:r>
            <a:endParaRPr sz="17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1700" spc="-45" dirty="0">
                <a:latin typeface="Trebuchet MS"/>
                <a:cs typeface="Trebuchet MS"/>
              </a:rPr>
              <a:t>Misturar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os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ovos</a:t>
            </a:r>
            <a:r>
              <a:rPr sz="1700" spc="-45" dirty="0">
                <a:latin typeface="Trebuchet MS"/>
                <a:cs typeface="Trebuchet MS"/>
              </a:rPr>
              <a:t> com</a:t>
            </a:r>
            <a:r>
              <a:rPr sz="1700" spc="-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20" dirty="0">
                <a:latin typeface="Trebuchet MS"/>
                <a:cs typeface="Trebuchet MS"/>
              </a:rPr>
              <a:t>sal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utilizando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um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garfo.</a:t>
            </a:r>
            <a:endParaRPr sz="17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585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1700" spc="-60" dirty="0">
                <a:latin typeface="Trebuchet MS"/>
                <a:cs typeface="Trebuchet MS"/>
              </a:rPr>
              <a:t>Acender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queimador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do</a:t>
            </a:r>
            <a:r>
              <a:rPr sz="1700" spc="-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fogão.</a:t>
            </a:r>
            <a:endParaRPr sz="17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590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1700" spc="-20" dirty="0">
                <a:latin typeface="Trebuchet MS"/>
                <a:cs typeface="Trebuchet MS"/>
              </a:rPr>
              <a:t>Colocar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25" dirty="0">
                <a:latin typeface="Trebuchet MS"/>
                <a:cs typeface="Trebuchet MS"/>
              </a:rPr>
              <a:t>uma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frigideira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sobre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90" dirty="0">
                <a:latin typeface="Trebuchet MS"/>
                <a:cs typeface="Trebuchet MS"/>
              </a:rPr>
              <a:t>queimador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do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135" dirty="0">
                <a:latin typeface="Trebuchet MS"/>
                <a:cs typeface="Trebuchet MS"/>
              </a:rPr>
              <a:t>fogão,</a:t>
            </a:r>
            <a:r>
              <a:rPr sz="1700" spc="-229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Trebuchet MS"/>
                <a:cs typeface="Trebuchet MS"/>
              </a:rPr>
              <a:t>que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220" dirty="0">
                <a:latin typeface="Trebuchet MS"/>
                <a:cs typeface="Trebuchet MS"/>
              </a:rPr>
              <a:t>já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está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aceso.</a:t>
            </a:r>
            <a:endParaRPr sz="17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605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1700" spc="-70" dirty="0">
                <a:latin typeface="Trebuchet MS"/>
                <a:cs typeface="Trebuchet MS"/>
              </a:rPr>
              <a:t>Despejar</a:t>
            </a:r>
            <a:r>
              <a:rPr sz="1700" spc="-7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os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ovos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misturados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com</a:t>
            </a:r>
            <a:r>
              <a:rPr sz="1700" spc="-25" dirty="0">
                <a:latin typeface="Trebuchet MS"/>
                <a:cs typeface="Trebuchet MS"/>
              </a:rPr>
              <a:t> </a:t>
            </a:r>
            <a:r>
              <a:rPr sz="1700" spc="-114" dirty="0">
                <a:latin typeface="Trebuchet MS"/>
                <a:cs typeface="Trebuchet MS"/>
              </a:rPr>
              <a:t>sal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spc="-125" dirty="0">
                <a:latin typeface="Trebuchet MS"/>
                <a:cs typeface="Trebuchet MS"/>
              </a:rPr>
              <a:t>na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frigideira.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45458" y="4197832"/>
            <a:ext cx="7852409" cy="164147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85"/>
              </a:spcBef>
              <a:buClr>
                <a:srgbClr val="9BAEB5"/>
              </a:buClr>
              <a:buAutoNum type="arabicPeriod" startAt="10"/>
              <a:tabLst>
                <a:tab pos="469265" algn="l"/>
              </a:tabLst>
            </a:pPr>
            <a:r>
              <a:rPr sz="1700" spc="-70" dirty="0">
                <a:latin typeface="Trebuchet MS"/>
                <a:cs typeface="Trebuchet MS"/>
              </a:rPr>
              <a:t>Aguardar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Trebuchet MS"/>
                <a:cs typeface="Trebuchet MS"/>
              </a:rPr>
              <a:t>que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125" dirty="0">
                <a:latin typeface="Trebuchet MS"/>
                <a:cs typeface="Trebuchet MS"/>
              </a:rPr>
              <a:t>fique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no</a:t>
            </a:r>
            <a:r>
              <a:rPr sz="1700" spc="-1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ponto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135" dirty="0">
                <a:latin typeface="Trebuchet MS"/>
                <a:cs typeface="Trebuchet MS"/>
              </a:rPr>
              <a:t>desejado,</a:t>
            </a:r>
            <a:r>
              <a:rPr sz="1700" spc="-210" dirty="0">
                <a:latin typeface="Trebuchet MS"/>
                <a:cs typeface="Trebuchet MS"/>
              </a:rPr>
              <a:t> </a:t>
            </a:r>
            <a:r>
              <a:rPr sz="1700" spc="-85" dirty="0">
                <a:latin typeface="Trebuchet MS"/>
                <a:cs typeface="Trebuchet MS"/>
              </a:rPr>
              <a:t>mexendo</a:t>
            </a:r>
            <a:r>
              <a:rPr sz="1700" spc="-2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se</a:t>
            </a:r>
            <a:r>
              <a:rPr sz="1700" spc="-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necessário.</a:t>
            </a:r>
            <a:endParaRPr sz="17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590"/>
              </a:spcBef>
              <a:buClr>
                <a:srgbClr val="9BAEB5"/>
              </a:buClr>
              <a:buAutoNum type="arabicPeriod" startAt="10"/>
              <a:tabLst>
                <a:tab pos="469265" algn="l"/>
              </a:tabLst>
            </a:pPr>
            <a:r>
              <a:rPr sz="1700" spc="-75" dirty="0">
                <a:latin typeface="Trebuchet MS"/>
                <a:cs typeface="Trebuchet MS"/>
              </a:rPr>
              <a:t>Retirar</a:t>
            </a:r>
            <a:r>
              <a:rPr sz="1700" spc="-30" dirty="0">
                <a:latin typeface="Trebuchet MS"/>
                <a:cs typeface="Trebuchet MS"/>
              </a:rPr>
              <a:t> </a:t>
            </a:r>
            <a:r>
              <a:rPr sz="1700" spc="-135" dirty="0">
                <a:latin typeface="Trebuchet MS"/>
                <a:cs typeface="Trebuchet MS"/>
              </a:rPr>
              <a:t>da</a:t>
            </a:r>
            <a:r>
              <a:rPr sz="1700" spc="-20" dirty="0">
                <a:latin typeface="Trebuchet MS"/>
                <a:cs typeface="Trebuchet MS"/>
              </a:rPr>
              <a:t> </a:t>
            </a:r>
            <a:r>
              <a:rPr sz="1700" spc="-105" dirty="0">
                <a:latin typeface="Trebuchet MS"/>
                <a:cs typeface="Trebuchet MS"/>
              </a:rPr>
              <a:t>frigideira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colocando</a:t>
            </a:r>
            <a:r>
              <a:rPr sz="1700" spc="-5" dirty="0">
                <a:latin typeface="Trebuchet MS"/>
                <a:cs typeface="Trebuchet MS"/>
              </a:rPr>
              <a:t> </a:t>
            </a:r>
            <a:r>
              <a:rPr sz="1700" spc="-110" dirty="0">
                <a:latin typeface="Trebuchet MS"/>
                <a:cs typeface="Trebuchet MS"/>
              </a:rPr>
              <a:t>em</a:t>
            </a:r>
            <a:r>
              <a:rPr sz="1700" spc="-35" dirty="0">
                <a:latin typeface="Trebuchet MS"/>
                <a:cs typeface="Trebuchet MS"/>
              </a:rPr>
              <a:t> </a:t>
            </a:r>
            <a:r>
              <a:rPr sz="1700" spc="-100" dirty="0">
                <a:latin typeface="Trebuchet MS"/>
                <a:cs typeface="Trebuchet MS"/>
              </a:rPr>
              <a:t>um</a:t>
            </a:r>
            <a:r>
              <a:rPr sz="1700" spc="-1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prato.</a:t>
            </a:r>
            <a:endParaRPr sz="17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9BAEB5"/>
              </a:buClr>
              <a:buAutoNum type="arabicPeriod" startAt="10"/>
              <a:tabLst>
                <a:tab pos="469265" algn="l"/>
              </a:tabLst>
            </a:pPr>
            <a:r>
              <a:rPr sz="1700" dirty="0">
                <a:latin typeface="Trebuchet MS"/>
                <a:cs typeface="Trebuchet MS"/>
              </a:rPr>
              <a:t>Comer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spc="-165" dirty="0">
                <a:latin typeface="Trebuchet MS"/>
                <a:cs typeface="Trebuchet MS"/>
              </a:rPr>
              <a:t>a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omelete.</a:t>
            </a:r>
            <a:endParaRPr sz="1700">
              <a:latin typeface="Trebuchet MS"/>
              <a:cs typeface="Trebuchet MS"/>
            </a:endParaRPr>
          </a:p>
          <a:p>
            <a:pPr marL="241300" marR="5080">
              <a:lnSpc>
                <a:spcPts val="1920"/>
              </a:lnSpc>
              <a:spcBef>
                <a:spcPts val="969"/>
              </a:spcBef>
              <a:tabLst>
                <a:tab pos="911225" algn="l"/>
                <a:tab pos="1164590" algn="l"/>
                <a:tab pos="1993264" algn="l"/>
                <a:tab pos="2505710" algn="l"/>
                <a:tab pos="3319779" algn="l"/>
                <a:tab pos="3848735" algn="l"/>
                <a:tab pos="5124450" algn="l"/>
                <a:tab pos="6252210" algn="l"/>
                <a:tab pos="6771640" algn="l"/>
              </a:tabLst>
            </a:pPr>
            <a:r>
              <a:rPr sz="2000" spc="-20" dirty="0">
                <a:solidFill>
                  <a:srgbClr val="005CBE"/>
                </a:solidFill>
                <a:latin typeface="Trebuchet MS"/>
                <a:cs typeface="Trebuchet MS"/>
              </a:rPr>
              <a:t>Caso</a:t>
            </a:r>
            <a:r>
              <a:rPr sz="2000" dirty="0">
                <a:solidFill>
                  <a:srgbClr val="005CBE"/>
                </a:solidFill>
                <a:latin typeface="Trebuchet MS"/>
                <a:cs typeface="Trebuchet MS"/>
              </a:rPr>
              <a:t>	</a:t>
            </a:r>
            <a:r>
              <a:rPr sz="2000" spc="-50" dirty="0">
                <a:solidFill>
                  <a:srgbClr val="005CBE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005CBE"/>
                </a:solidFill>
                <a:latin typeface="Trebuchet MS"/>
                <a:cs typeface="Trebuchet MS"/>
              </a:rPr>
              <a:t>	</a:t>
            </a:r>
            <a:r>
              <a:rPr sz="2000" spc="-20" dirty="0">
                <a:solidFill>
                  <a:srgbClr val="005CBE"/>
                </a:solidFill>
                <a:latin typeface="Trebuchet MS"/>
                <a:cs typeface="Trebuchet MS"/>
              </a:rPr>
              <a:t>ordem</a:t>
            </a:r>
            <a:r>
              <a:rPr sz="2000" dirty="0">
                <a:solidFill>
                  <a:srgbClr val="005CBE"/>
                </a:solidFill>
                <a:latin typeface="Trebuchet MS"/>
                <a:cs typeface="Trebuchet MS"/>
              </a:rPr>
              <a:t>	</a:t>
            </a:r>
            <a:r>
              <a:rPr sz="2000" spc="-25" dirty="0">
                <a:solidFill>
                  <a:srgbClr val="005CBE"/>
                </a:solidFill>
                <a:latin typeface="Trebuchet MS"/>
                <a:cs typeface="Trebuchet MS"/>
              </a:rPr>
              <a:t>dos</a:t>
            </a:r>
            <a:r>
              <a:rPr sz="2000" dirty="0">
                <a:solidFill>
                  <a:srgbClr val="005CBE"/>
                </a:solidFill>
                <a:latin typeface="Trebuchet MS"/>
                <a:cs typeface="Trebuchet MS"/>
              </a:rPr>
              <a:t>	</a:t>
            </a:r>
            <a:r>
              <a:rPr sz="2000" spc="-10" dirty="0">
                <a:solidFill>
                  <a:srgbClr val="005CBE"/>
                </a:solidFill>
                <a:latin typeface="Trebuchet MS"/>
                <a:cs typeface="Trebuchet MS"/>
              </a:rPr>
              <a:t>passos</a:t>
            </a:r>
            <a:r>
              <a:rPr sz="2000" dirty="0">
                <a:solidFill>
                  <a:srgbClr val="005CBE"/>
                </a:solidFill>
                <a:latin typeface="Trebuchet MS"/>
                <a:cs typeface="Trebuchet MS"/>
              </a:rPr>
              <a:t>	</a:t>
            </a:r>
            <a:r>
              <a:rPr sz="2000" spc="-20" dirty="0">
                <a:solidFill>
                  <a:srgbClr val="005CBE"/>
                </a:solidFill>
                <a:latin typeface="Trebuchet MS"/>
                <a:cs typeface="Trebuchet MS"/>
              </a:rPr>
              <a:t>seja</a:t>
            </a:r>
            <a:r>
              <a:rPr sz="2000" dirty="0">
                <a:solidFill>
                  <a:srgbClr val="005CBE"/>
                </a:solidFill>
                <a:latin typeface="Trebuchet MS"/>
                <a:cs typeface="Trebuchet MS"/>
              </a:rPr>
              <a:t>	</a:t>
            </a:r>
            <a:r>
              <a:rPr sz="2000" spc="-130" dirty="0">
                <a:solidFill>
                  <a:srgbClr val="005CBE"/>
                </a:solidFill>
                <a:latin typeface="Trebuchet MS"/>
                <a:cs typeface="Trebuchet MS"/>
              </a:rPr>
              <a:t>alterada,</a:t>
            </a:r>
            <a:r>
              <a:rPr sz="2000" spc="55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005CBE"/>
                </a:solidFill>
                <a:latin typeface="Trebuchet MS"/>
                <a:cs typeface="Trebuchet MS"/>
              </a:rPr>
              <a:t>o</a:t>
            </a:r>
            <a:r>
              <a:rPr sz="2000" dirty="0">
                <a:solidFill>
                  <a:srgbClr val="005CBE"/>
                </a:solidFill>
                <a:latin typeface="Trebuchet MS"/>
                <a:cs typeface="Trebuchet MS"/>
              </a:rPr>
              <a:t>	</a:t>
            </a:r>
            <a:r>
              <a:rPr sz="2000" spc="-10" dirty="0">
                <a:solidFill>
                  <a:srgbClr val="005CBE"/>
                </a:solidFill>
                <a:latin typeface="Trebuchet MS"/>
                <a:cs typeface="Trebuchet MS"/>
              </a:rPr>
              <a:t>algoritmo</a:t>
            </a:r>
            <a:r>
              <a:rPr sz="2000" dirty="0">
                <a:solidFill>
                  <a:srgbClr val="005CBE"/>
                </a:solidFill>
                <a:latin typeface="Trebuchet MS"/>
                <a:cs typeface="Trebuchet MS"/>
              </a:rPr>
              <a:t>	</a:t>
            </a:r>
            <a:r>
              <a:rPr sz="2000" spc="-25" dirty="0">
                <a:solidFill>
                  <a:srgbClr val="005CBE"/>
                </a:solidFill>
                <a:latin typeface="Trebuchet MS"/>
                <a:cs typeface="Trebuchet MS"/>
              </a:rPr>
              <a:t>não</a:t>
            </a:r>
            <a:r>
              <a:rPr sz="2000" dirty="0">
                <a:solidFill>
                  <a:srgbClr val="005CBE"/>
                </a:solidFill>
                <a:latin typeface="Trebuchet MS"/>
                <a:cs typeface="Trebuchet MS"/>
              </a:rPr>
              <a:t>	</a:t>
            </a:r>
            <a:r>
              <a:rPr sz="2000" spc="-120" dirty="0">
                <a:solidFill>
                  <a:srgbClr val="005CBE"/>
                </a:solidFill>
                <a:latin typeface="Trebuchet MS"/>
                <a:cs typeface="Trebuchet MS"/>
              </a:rPr>
              <a:t>funcionará corretamente,</a:t>
            </a:r>
            <a:r>
              <a:rPr sz="2000" spc="-260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005CBE"/>
                </a:solidFill>
                <a:latin typeface="Trebuchet MS"/>
                <a:cs typeface="Trebuchet MS"/>
              </a:rPr>
              <a:t>comprometendo</a:t>
            </a:r>
            <a:r>
              <a:rPr sz="2000" spc="-60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000" spc="-204" dirty="0">
                <a:solidFill>
                  <a:srgbClr val="005CBE"/>
                </a:solidFill>
                <a:latin typeface="Trebuchet MS"/>
                <a:cs typeface="Trebuchet MS"/>
              </a:rPr>
              <a:t>a</a:t>
            </a:r>
            <a:r>
              <a:rPr sz="2000" spc="-20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005CBE"/>
                </a:solidFill>
                <a:latin typeface="Trebuchet MS"/>
                <a:cs typeface="Trebuchet MS"/>
              </a:rPr>
              <a:t>execução</a:t>
            </a:r>
            <a:r>
              <a:rPr sz="2000" spc="-45" dirty="0">
                <a:solidFill>
                  <a:srgbClr val="005CBE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005CBE"/>
                </a:solidFill>
                <a:latin typeface="Trebuchet MS"/>
                <a:cs typeface="Trebuchet MS"/>
              </a:rPr>
              <a:t>das</a:t>
            </a:r>
            <a:r>
              <a:rPr sz="2000" spc="-10" dirty="0">
                <a:solidFill>
                  <a:srgbClr val="005CBE"/>
                </a:solidFill>
                <a:latin typeface="Trebuchet MS"/>
                <a:cs typeface="Trebuchet MS"/>
              </a:rPr>
              <a:t> ações.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17244" marR="5080" indent="-805180">
              <a:lnSpc>
                <a:spcPts val="2380"/>
              </a:lnSpc>
              <a:spcBef>
                <a:spcPts val="390"/>
              </a:spcBef>
            </a:pPr>
            <a:r>
              <a:rPr spc="310" dirty="0"/>
              <a:t>PROGRAMAÇÃO</a:t>
            </a:r>
            <a:r>
              <a:rPr spc="365" dirty="0"/>
              <a:t> </a:t>
            </a:r>
            <a:r>
              <a:rPr spc="105" dirty="0"/>
              <a:t>EM </a:t>
            </a:r>
            <a:r>
              <a:rPr spc="285" dirty="0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3483" y="1164336"/>
            <a:ext cx="5194300" cy="5694045"/>
            <a:chOff x="443483" y="1164336"/>
            <a:chExt cx="5194300" cy="56940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524" y="1164336"/>
              <a:ext cx="736091" cy="5486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3483" y="3355847"/>
              <a:ext cx="5193792" cy="35021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6680" y="1205484"/>
              <a:ext cx="568451" cy="54711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277483" y="507237"/>
            <a:ext cx="5416550" cy="401129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15"/>
              </a:spcBef>
            </a:pPr>
            <a:r>
              <a:rPr sz="1900" b="1" dirty="0">
                <a:latin typeface="Trebuchet MS"/>
                <a:cs typeface="Trebuchet MS"/>
              </a:rPr>
              <a:t>Troca</a:t>
            </a:r>
            <a:r>
              <a:rPr sz="1900" b="1" spc="-6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de</a:t>
            </a:r>
            <a:r>
              <a:rPr sz="1900" b="1" spc="-6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Pneu</a:t>
            </a:r>
            <a:r>
              <a:rPr sz="1900" b="1" spc="-6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de</a:t>
            </a:r>
            <a:r>
              <a:rPr sz="1900" b="1" spc="-65" dirty="0">
                <a:latin typeface="Trebuchet MS"/>
                <a:cs typeface="Trebuchet MS"/>
              </a:rPr>
              <a:t> </a:t>
            </a:r>
            <a:r>
              <a:rPr sz="1900" b="1" spc="65" dirty="0">
                <a:latin typeface="Trebuchet MS"/>
                <a:cs typeface="Trebuchet MS"/>
              </a:rPr>
              <a:t>um</a:t>
            </a:r>
            <a:r>
              <a:rPr sz="1900" b="1" spc="-50" dirty="0">
                <a:latin typeface="Trebuchet MS"/>
                <a:cs typeface="Trebuchet MS"/>
              </a:rPr>
              <a:t> </a:t>
            </a:r>
            <a:r>
              <a:rPr sz="1900" b="1" spc="40" dirty="0">
                <a:latin typeface="Trebuchet MS"/>
                <a:cs typeface="Trebuchet MS"/>
              </a:rPr>
              <a:t>Carro</a:t>
            </a:r>
            <a:endParaRPr sz="19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1900" dirty="0">
                <a:latin typeface="Trebuchet MS"/>
                <a:cs typeface="Trebuchet MS"/>
              </a:rPr>
              <a:t>Você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está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preparando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para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uma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viagem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carro </a:t>
            </a:r>
            <a:r>
              <a:rPr sz="1900" spc="-90" dirty="0">
                <a:latin typeface="Trebuchet MS"/>
                <a:cs typeface="Trebuchet MS"/>
              </a:rPr>
              <a:t>quando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percebe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que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um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dos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pneus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está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170" dirty="0">
                <a:latin typeface="Trebuchet MS"/>
                <a:cs typeface="Trebuchet MS"/>
              </a:rPr>
              <a:t>furado.</a:t>
            </a:r>
            <a:r>
              <a:rPr sz="1900" spc="2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Diante </a:t>
            </a:r>
            <a:r>
              <a:rPr sz="1900" spc="-55" dirty="0">
                <a:latin typeface="Trebuchet MS"/>
                <a:cs typeface="Trebuchet MS"/>
              </a:rPr>
              <a:t>dessa</a:t>
            </a:r>
            <a:r>
              <a:rPr sz="1900" spc="-9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situação,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você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opta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por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trocar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pneu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sozinho, </a:t>
            </a:r>
            <a:r>
              <a:rPr sz="1900" spc="-95" dirty="0">
                <a:latin typeface="Trebuchet MS"/>
                <a:cs typeface="Trebuchet MS"/>
              </a:rPr>
              <a:t>usando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estepe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que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carrega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no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porta-</a:t>
            </a:r>
            <a:r>
              <a:rPr sz="1900" spc="-10" dirty="0">
                <a:latin typeface="Trebuchet MS"/>
                <a:cs typeface="Trebuchet MS"/>
              </a:rPr>
              <a:t>malas.</a:t>
            </a:r>
            <a:endParaRPr sz="1900">
              <a:latin typeface="Trebuchet MS"/>
              <a:cs typeface="Trebuchet MS"/>
            </a:endParaRPr>
          </a:p>
          <a:p>
            <a:pPr marL="12700" marR="27305" algn="just">
              <a:lnSpc>
                <a:spcPct val="100000"/>
              </a:lnSpc>
              <a:spcBef>
                <a:spcPts val="994"/>
              </a:spcBef>
            </a:pPr>
            <a:r>
              <a:rPr sz="1900" spc="135" dirty="0">
                <a:latin typeface="Trebuchet MS"/>
                <a:cs typeface="Trebuchet MS"/>
              </a:rPr>
              <a:t>A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troca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do</a:t>
            </a:r>
            <a:r>
              <a:rPr sz="1900" spc="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pneu</a:t>
            </a:r>
            <a:r>
              <a:rPr sz="1900" spc="35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exige</a:t>
            </a:r>
            <a:r>
              <a:rPr sz="1900" spc="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uma</a:t>
            </a:r>
            <a:r>
              <a:rPr sz="1900" spc="20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sequência</a:t>
            </a:r>
            <a:r>
              <a:rPr sz="1900" spc="30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específica</a:t>
            </a:r>
            <a:r>
              <a:rPr sz="1900" spc="3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de </a:t>
            </a:r>
            <a:r>
              <a:rPr sz="1900" spc="-40" dirty="0">
                <a:latin typeface="Trebuchet MS"/>
                <a:cs typeface="Trebuchet MS"/>
              </a:rPr>
              <a:t>ações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para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assegurar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tanto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sua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segurança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quanto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a </a:t>
            </a:r>
            <a:r>
              <a:rPr sz="1900" spc="-160" dirty="0">
                <a:latin typeface="Trebuchet MS"/>
                <a:cs typeface="Trebuchet MS"/>
              </a:rPr>
              <a:t>eficácia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do</a:t>
            </a:r>
            <a:r>
              <a:rPr sz="1900" spc="-90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procedimento.</a:t>
            </a:r>
            <a:endParaRPr sz="1900">
              <a:latin typeface="Trebuchet MS"/>
              <a:cs typeface="Trebuchet MS"/>
            </a:endParaRPr>
          </a:p>
          <a:p>
            <a:pPr marL="12700" marR="29209" algn="just">
              <a:lnSpc>
                <a:spcPct val="100000"/>
              </a:lnSpc>
              <a:spcBef>
                <a:spcPts val="1000"/>
              </a:spcBef>
            </a:pPr>
            <a:r>
              <a:rPr sz="1900" dirty="0">
                <a:latin typeface="Trebuchet MS"/>
                <a:cs typeface="Trebuchet MS"/>
              </a:rPr>
              <a:t>As</a:t>
            </a:r>
            <a:r>
              <a:rPr sz="1900" spc="25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ações</a:t>
            </a:r>
            <a:r>
              <a:rPr sz="1900" spc="254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necessárias</a:t>
            </a:r>
            <a:r>
              <a:rPr sz="1900" spc="25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para</a:t>
            </a:r>
            <a:r>
              <a:rPr sz="1900" spc="25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2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troca</a:t>
            </a:r>
            <a:r>
              <a:rPr sz="1900" spc="25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do</a:t>
            </a:r>
            <a:r>
              <a:rPr sz="1900" spc="2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pneu</a:t>
            </a:r>
            <a:r>
              <a:rPr sz="1900" spc="250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estão </a:t>
            </a:r>
            <a:r>
              <a:rPr sz="1900" spc="-45" dirty="0">
                <a:latin typeface="Trebuchet MS"/>
                <a:cs typeface="Trebuchet MS"/>
              </a:rPr>
              <a:t>desordenadas,</a:t>
            </a:r>
            <a:r>
              <a:rPr sz="1900" spc="4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e</a:t>
            </a:r>
            <a:r>
              <a:rPr sz="1900" spc="-5" dirty="0">
                <a:latin typeface="Trebuchet MS"/>
                <a:cs typeface="Trebuchet MS"/>
              </a:rPr>
              <a:t>  </a:t>
            </a:r>
            <a:r>
              <a:rPr sz="1900" dirty="0">
                <a:latin typeface="Trebuchet MS"/>
                <a:cs typeface="Trebuchet MS"/>
              </a:rPr>
              <a:t>agora</a:t>
            </a:r>
            <a:r>
              <a:rPr sz="1900" spc="-10" dirty="0">
                <a:latin typeface="Trebuchet MS"/>
                <a:cs typeface="Trebuchet MS"/>
              </a:rPr>
              <a:t>  </a:t>
            </a:r>
            <a:r>
              <a:rPr sz="1900" dirty="0">
                <a:latin typeface="Trebuchet MS"/>
                <a:cs typeface="Trebuchet MS"/>
              </a:rPr>
              <a:t>é  sua</a:t>
            </a:r>
            <a:r>
              <a:rPr sz="1900" spc="-5" dirty="0">
                <a:latin typeface="Trebuchet MS"/>
                <a:cs typeface="Trebuchet MS"/>
              </a:rPr>
              <a:t>  </a:t>
            </a:r>
            <a:r>
              <a:rPr sz="1900" dirty="0">
                <a:latin typeface="Trebuchet MS"/>
                <a:cs typeface="Trebuchet MS"/>
              </a:rPr>
              <a:t>tarefa</a:t>
            </a:r>
            <a:r>
              <a:rPr sz="1900" spc="-15" dirty="0">
                <a:latin typeface="Trebuchet MS"/>
                <a:cs typeface="Trebuchet MS"/>
              </a:rPr>
              <a:t>  </a:t>
            </a:r>
            <a:r>
              <a:rPr sz="1900" spc="-114" dirty="0">
                <a:latin typeface="Trebuchet MS"/>
                <a:cs typeface="Trebuchet MS"/>
              </a:rPr>
              <a:t>organizá-</a:t>
            </a:r>
            <a:r>
              <a:rPr sz="1900" spc="-80" dirty="0">
                <a:latin typeface="Trebuchet MS"/>
                <a:cs typeface="Trebuchet MS"/>
              </a:rPr>
              <a:t>las </a:t>
            </a:r>
            <a:r>
              <a:rPr sz="1900" spc="-25" dirty="0">
                <a:latin typeface="Trebuchet MS"/>
                <a:cs typeface="Trebuchet MS"/>
              </a:rPr>
              <a:t>corretamente</a:t>
            </a:r>
            <a:r>
              <a:rPr sz="1900" spc="204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para</a:t>
            </a:r>
            <a:r>
              <a:rPr sz="1900" spc="18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que</a:t>
            </a:r>
            <a:r>
              <a:rPr sz="1900" spc="19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você</a:t>
            </a:r>
            <a:r>
              <a:rPr sz="1900" spc="20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possa</a:t>
            </a:r>
            <a:r>
              <a:rPr sz="1900" spc="18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continuar</a:t>
            </a:r>
            <a:r>
              <a:rPr sz="1900" spc="20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sua </a:t>
            </a:r>
            <a:r>
              <a:rPr sz="1900" spc="-150" dirty="0">
                <a:latin typeface="Trebuchet MS"/>
                <a:cs typeface="Trebuchet MS"/>
              </a:rPr>
              <a:t>viagem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com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segurança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sucesso.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0594" y="2326081"/>
            <a:ext cx="36988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5160" marR="5080" indent="-632460">
              <a:lnSpc>
                <a:spcPct val="100000"/>
              </a:lnSpc>
              <a:spcBef>
                <a:spcPts val="95"/>
              </a:spcBef>
            </a:pPr>
            <a:r>
              <a:rPr sz="2800" spc="-130" dirty="0">
                <a:solidFill>
                  <a:srgbClr val="FFFFFF"/>
                </a:solidFill>
                <a:latin typeface="Trebuchet MS"/>
                <a:cs typeface="Trebuchet MS"/>
              </a:rPr>
              <a:t>Apresentação</a:t>
            </a:r>
            <a:r>
              <a:rPr sz="2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20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r>
              <a:rPr sz="2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FFFFFF"/>
                </a:solidFill>
                <a:latin typeface="Trebuchet MS"/>
                <a:cs typeface="Trebuchet MS"/>
              </a:rPr>
              <a:t>situação </a:t>
            </a:r>
            <a:r>
              <a:rPr sz="2800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solidFill>
                  <a:srgbClr val="FFFFFF"/>
                </a:solidFill>
                <a:latin typeface="Trebuchet MS"/>
                <a:cs typeface="Trebuchet MS"/>
              </a:rPr>
              <a:t>aprendizagem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17244" marR="5080" indent="-805180">
              <a:lnSpc>
                <a:spcPts val="2380"/>
              </a:lnSpc>
              <a:spcBef>
                <a:spcPts val="390"/>
              </a:spcBef>
            </a:pPr>
            <a:r>
              <a:rPr spc="310" dirty="0"/>
              <a:t>PROGRAMAÇÃO</a:t>
            </a:r>
            <a:r>
              <a:rPr spc="365" dirty="0"/>
              <a:t> </a:t>
            </a:r>
            <a:r>
              <a:rPr spc="105" dirty="0"/>
              <a:t>EM </a:t>
            </a:r>
            <a:r>
              <a:rPr spc="285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5628" y="507237"/>
            <a:ext cx="5422265" cy="535241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15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1900" spc="-50" dirty="0">
                <a:latin typeface="Trebuchet MS"/>
                <a:cs typeface="Trebuchet MS"/>
              </a:rPr>
              <a:t>Afrouxar</a:t>
            </a:r>
            <a:r>
              <a:rPr sz="1900" spc="-8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os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parafusos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do</a:t>
            </a:r>
            <a:r>
              <a:rPr sz="1900" spc="-7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pneu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furado.</a:t>
            </a:r>
            <a:endParaRPr sz="1900">
              <a:latin typeface="Trebuchet MS"/>
              <a:cs typeface="Trebuchet MS"/>
            </a:endParaRPr>
          </a:p>
          <a:p>
            <a:pPr marL="469900" marR="150495" indent="-457200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AutoNum type="arabicPeriod"/>
              <a:tabLst>
                <a:tab pos="469900" algn="l"/>
              </a:tabLst>
            </a:pPr>
            <a:r>
              <a:rPr sz="1900" spc="-70" dirty="0">
                <a:latin typeface="Trebuchet MS"/>
                <a:cs typeface="Trebuchet MS"/>
              </a:rPr>
              <a:t>Guardar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macaco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hidráulico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pneu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furado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no </a:t>
            </a:r>
            <a:r>
              <a:rPr sz="1900" spc="-85" dirty="0">
                <a:latin typeface="Trebuchet MS"/>
                <a:cs typeface="Trebuchet MS"/>
              </a:rPr>
              <a:t>porta-</a:t>
            </a:r>
            <a:r>
              <a:rPr sz="1900" spc="-10" dirty="0">
                <a:latin typeface="Trebuchet MS"/>
                <a:cs typeface="Trebuchet MS"/>
              </a:rPr>
              <a:t>malas.</a:t>
            </a:r>
            <a:endParaRPr sz="19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AutoNum type="arabicPeriod"/>
              <a:tabLst>
                <a:tab pos="469265" algn="l"/>
              </a:tabLst>
            </a:pPr>
            <a:r>
              <a:rPr sz="1900" spc="-90" dirty="0">
                <a:latin typeface="Trebuchet MS"/>
                <a:cs typeface="Trebuchet MS"/>
              </a:rPr>
              <a:t>Baixar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carro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com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macaco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hidráulico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e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apertar</a:t>
            </a:r>
            <a:endParaRPr sz="19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1900" spc="-150" dirty="0">
                <a:latin typeface="Trebuchet MS"/>
                <a:cs typeface="Trebuchet MS"/>
              </a:rPr>
              <a:t>ainda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mais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os</a:t>
            </a:r>
            <a:r>
              <a:rPr sz="1900" spc="-30" dirty="0">
                <a:latin typeface="Trebuchet MS"/>
                <a:cs typeface="Trebuchet MS"/>
              </a:rPr>
              <a:t> parafusos.</a:t>
            </a:r>
            <a:endParaRPr sz="19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AutoNum type="arabicPeriod" startAt="4"/>
              <a:tabLst>
                <a:tab pos="469265" algn="l"/>
              </a:tabLst>
            </a:pPr>
            <a:r>
              <a:rPr sz="1900" spc="-114" dirty="0">
                <a:latin typeface="Trebuchet MS"/>
                <a:cs typeface="Trebuchet MS"/>
              </a:rPr>
              <a:t>Levantar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carro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com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macaco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hidráulico.</a:t>
            </a:r>
            <a:endParaRPr sz="19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1005"/>
              </a:spcBef>
              <a:buClr>
                <a:srgbClr val="9BAEB5"/>
              </a:buClr>
              <a:buAutoNum type="arabicPeriod" startAt="4"/>
              <a:tabLst>
                <a:tab pos="469265" algn="l"/>
              </a:tabLst>
            </a:pPr>
            <a:r>
              <a:rPr sz="1900" spc="-25" dirty="0">
                <a:latin typeface="Trebuchet MS"/>
                <a:cs typeface="Trebuchet MS"/>
              </a:rPr>
              <a:t>Colocar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pneu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reserva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no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lugar.</a:t>
            </a:r>
            <a:endParaRPr sz="19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AutoNum type="arabicPeriod" startAt="4"/>
              <a:tabLst>
                <a:tab pos="469265" algn="l"/>
              </a:tabLst>
            </a:pPr>
            <a:r>
              <a:rPr sz="1900" spc="-70" dirty="0">
                <a:latin typeface="Trebuchet MS"/>
                <a:cs typeface="Trebuchet MS"/>
              </a:rPr>
              <a:t>Retirar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pneu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reserva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macaco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hidráulico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do</a:t>
            </a:r>
            <a:endParaRPr sz="19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900" spc="-85" dirty="0">
                <a:latin typeface="Trebuchet MS"/>
                <a:cs typeface="Trebuchet MS"/>
              </a:rPr>
              <a:t>porta-</a:t>
            </a:r>
            <a:r>
              <a:rPr sz="1900" spc="-10" dirty="0">
                <a:latin typeface="Trebuchet MS"/>
                <a:cs typeface="Trebuchet MS"/>
              </a:rPr>
              <a:t>malas.</a:t>
            </a:r>
            <a:endParaRPr sz="1900">
              <a:latin typeface="Trebuchet MS"/>
              <a:cs typeface="Trebuchet MS"/>
            </a:endParaRPr>
          </a:p>
          <a:p>
            <a:pPr marL="469900" marR="5080" indent="-457200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AutoNum type="arabicPeriod" startAt="7"/>
              <a:tabLst>
                <a:tab pos="469900" algn="l"/>
              </a:tabLst>
            </a:pPr>
            <a:r>
              <a:rPr sz="1900" spc="-105" dirty="0">
                <a:latin typeface="Trebuchet MS"/>
                <a:cs typeface="Trebuchet MS"/>
              </a:rPr>
              <a:t>Localizar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ponto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correto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de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apoio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para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macaco </a:t>
            </a:r>
            <a:r>
              <a:rPr sz="1900" dirty="0">
                <a:latin typeface="Trebuchet MS"/>
                <a:cs typeface="Trebuchet MS"/>
              </a:rPr>
              <a:t>no</a:t>
            </a:r>
            <a:r>
              <a:rPr sz="1900" spc="-13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carro.</a:t>
            </a:r>
            <a:endParaRPr sz="19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AutoNum type="arabicPeriod" startAt="7"/>
              <a:tabLst>
                <a:tab pos="469265" algn="l"/>
              </a:tabLst>
            </a:pPr>
            <a:r>
              <a:rPr sz="1900" spc="-90" dirty="0">
                <a:latin typeface="Trebuchet MS"/>
                <a:cs typeface="Trebuchet MS"/>
              </a:rPr>
              <a:t>Posicionar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macaco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hidráulico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sob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10" dirty="0">
                <a:latin typeface="Trebuchet MS"/>
                <a:cs typeface="Trebuchet MS"/>
              </a:rPr>
              <a:t> carro.</a:t>
            </a:r>
            <a:endParaRPr sz="19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AutoNum type="arabicPeriod" startAt="7"/>
              <a:tabLst>
                <a:tab pos="469265" algn="l"/>
              </a:tabLst>
            </a:pPr>
            <a:r>
              <a:rPr sz="1900" spc="-50" dirty="0">
                <a:latin typeface="Trebuchet MS"/>
                <a:cs typeface="Trebuchet MS"/>
              </a:rPr>
              <a:t>Apertar</a:t>
            </a:r>
            <a:r>
              <a:rPr sz="1900" spc="-9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os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parafusos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do</a:t>
            </a:r>
            <a:r>
              <a:rPr sz="1900" spc="-7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pneu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reserva.</a:t>
            </a:r>
            <a:endParaRPr sz="190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AutoNum type="arabicPeriod" startAt="7"/>
              <a:tabLst>
                <a:tab pos="469265" algn="l"/>
              </a:tabLst>
            </a:pPr>
            <a:r>
              <a:rPr sz="1900" spc="-80" dirty="0">
                <a:latin typeface="Trebuchet MS"/>
                <a:cs typeface="Trebuchet MS"/>
              </a:rPr>
              <a:t>Retirar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os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parafusos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e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remover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pneu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furado.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3483" y="1164336"/>
            <a:ext cx="5194300" cy="5694045"/>
            <a:chOff x="443483" y="1164336"/>
            <a:chExt cx="5194300" cy="56940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483" y="3355847"/>
              <a:ext cx="5193792" cy="35021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3524" y="1164336"/>
              <a:ext cx="736091" cy="54863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16680" y="1205484"/>
              <a:ext cx="568451" cy="54711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450594" y="2326081"/>
            <a:ext cx="36988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5160" marR="5080" indent="-632460">
              <a:lnSpc>
                <a:spcPct val="100000"/>
              </a:lnSpc>
              <a:spcBef>
                <a:spcPts val="95"/>
              </a:spcBef>
            </a:pPr>
            <a:r>
              <a:rPr sz="2800" spc="-130" dirty="0">
                <a:solidFill>
                  <a:srgbClr val="FFFFFF"/>
                </a:solidFill>
                <a:latin typeface="Trebuchet MS"/>
                <a:cs typeface="Trebuchet MS"/>
              </a:rPr>
              <a:t>Apresentação</a:t>
            </a:r>
            <a:r>
              <a:rPr sz="2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20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r>
              <a:rPr sz="2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FFFFFF"/>
                </a:solidFill>
                <a:latin typeface="Trebuchet MS"/>
                <a:cs typeface="Trebuchet MS"/>
              </a:rPr>
              <a:t>situação </a:t>
            </a:r>
            <a:r>
              <a:rPr sz="2800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solidFill>
                  <a:srgbClr val="FFFFFF"/>
                </a:solidFill>
                <a:latin typeface="Trebuchet MS"/>
                <a:cs typeface="Trebuchet MS"/>
              </a:rPr>
              <a:t>aprendizagem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4486656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4486656" y="1142999"/>
                  </a:lnTo>
                  <a:lnTo>
                    <a:pt x="448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0" y="1142999"/>
                  </a:moveTo>
                  <a:lnTo>
                    <a:pt x="4486656" y="1142999"/>
                  </a:lnTo>
                  <a:lnTo>
                    <a:pt x="4486656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17244" marR="5080" indent="-805180">
              <a:lnSpc>
                <a:spcPts val="2380"/>
              </a:lnSpc>
              <a:spcBef>
                <a:spcPts val="390"/>
              </a:spcBef>
            </a:pPr>
            <a:r>
              <a:rPr spc="310" dirty="0"/>
              <a:t>PROGRAMAÇÃO</a:t>
            </a:r>
            <a:r>
              <a:rPr spc="365" dirty="0"/>
              <a:t> </a:t>
            </a:r>
            <a:r>
              <a:rPr spc="105" dirty="0"/>
              <a:t>EM </a:t>
            </a:r>
            <a:r>
              <a:rPr spc="285" dirty="0"/>
              <a:t>PYTHON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53581" y="636219"/>
            <a:ext cx="5118100" cy="1525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alteração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na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ordem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das</a:t>
            </a:r>
            <a:r>
              <a:rPr sz="1800" spc="2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instruções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um</a:t>
            </a:r>
            <a:endParaRPr sz="1800">
              <a:latin typeface="Trebuchet MS"/>
              <a:cs typeface="Trebuchet MS"/>
            </a:endParaRPr>
          </a:p>
          <a:p>
            <a:pPr marL="241300" algn="just">
              <a:lnSpc>
                <a:spcPct val="100000"/>
              </a:lnSpc>
              <a:spcBef>
                <a:spcPts val="5"/>
              </a:spcBef>
            </a:pPr>
            <a:r>
              <a:rPr sz="1800" spc="-95" dirty="0">
                <a:latin typeface="Trebuchet MS"/>
                <a:cs typeface="Trebuchet MS"/>
              </a:rPr>
              <a:t>algoritmo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pode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50" dirty="0">
                <a:latin typeface="Trebuchet MS"/>
                <a:cs typeface="Trebuchet MS"/>
              </a:rPr>
              <a:t>afetar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seu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resultado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final?</a:t>
            </a:r>
            <a:endParaRPr sz="1800">
              <a:latin typeface="Trebuchet MS"/>
              <a:cs typeface="Trebuchet MS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100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2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podemos</a:t>
            </a:r>
            <a:r>
              <a:rPr sz="1800" spc="19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aplicar</a:t>
            </a:r>
            <a:r>
              <a:rPr sz="1800" spc="1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19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conceito</a:t>
            </a:r>
            <a:r>
              <a:rPr sz="1800" spc="1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19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sequência </a:t>
            </a:r>
            <a:r>
              <a:rPr sz="1800" spc="-75" dirty="0">
                <a:latin typeface="Trebuchet MS"/>
                <a:cs typeface="Trebuchet MS"/>
              </a:rPr>
              <a:t>lógica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resolução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problemas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cotidianos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ou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na </a:t>
            </a:r>
            <a:r>
              <a:rPr sz="1800" spc="-110" dirty="0">
                <a:latin typeface="Trebuchet MS"/>
                <a:cs typeface="Trebuchet MS"/>
              </a:rPr>
              <a:t>automação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de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tarefas?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3581" y="3066415"/>
            <a:ext cx="39452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5925" algn="l"/>
                <a:tab pos="2507615" algn="l"/>
                <a:tab pos="3155315" algn="l"/>
              </a:tabLst>
            </a:pPr>
            <a:r>
              <a:rPr sz="1800" b="1" spc="-10" dirty="0">
                <a:latin typeface="Trebuchet MS"/>
                <a:cs typeface="Trebuchet MS"/>
              </a:rPr>
              <a:t>Observação: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spc="-20" dirty="0">
                <a:latin typeface="Trebuchet MS"/>
                <a:cs typeface="Trebuchet MS"/>
              </a:rPr>
              <a:t>Pode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latin typeface="Trebuchet MS"/>
                <a:cs typeface="Trebuchet MS"/>
              </a:rPr>
              <a:t>ser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0" dirty="0">
                <a:latin typeface="Trebuchet MS"/>
                <a:cs typeface="Trebuchet MS"/>
              </a:rPr>
              <a:t>utilizado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33354" y="3066415"/>
            <a:ext cx="8362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8475" algn="l"/>
              </a:tabLst>
            </a:pPr>
            <a:r>
              <a:rPr sz="1800" spc="-50" dirty="0">
                <a:latin typeface="Trebuchet MS"/>
                <a:cs typeface="Trebuchet MS"/>
              </a:rPr>
              <a:t>o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90" dirty="0">
                <a:latin typeface="Trebuchet MS"/>
                <a:cs typeface="Trebuchet MS"/>
              </a:rPr>
              <a:t>site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3581" y="3340430"/>
            <a:ext cx="51168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60470" algn="l"/>
                <a:tab pos="4421505" algn="l"/>
              </a:tabLst>
            </a:pPr>
            <a:r>
              <a:rPr sz="1800" u="sng" spc="-13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https://sorteio.com/sorteio-</a:t>
            </a:r>
            <a:r>
              <a:rPr sz="1800" u="sng" spc="-114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de-</a:t>
            </a:r>
            <a:r>
              <a:rPr sz="1800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nomes</a:t>
            </a:r>
            <a:r>
              <a:rPr sz="1800" dirty="0">
                <a:solidFill>
                  <a:srgbClr val="00AFEF"/>
                </a:solidFill>
                <a:latin typeface="Trebuchet MS"/>
                <a:cs typeface="Trebuchet MS"/>
              </a:rPr>
              <a:t>	</a:t>
            </a:r>
            <a:r>
              <a:rPr sz="1800" spc="-20" dirty="0">
                <a:latin typeface="Trebuchet MS"/>
                <a:cs typeface="Trebuchet MS"/>
              </a:rPr>
              <a:t>para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50" dirty="0">
                <a:latin typeface="Trebuchet MS"/>
                <a:cs typeface="Trebuchet MS"/>
              </a:rPr>
              <a:t>sortear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90" dirty="0">
                <a:latin typeface="Trebuchet MS"/>
                <a:cs typeface="Trebuchet MS"/>
              </a:rPr>
              <a:t>alunos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responderem,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se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achar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necessário.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9194" y="2278456"/>
            <a:ext cx="2738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Questões</a:t>
            </a:r>
            <a:r>
              <a:rPr sz="24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Mediadoras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544068" y="1164336"/>
            <a:ext cx="4994275" cy="4712335"/>
            <a:chOff x="544068" y="1164336"/>
            <a:chExt cx="4994275" cy="471233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068" y="3067812"/>
              <a:ext cx="4994148" cy="28087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2231898" y="965453"/>
              <a:ext cx="7729855" cy="1188720"/>
            </a:xfrm>
            <a:custGeom>
              <a:avLst/>
              <a:gdLst/>
              <a:ahLst/>
              <a:cxnLst/>
              <a:rect l="l" t="t" r="r" b="b"/>
              <a:pathLst>
                <a:path w="7729855" h="1188720">
                  <a:moveTo>
                    <a:pt x="7729728" y="0"/>
                  </a:moveTo>
                  <a:lnTo>
                    <a:pt x="0" y="0"/>
                  </a:lnTo>
                  <a:lnTo>
                    <a:pt x="0" y="1188720"/>
                  </a:lnTo>
                  <a:lnTo>
                    <a:pt x="7729728" y="1188720"/>
                  </a:lnTo>
                  <a:lnTo>
                    <a:pt x="7729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31898" y="965453"/>
              <a:ext cx="7729855" cy="1188720"/>
            </a:xfrm>
            <a:custGeom>
              <a:avLst/>
              <a:gdLst/>
              <a:ahLst/>
              <a:cxnLst/>
              <a:rect l="l" t="t" r="r" b="b"/>
              <a:pathLst>
                <a:path w="7729855" h="1188720">
                  <a:moveTo>
                    <a:pt x="0" y="1188720"/>
                  </a:moveTo>
                  <a:lnTo>
                    <a:pt x="7729728" y="1188720"/>
                  </a:lnTo>
                  <a:lnTo>
                    <a:pt x="7729728" y="0"/>
                  </a:lnTo>
                  <a:lnTo>
                    <a:pt x="0" y="0"/>
                  </a:lnTo>
                  <a:lnTo>
                    <a:pt x="0" y="1188720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75097" y="1297889"/>
            <a:ext cx="2213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70" dirty="0"/>
              <a:t>EXERCÍCIOS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1660905" y="2635122"/>
            <a:ext cx="5696585" cy="2911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Desenvolva</a:t>
            </a:r>
            <a:r>
              <a:rPr sz="1800" b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os</a:t>
            </a:r>
            <a:r>
              <a:rPr sz="18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seguintes</a:t>
            </a:r>
            <a:r>
              <a:rPr sz="18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passos</a:t>
            </a:r>
            <a:r>
              <a:rPr sz="18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lógicos</a:t>
            </a:r>
            <a:r>
              <a:rPr sz="18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18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050"/>
              </a:lnSpc>
            </a:pP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atividades: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Troca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FFFFFF"/>
                </a:solidFill>
                <a:latin typeface="Trebuchet MS"/>
                <a:cs typeface="Trebuchet MS"/>
              </a:rPr>
              <a:t>uma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FFFFFF"/>
                </a:solidFill>
                <a:latin typeface="Trebuchet MS"/>
                <a:cs typeface="Trebuchet MS"/>
              </a:rPr>
              <a:t>lâmpada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queimada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Ir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escola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Preparo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bolo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95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ts val="1939"/>
              </a:lnSpc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Observação:</a:t>
            </a:r>
            <a:r>
              <a:rPr sz="1800" b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FFFFFF"/>
                </a:solidFill>
                <a:latin typeface="Trebuchet MS"/>
                <a:cs typeface="Trebuchet MS"/>
              </a:rPr>
              <a:t>Faça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FFFFFF"/>
                </a:solidFill>
                <a:latin typeface="Trebuchet MS"/>
                <a:cs typeface="Trebuchet MS"/>
              </a:rPr>
              <a:t>cada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Trebuchet MS"/>
                <a:cs typeface="Trebuchet MS"/>
              </a:rPr>
              <a:t>atividade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colocando</a:t>
            </a: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no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mínimo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5 </a:t>
            </a: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passos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máximo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passos.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83068" y="1996439"/>
            <a:ext cx="4192904" cy="4666615"/>
            <a:chOff x="7783068" y="1996439"/>
            <a:chExt cx="4192904" cy="46666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3068" y="1996439"/>
              <a:ext cx="2906268" cy="28514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72656" y="3569208"/>
            <a:ext cx="4617720" cy="1615440"/>
          </a:xfrm>
          <a:custGeom>
            <a:avLst/>
            <a:gdLst/>
            <a:ahLst/>
            <a:cxnLst/>
            <a:rect l="l" t="t" r="r" b="b"/>
            <a:pathLst>
              <a:path w="4617720" h="1615439">
                <a:moveTo>
                  <a:pt x="4348480" y="0"/>
                </a:moveTo>
                <a:lnTo>
                  <a:pt x="269240" y="0"/>
                </a:lnTo>
                <a:lnTo>
                  <a:pt x="220838" y="4337"/>
                </a:lnTo>
                <a:lnTo>
                  <a:pt x="175285" y="16842"/>
                </a:lnTo>
                <a:lnTo>
                  <a:pt x="133340" y="36754"/>
                </a:lnTo>
                <a:lnTo>
                  <a:pt x="95763" y="63315"/>
                </a:lnTo>
                <a:lnTo>
                  <a:pt x="63315" y="95763"/>
                </a:lnTo>
                <a:lnTo>
                  <a:pt x="36754" y="133340"/>
                </a:lnTo>
                <a:lnTo>
                  <a:pt x="16842" y="175285"/>
                </a:lnTo>
                <a:lnTo>
                  <a:pt x="4337" y="220838"/>
                </a:lnTo>
                <a:lnTo>
                  <a:pt x="0" y="269239"/>
                </a:lnTo>
                <a:lnTo>
                  <a:pt x="0" y="1346199"/>
                </a:lnTo>
                <a:lnTo>
                  <a:pt x="4337" y="1394601"/>
                </a:lnTo>
                <a:lnTo>
                  <a:pt x="16842" y="1440154"/>
                </a:lnTo>
                <a:lnTo>
                  <a:pt x="36754" y="1482099"/>
                </a:lnTo>
                <a:lnTo>
                  <a:pt x="63315" y="1519676"/>
                </a:lnTo>
                <a:lnTo>
                  <a:pt x="95763" y="1552124"/>
                </a:lnTo>
                <a:lnTo>
                  <a:pt x="133340" y="1578685"/>
                </a:lnTo>
                <a:lnTo>
                  <a:pt x="175285" y="1598597"/>
                </a:lnTo>
                <a:lnTo>
                  <a:pt x="220838" y="1611102"/>
                </a:lnTo>
                <a:lnTo>
                  <a:pt x="269240" y="1615439"/>
                </a:lnTo>
                <a:lnTo>
                  <a:pt x="4348480" y="1615439"/>
                </a:lnTo>
                <a:lnTo>
                  <a:pt x="4396881" y="1611102"/>
                </a:lnTo>
                <a:lnTo>
                  <a:pt x="4442434" y="1598597"/>
                </a:lnTo>
                <a:lnTo>
                  <a:pt x="4484379" y="1578685"/>
                </a:lnTo>
                <a:lnTo>
                  <a:pt x="4521956" y="1552124"/>
                </a:lnTo>
                <a:lnTo>
                  <a:pt x="4554404" y="1519676"/>
                </a:lnTo>
                <a:lnTo>
                  <a:pt x="4580965" y="1482099"/>
                </a:lnTo>
                <a:lnTo>
                  <a:pt x="4600877" y="1440154"/>
                </a:lnTo>
                <a:lnTo>
                  <a:pt x="4613382" y="1394601"/>
                </a:lnTo>
                <a:lnTo>
                  <a:pt x="4617720" y="1346199"/>
                </a:lnTo>
                <a:lnTo>
                  <a:pt x="4617720" y="269239"/>
                </a:lnTo>
                <a:lnTo>
                  <a:pt x="4613382" y="220838"/>
                </a:lnTo>
                <a:lnTo>
                  <a:pt x="4600877" y="175285"/>
                </a:lnTo>
                <a:lnTo>
                  <a:pt x="4580965" y="133340"/>
                </a:lnTo>
                <a:lnTo>
                  <a:pt x="4554404" y="95763"/>
                </a:lnTo>
                <a:lnTo>
                  <a:pt x="4521956" y="63315"/>
                </a:lnTo>
                <a:lnTo>
                  <a:pt x="4484379" y="36754"/>
                </a:lnTo>
                <a:lnTo>
                  <a:pt x="4442434" y="16842"/>
                </a:lnTo>
                <a:lnTo>
                  <a:pt x="4396881" y="4337"/>
                </a:lnTo>
                <a:lnTo>
                  <a:pt x="4348480" y="0"/>
                </a:lnTo>
                <a:close/>
              </a:path>
            </a:pathLst>
          </a:custGeom>
          <a:solidFill>
            <a:srgbClr val="9BAEB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0005" y="444245"/>
            <a:ext cx="4494530" cy="1134110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endParaRPr/>
          </a:p>
          <a:p>
            <a:pPr marL="1259205">
              <a:lnSpc>
                <a:spcPct val="100000"/>
              </a:lnSpc>
            </a:pPr>
            <a:r>
              <a:rPr spc="195" dirty="0"/>
              <a:t>REFERÊNCIAS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22795" y="829436"/>
            <a:ext cx="4919980" cy="940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0" dirty="0">
                <a:solidFill>
                  <a:srgbClr val="373D40"/>
                </a:solidFill>
                <a:latin typeface="Trebuchet MS"/>
                <a:cs typeface="Trebuchet MS"/>
              </a:rPr>
              <a:t>Importante: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Os</a:t>
            </a:r>
            <a:r>
              <a:rPr sz="2000" spc="10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373D40"/>
                </a:solidFill>
                <a:latin typeface="Trebuchet MS"/>
                <a:cs typeface="Trebuchet MS"/>
              </a:rPr>
              <a:t>conteúdos</a:t>
            </a:r>
            <a:r>
              <a:rPr sz="2000" spc="10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73D40"/>
                </a:solidFill>
                <a:latin typeface="Trebuchet MS"/>
                <a:cs typeface="Trebuchet MS"/>
              </a:rPr>
              <a:t>disponibilizados</a:t>
            </a: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são</a:t>
            </a:r>
            <a:r>
              <a:rPr sz="2000" spc="10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73D40"/>
                </a:solidFill>
                <a:latin typeface="Trebuchet MS"/>
                <a:cs typeface="Trebuchet MS"/>
              </a:rPr>
              <a:t>específicos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2795" y="1744065"/>
            <a:ext cx="4920615" cy="121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100"/>
              </a:lnSpc>
              <a:spcBef>
                <a:spcPts val="100"/>
              </a:spcBef>
            </a:pP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3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este</a:t>
            </a:r>
            <a:r>
              <a:rPr sz="2000" spc="4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curso/turma,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a</a:t>
            </a:r>
            <a:r>
              <a:rPr sz="2000" spc="3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divulgação</a:t>
            </a:r>
            <a:r>
              <a:rPr sz="2000" spc="3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ou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reprodução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do</a:t>
            </a:r>
            <a:r>
              <a:rPr sz="2000" spc="175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material</a:t>
            </a:r>
            <a:r>
              <a:rPr sz="2000" spc="18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spc="-50" dirty="0">
                <a:solidFill>
                  <a:srgbClr val="373D40"/>
                </a:solidFill>
                <a:latin typeface="Trebuchet MS"/>
                <a:cs typeface="Trebuchet MS"/>
              </a:rPr>
              <a:t>outras </a:t>
            </a:r>
            <a:r>
              <a:rPr sz="2000" spc="-120" dirty="0">
                <a:solidFill>
                  <a:srgbClr val="373D40"/>
                </a:solidFill>
                <a:latin typeface="Trebuchet MS"/>
                <a:cs typeface="Trebuchet MS"/>
              </a:rPr>
              <a:t>pessoas/organização</a:t>
            </a:r>
            <a:r>
              <a:rPr sz="2000" spc="-6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73D40"/>
                </a:solidFill>
                <a:latin typeface="Trebuchet MS"/>
                <a:cs typeface="Trebuchet MS"/>
              </a:rPr>
              <a:t>não</a:t>
            </a:r>
            <a:r>
              <a:rPr sz="2000" spc="-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373D40"/>
                </a:solidFill>
                <a:latin typeface="Trebuchet MS"/>
                <a:cs typeface="Trebuchet MS"/>
              </a:rPr>
              <a:t>é</a:t>
            </a:r>
            <a:r>
              <a:rPr sz="2000" spc="-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373D40"/>
                </a:solidFill>
                <a:latin typeface="Trebuchet MS"/>
                <a:cs typeface="Trebuchet MS"/>
              </a:rPr>
              <a:t>autorizada.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5300" y="2162936"/>
            <a:ext cx="506730" cy="153670"/>
            <a:chOff x="495300" y="2162936"/>
            <a:chExt cx="506730" cy="153670"/>
          </a:xfrm>
        </p:grpSpPr>
        <p:sp>
          <p:nvSpPr>
            <p:cNvPr id="9" name="object 9"/>
            <p:cNvSpPr/>
            <p:nvPr/>
          </p:nvSpPr>
          <p:spPr>
            <a:xfrm>
              <a:off x="499872" y="2167508"/>
              <a:ext cx="497840" cy="144780"/>
            </a:xfrm>
            <a:custGeom>
              <a:avLst/>
              <a:gdLst/>
              <a:ahLst/>
              <a:cxnLst/>
              <a:rect l="l" t="t" r="r" b="b"/>
              <a:pathLst>
                <a:path w="497840" h="144780">
                  <a:moveTo>
                    <a:pt x="488911" y="100202"/>
                  </a:moveTo>
                  <a:lnTo>
                    <a:pt x="482460" y="100202"/>
                  </a:lnTo>
                  <a:lnTo>
                    <a:pt x="479958" y="101345"/>
                  </a:lnTo>
                  <a:lnTo>
                    <a:pt x="475716" y="105917"/>
                  </a:lnTo>
                  <a:lnTo>
                    <a:pt x="474649" y="108712"/>
                  </a:lnTo>
                  <a:lnTo>
                    <a:pt x="474649" y="117601"/>
                  </a:lnTo>
                  <a:lnTo>
                    <a:pt x="477735" y="121412"/>
                  </a:lnTo>
                  <a:lnTo>
                    <a:pt x="484321" y="123316"/>
                  </a:lnTo>
                  <a:lnTo>
                    <a:pt x="483877" y="123316"/>
                  </a:lnTo>
                  <a:lnTo>
                    <a:pt x="476567" y="141096"/>
                  </a:lnTo>
                  <a:lnTo>
                    <a:pt x="476567" y="144271"/>
                  </a:lnTo>
                  <a:lnTo>
                    <a:pt x="483069" y="142239"/>
                  </a:lnTo>
                  <a:lnTo>
                    <a:pt x="488175" y="138811"/>
                  </a:lnTo>
                  <a:lnTo>
                    <a:pt x="491896" y="133857"/>
                  </a:lnTo>
                  <a:lnTo>
                    <a:pt x="495604" y="129031"/>
                  </a:lnTo>
                  <a:lnTo>
                    <a:pt x="497471" y="123316"/>
                  </a:lnTo>
                  <a:lnTo>
                    <a:pt x="497471" y="112013"/>
                  </a:lnTo>
                  <a:lnTo>
                    <a:pt x="496341" y="108076"/>
                  </a:lnTo>
                  <a:lnTo>
                    <a:pt x="491807" y="101726"/>
                  </a:lnTo>
                  <a:lnTo>
                    <a:pt x="488911" y="100202"/>
                  </a:lnTo>
                  <a:close/>
                </a:path>
                <a:path w="497840" h="144780">
                  <a:moveTo>
                    <a:pt x="64477" y="888"/>
                  </a:moveTo>
                  <a:lnTo>
                    <a:pt x="52235" y="888"/>
                  </a:lnTo>
                  <a:lnTo>
                    <a:pt x="0" y="123189"/>
                  </a:lnTo>
                  <a:lnTo>
                    <a:pt x="17894" y="123189"/>
                  </a:lnTo>
                  <a:lnTo>
                    <a:pt x="33083" y="87121"/>
                  </a:lnTo>
                  <a:lnTo>
                    <a:pt x="102929" y="87121"/>
                  </a:lnTo>
                  <a:lnTo>
                    <a:pt x="96020" y="71627"/>
                  </a:lnTo>
                  <a:lnTo>
                    <a:pt x="40004" y="71627"/>
                  </a:lnTo>
                  <a:lnTo>
                    <a:pt x="58204" y="27558"/>
                  </a:lnTo>
                  <a:lnTo>
                    <a:pt x="76370" y="27558"/>
                  </a:lnTo>
                  <a:lnTo>
                    <a:pt x="64477" y="888"/>
                  </a:lnTo>
                  <a:close/>
                </a:path>
                <a:path w="497840" h="144780">
                  <a:moveTo>
                    <a:pt x="102929" y="87121"/>
                  </a:moveTo>
                  <a:lnTo>
                    <a:pt x="84975" y="87121"/>
                  </a:lnTo>
                  <a:lnTo>
                    <a:pt x="101193" y="123189"/>
                  </a:lnTo>
                  <a:lnTo>
                    <a:pt x="119011" y="123189"/>
                  </a:lnTo>
                  <a:lnTo>
                    <a:pt x="102929" y="87121"/>
                  </a:lnTo>
                  <a:close/>
                </a:path>
                <a:path w="497840" h="144780">
                  <a:moveTo>
                    <a:pt x="76370" y="27558"/>
                  </a:moveTo>
                  <a:lnTo>
                    <a:pt x="58204" y="27558"/>
                  </a:lnTo>
                  <a:lnTo>
                    <a:pt x="77825" y="71627"/>
                  </a:lnTo>
                  <a:lnTo>
                    <a:pt x="96020" y="71627"/>
                  </a:lnTo>
                  <a:lnTo>
                    <a:pt x="76370" y="27558"/>
                  </a:lnTo>
                  <a:close/>
                </a:path>
                <a:path w="497840" h="144780">
                  <a:moveTo>
                    <a:pt x="378015" y="1524"/>
                  </a:moveTo>
                  <a:lnTo>
                    <a:pt x="309067" y="1524"/>
                  </a:lnTo>
                  <a:lnTo>
                    <a:pt x="309067" y="123062"/>
                  </a:lnTo>
                  <a:lnTo>
                    <a:pt x="379666" y="123062"/>
                  </a:lnTo>
                  <a:lnTo>
                    <a:pt x="379666" y="107568"/>
                  </a:lnTo>
                  <a:lnTo>
                    <a:pt x="326478" y="107568"/>
                  </a:lnTo>
                  <a:lnTo>
                    <a:pt x="326478" y="69723"/>
                  </a:lnTo>
                  <a:lnTo>
                    <a:pt x="376275" y="69723"/>
                  </a:lnTo>
                  <a:lnTo>
                    <a:pt x="376275" y="54101"/>
                  </a:lnTo>
                  <a:lnTo>
                    <a:pt x="326478" y="54101"/>
                  </a:lnTo>
                  <a:lnTo>
                    <a:pt x="326478" y="17017"/>
                  </a:lnTo>
                  <a:lnTo>
                    <a:pt x="378015" y="17017"/>
                  </a:lnTo>
                  <a:lnTo>
                    <a:pt x="378015" y="1524"/>
                  </a:lnTo>
                  <a:close/>
                </a:path>
                <a:path w="497840" h="144780">
                  <a:moveTo>
                    <a:pt x="204978" y="1524"/>
                  </a:moveTo>
                  <a:lnTo>
                    <a:pt x="187451" y="1524"/>
                  </a:lnTo>
                  <a:lnTo>
                    <a:pt x="239864" y="123698"/>
                  </a:lnTo>
                  <a:lnTo>
                    <a:pt x="243814" y="123698"/>
                  </a:lnTo>
                  <a:lnTo>
                    <a:pt x="259262" y="86994"/>
                  </a:lnTo>
                  <a:lnTo>
                    <a:pt x="241554" y="86994"/>
                  </a:lnTo>
                  <a:lnTo>
                    <a:pt x="204978" y="1524"/>
                  </a:lnTo>
                  <a:close/>
                </a:path>
                <a:path w="497840" h="144780">
                  <a:moveTo>
                    <a:pt x="149694" y="1524"/>
                  </a:moveTo>
                  <a:lnTo>
                    <a:pt x="132283" y="1524"/>
                  </a:lnTo>
                  <a:lnTo>
                    <a:pt x="132283" y="123189"/>
                  </a:lnTo>
                  <a:lnTo>
                    <a:pt x="204457" y="123189"/>
                  </a:lnTo>
                  <a:lnTo>
                    <a:pt x="204457" y="107314"/>
                  </a:lnTo>
                  <a:lnTo>
                    <a:pt x="149694" y="107314"/>
                  </a:lnTo>
                  <a:lnTo>
                    <a:pt x="149694" y="1524"/>
                  </a:lnTo>
                  <a:close/>
                </a:path>
                <a:path w="497840" h="144780">
                  <a:moveTo>
                    <a:pt x="295236" y="1524"/>
                  </a:moveTo>
                  <a:lnTo>
                    <a:pt x="277888" y="1524"/>
                  </a:lnTo>
                  <a:lnTo>
                    <a:pt x="241554" y="86994"/>
                  </a:lnTo>
                  <a:lnTo>
                    <a:pt x="259262" y="86994"/>
                  </a:lnTo>
                  <a:lnTo>
                    <a:pt x="295236" y="1524"/>
                  </a:lnTo>
                  <a:close/>
                </a:path>
                <a:path w="497840" h="144780">
                  <a:moveTo>
                    <a:pt x="393407" y="91439"/>
                  </a:moveTo>
                  <a:lnTo>
                    <a:pt x="393407" y="113537"/>
                  </a:lnTo>
                  <a:lnTo>
                    <a:pt x="401009" y="118371"/>
                  </a:lnTo>
                  <a:lnTo>
                    <a:pt x="409011" y="121824"/>
                  </a:lnTo>
                  <a:lnTo>
                    <a:pt x="417899" y="124015"/>
                  </a:lnTo>
                  <a:lnTo>
                    <a:pt x="418934" y="124015"/>
                  </a:lnTo>
                  <a:lnTo>
                    <a:pt x="426224" y="124587"/>
                  </a:lnTo>
                  <a:lnTo>
                    <a:pt x="456700" y="109219"/>
                  </a:lnTo>
                  <a:lnTo>
                    <a:pt x="426059" y="109219"/>
                  </a:lnTo>
                  <a:lnTo>
                    <a:pt x="417060" y="108120"/>
                  </a:lnTo>
                  <a:lnTo>
                    <a:pt x="408619" y="104806"/>
                  </a:lnTo>
                  <a:lnTo>
                    <a:pt x="400735" y="99254"/>
                  </a:lnTo>
                  <a:lnTo>
                    <a:pt x="393407" y="91439"/>
                  </a:lnTo>
                  <a:close/>
                </a:path>
                <a:path w="497840" h="144780">
                  <a:moveTo>
                    <a:pt x="428752" y="0"/>
                  </a:moveTo>
                  <a:lnTo>
                    <a:pt x="393104" y="22225"/>
                  </a:lnTo>
                  <a:lnTo>
                    <a:pt x="392887" y="22800"/>
                  </a:lnTo>
                  <a:lnTo>
                    <a:pt x="392887" y="38735"/>
                  </a:lnTo>
                  <a:lnTo>
                    <a:pt x="429094" y="72262"/>
                  </a:lnTo>
                  <a:lnTo>
                    <a:pt x="436105" y="77289"/>
                  </a:lnTo>
                  <a:lnTo>
                    <a:pt x="441113" y="82470"/>
                  </a:lnTo>
                  <a:lnTo>
                    <a:pt x="444119" y="87818"/>
                  </a:lnTo>
                  <a:lnTo>
                    <a:pt x="445122" y="93344"/>
                  </a:lnTo>
                  <a:lnTo>
                    <a:pt x="445122" y="97916"/>
                  </a:lnTo>
                  <a:lnTo>
                    <a:pt x="443306" y="101726"/>
                  </a:lnTo>
                  <a:lnTo>
                    <a:pt x="439634" y="104806"/>
                  </a:lnTo>
                  <a:lnTo>
                    <a:pt x="436054" y="107695"/>
                  </a:lnTo>
                  <a:lnTo>
                    <a:pt x="431507" y="109219"/>
                  </a:lnTo>
                  <a:lnTo>
                    <a:pt x="456700" y="109219"/>
                  </a:lnTo>
                  <a:lnTo>
                    <a:pt x="459043" y="104949"/>
                  </a:lnTo>
                  <a:lnTo>
                    <a:pt x="460880" y="98673"/>
                  </a:lnTo>
                  <a:lnTo>
                    <a:pt x="461492" y="91693"/>
                  </a:lnTo>
                  <a:lnTo>
                    <a:pt x="460188" y="82470"/>
                  </a:lnTo>
                  <a:lnTo>
                    <a:pt x="460101" y="81861"/>
                  </a:lnTo>
                  <a:lnTo>
                    <a:pt x="455930" y="72945"/>
                  </a:lnTo>
                  <a:lnTo>
                    <a:pt x="448976" y="64958"/>
                  </a:lnTo>
                  <a:lnTo>
                    <a:pt x="439242" y="57912"/>
                  </a:lnTo>
                  <a:lnTo>
                    <a:pt x="419963" y="46481"/>
                  </a:lnTo>
                  <a:lnTo>
                    <a:pt x="415632" y="43179"/>
                  </a:lnTo>
                  <a:lnTo>
                    <a:pt x="410248" y="36829"/>
                  </a:lnTo>
                  <a:lnTo>
                    <a:pt x="408901" y="33400"/>
                  </a:lnTo>
                  <a:lnTo>
                    <a:pt x="408901" y="25653"/>
                  </a:lnTo>
                  <a:lnTo>
                    <a:pt x="410730" y="22225"/>
                  </a:lnTo>
                  <a:lnTo>
                    <a:pt x="414388" y="19685"/>
                  </a:lnTo>
                  <a:lnTo>
                    <a:pt x="418045" y="17017"/>
                  </a:lnTo>
                  <a:lnTo>
                    <a:pt x="422719" y="15620"/>
                  </a:lnTo>
                  <a:lnTo>
                    <a:pt x="456704" y="15620"/>
                  </a:lnTo>
                  <a:lnTo>
                    <a:pt x="456704" y="8508"/>
                  </a:lnTo>
                  <a:lnTo>
                    <a:pt x="450186" y="4822"/>
                  </a:lnTo>
                  <a:lnTo>
                    <a:pt x="443642" y="2270"/>
                  </a:lnTo>
                  <a:lnTo>
                    <a:pt x="443848" y="2270"/>
                  </a:lnTo>
                  <a:lnTo>
                    <a:pt x="436326" y="569"/>
                  </a:lnTo>
                  <a:lnTo>
                    <a:pt x="436566" y="569"/>
                  </a:lnTo>
                  <a:lnTo>
                    <a:pt x="428752" y="0"/>
                  </a:lnTo>
                  <a:close/>
                </a:path>
                <a:path w="497840" h="144780">
                  <a:moveTo>
                    <a:pt x="456704" y="15620"/>
                  </a:moveTo>
                  <a:lnTo>
                    <a:pt x="428409" y="15620"/>
                  </a:lnTo>
                  <a:lnTo>
                    <a:pt x="435857" y="16426"/>
                  </a:lnTo>
                  <a:lnTo>
                    <a:pt x="443056" y="18827"/>
                  </a:lnTo>
                  <a:lnTo>
                    <a:pt x="450006" y="22800"/>
                  </a:lnTo>
                  <a:lnTo>
                    <a:pt x="456704" y="28320"/>
                  </a:lnTo>
                  <a:lnTo>
                    <a:pt x="456704" y="15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" y="2162936"/>
              <a:ext cx="506615" cy="15341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69847" y="2164460"/>
            <a:ext cx="556895" cy="132715"/>
            <a:chOff x="1069847" y="2164460"/>
            <a:chExt cx="556895" cy="132715"/>
          </a:xfrm>
        </p:grpSpPr>
        <p:sp>
          <p:nvSpPr>
            <p:cNvPr id="12" name="object 12"/>
            <p:cNvSpPr/>
            <p:nvPr/>
          </p:nvSpPr>
          <p:spPr>
            <a:xfrm>
              <a:off x="1074419" y="2169032"/>
              <a:ext cx="548005" cy="123189"/>
            </a:xfrm>
            <a:custGeom>
              <a:avLst/>
              <a:gdLst/>
              <a:ahLst/>
              <a:cxnLst/>
              <a:rect l="l" t="t" r="r" b="b"/>
              <a:pathLst>
                <a:path w="548005" h="123189">
                  <a:moveTo>
                    <a:pt x="404114" y="54990"/>
                  </a:moveTo>
                  <a:lnTo>
                    <a:pt x="385698" y="54990"/>
                  </a:lnTo>
                  <a:lnTo>
                    <a:pt x="390398" y="59689"/>
                  </a:lnTo>
                  <a:lnTo>
                    <a:pt x="390398" y="73532"/>
                  </a:lnTo>
                  <a:lnTo>
                    <a:pt x="363474" y="82803"/>
                  </a:lnTo>
                  <a:lnTo>
                    <a:pt x="358152" y="86105"/>
                  </a:lnTo>
                  <a:lnTo>
                    <a:pt x="351028" y="93979"/>
                  </a:lnTo>
                  <a:lnTo>
                    <a:pt x="349250" y="98425"/>
                  </a:lnTo>
                  <a:lnTo>
                    <a:pt x="349250" y="109092"/>
                  </a:lnTo>
                  <a:lnTo>
                    <a:pt x="351028" y="113664"/>
                  </a:lnTo>
                  <a:lnTo>
                    <a:pt x="354838" y="117347"/>
                  </a:lnTo>
                  <a:lnTo>
                    <a:pt x="358521" y="121030"/>
                  </a:lnTo>
                  <a:lnTo>
                    <a:pt x="363397" y="123062"/>
                  </a:lnTo>
                  <a:lnTo>
                    <a:pt x="375956" y="123062"/>
                  </a:lnTo>
                  <a:lnTo>
                    <a:pt x="383195" y="120395"/>
                  </a:lnTo>
                  <a:lnTo>
                    <a:pt x="383375" y="120395"/>
                  </a:lnTo>
                  <a:lnTo>
                    <a:pt x="390271" y="115062"/>
                  </a:lnTo>
                  <a:lnTo>
                    <a:pt x="417703" y="115062"/>
                  </a:lnTo>
                  <a:lnTo>
                    <a:pt x="417703" y="112013"/>
                  </a:lnTo>
                  <a:lnTo>
                    <a:pt x="372999" y="112013"/>
                  </a:lnTo>
                  <a:lnTo>
                    <a:pt x="370205" y="110997"/>
                  </a:lnTo>
                  <a:lnTo>
                    <a:pt x="368173" y="108838"/>
                  </a:lnTo>
                  <a:lnTo>
                    <a:pt x="366014" y="106806"/>
                  </a:lnTo>
                  <a:lnTo>
                    <a:pt x="364998" y="104139"/>
                  </a:lnTo>
                  <a:lnTo>
                    <a:pt x="364998" y="97536"/>
                  </a:lnTo>
                  <a:lnTo>
                    <a:pt x="390398" y="82041"/>
                  </a:lnTo>
                  <a:lnTo>
                    <a:pt x="406019" y="82041"/>
                  </a:lnTo>
                  <a:lnTo>
                    <a:pt x="406019" y="66801"/>
                  </a:lnTo>
                  <a:lnTo>
                    <a:pt x="405772" y="62364"/>
                  </a:lnTo>
                  <a:lnTo>
                    <a:pt x="405765" y="62229"/>
                  </a:lnTo>
                  <a:lnTo>
                    <a:pt x="405128" y="58197"/>
                  </a:lnTo>
                  <a:lnTo>
                    <a:pt x="405003" y="57403"/>
                  </a:lnTo>
                  <a:lnTo>
                    <a:pt x="404114" y="54990"/>
                  </a:lnTo>
                  <a:close/>
                </a:path>
                <a:path w="548005" h="123189">
                  <a:moveTo>
                    <a:pt x="417703" y="115062"/>
                  </a:moveTo>
                  <a:lnTo>
                    <a:pt x="390271" y="115062"/>
                  </a:lnTo>
                  <a:lnTo>
                    <a:pt x="391414" y="120395"/>
                  </a:lnTo>
                  <a:lnTo>
                    <a:pt x="395478" y="123062"/>
                  </a:lnTo>
                  <a:lnTo>
                    <a:pt x="404622" y="123062"/>
                  </a:lnTo>
                  <a:lnTo>
                    <a:pt x="406908" y="122681"/>
                  </a:lnTo>
                  <a:lnTo>
                    <a:pt x="409067" y="121792"/>
                  </a:lnTo>
                  <a:lnTo>
                    <a:pt x="411226" y="121030"/>
                  </a:lnTo>
                  <a:lnTo>
                    <a:pt x="414147" y="119379"/>
                  </a:lnTo>
                  <a:lnTo>
                    <a:pt x="417703" y="117093"/>
                  </a:lnTo>
                  <a:lnTo>
                    <a:pt x="417703" y="115062"/>
                  </a:lnTo>
                  <a:close/>
                </a:path>
                <a:path w="548005" h="123189">
                  <a:moveTo>
                    <a:pt x="406019" y="82041"/>
                  </a:moveTo>
                  <a:lnTo>
                    <a:pt x="390398" y="82041"/>
                  </a:lnTo>
                  <a:lnTo>
                    <a:pt x="390398" y="105790"/>
                  </a:lnTo>
                  <a:lnTo>
                    <a:pt x="386080" y="109981"/>
                  </a:lnTo>
                  <a:lnTo>
                    <a:pt x="381381" y="112013"/>
                  </a:lnTo>
                  <a:lnTo>
                    <a:pt x="417703" y="112013"/>
                  </a:lnTo>
                  <a:lnTo>
                    <a:pt x="417703" y="111632"/>
                  </a:lnTo>
                  <a:lnTo>
                    <a:pt x="406908" y="111632"/>
                  </a:lnTo>
                  <a:lnTo>
                    <a:pt x="406019" y="110362"/>
                  </a:lnTo>
                  <a:lnTo>
                    <a:pt x="406019" y="82041"/>
                  </a:lnTo>
                  <a:close/>
                </a:path>
                <a:path w="548005" h="123189">
                  <a:moveTo>
                    <a:pt x="417703" y="107441"/>
                  </a:moveTo>
                  <a:lnTo>
                    <a:pt x="414008" y="109981"/>
                  </a:lnTo>
                  <a:lnTo>
                    <a:pt x="413373" y="110362"/>
                  </a:lnTo>
                  <a:lnTo>
                    <a:pt x="410718" y="111632"/>
                  </a:lnTo>
                  <a:lnTo>
                    <a:pt x="417703" y="111632"/>
                  </a:lnTo>
                  <a:lnTo>
                    <a:pt x="417703" y="107441"/>
                  </a:lnTo>
                  <a:close/>
                </a:path>
                <a:path w="548005" h="123189">
                  <a:moveTo>
                    <a:pt x="385953" y="40004"/>
                  </a:moveTo>
                  <a:lnTo>
                    <a:pt x="377190" y="40004"/>
                  </a:lnTo>
                  <a:lnTo>
                    <a:pt x="369042" y="40693"/>
                  </a:lnTo>
                  <a:lnTo>
                    <a:pt x="361918" y="42751"/>
                  </a:lnTo>
                  <a:lnTo>
                    <a:pt x="355794" y="46166"/>
                  </a:lnTo>
                  <a:lnTo>
                    <a:pt x="350647" y="50926"/>
                  </a:lnTo>
                  <a:lnTo>
                    <a:pt x="350647" y="68199"/>
                  </a:lnTo>
                  <a:lnTo>
                    <a:pt x="356864" y="62364"/>
                  </a:lnTo>
                  <a:lnTo>
                    <a:pt x="363140" y="58197"/>
                  </a:lnTo>
                  <a:lnTo>
                    <a:pt x="369488" y="55697"/>
                  </a:lnTo>
                  <a:lnTo>
                    <a:pt x="374939" y="54990"/>
                  </a:lnTo>
                  <a:lnTo>
                    <a:pt x="404114" y="54990"/>
                  </a:lnTo>
                  <a:lnTo>
                    <a:pt x="401320" y="50164"/>
                  </a:lnTo>
                  <a:lnTo>
                    <a:pt x="399796" y="48259"/>
                  </a:lnTo>
                  <a:lnTo>
                    <a:pt x="398018" y="46862"/>
                  </a:lnTo>
                  <a:lnTo>
                    <a:pt x="392811" y="42290"/>
                  </a:lnTo>
                  <a:lnTo>
                    <a:pt x="385953" y="40004"/>
                  </a:lnTo>
                  <a:close/>
                </a:path>
                <a:path w="548005" h="123189">
                  <a:moveTo>
                    <a:pt x="332232" y="41528"/>
                  </a:moveTo>
                  <a:lnTo>
                    <a:pt x="316357" y="41528"/>
                  </a:lnTo>
                  <a:lnTo>
                    <a:pt x="316357" y="121665"/>
                  </a:lnTo>
                  <a:lnTo>
                    <a:pt x="332232" y="121665"/>
                  </a:lnTo>
                  <a:lnTo>
                    <a:pt x="332232" y="41528"/>
                  </a:lnTo>
                  <a:close/>
                </a:path>
                <a:path w="548005" h="123189">
                  <a:moveTo>
                    <a:pt x="213360" y="41528"/>
                  </a:moveTo>
                  <a:lnTo>
                    <a:pt x="197485" y="41528"/>
                  </a:lnTo>
                  <a:lnTo>
                    <a:pt x="197485" y="121665"/>
                  </a:lnTo>
                  <a:lnTo>
                    <a:pt x="213360" y="121665"/>
                  </a:lnTo>
                  <a:lnTo>
                    <a:pt x="213360" y="41528"/>
                  </a:lnTo>
                  <a:close/>
                </a:path>
                <a:path w="548005" h="123189">
                  <a:moveTo>
                    <a:pt x="447040" y="41528"/>
                  </a:moveTo>
                  <a:lnTo>
                    <a:pt x="431165" y="41528"/>
                  </a:lnTo>
                  <a:lnTo>
                    <a:pt x="431165" y="121665"/>
                  </a:lnTo>
                  <a:lnTo>
                    <a:pt x="447040" y="121665"/>
                  </a:lnTo>
                  <a:lnTo>
                    <a:pt x="447040" y="63500"/>
                  </a:lnTo>
                  <a:lnTo>
                    <a:pt x="450596" y="59689"/>
                  </a:lnTo>
                  <a:lnTo>
                    <a:pt x="453644" y="57022"/>
                  </a:lnTo>
                  <a:lnTo>
                    <a:pt x="459232" y="53975"/>
                  </a:lnTo>
                  <a:lnTo>
                    <a:pt x="462240" y="53222"/>
                  </a:lnTo>
                  <a:lnTo>
                    <a:pt x="493364" y="53222"/>
                  </a:lnTo>
                  <a:lnTo>
                    <a:pt x="492524" y="52069"/>
                  </a:lnTo>
                  <a:lnTo>
                    <a:pt x="447040" y="52069"/>
                  </a:lnTo>
                  <a:lnTo>
                    <a:pt x="447040" y="41528"/>
                  </a:lnTo>
                  <a:close/>
                </a:path>
                <a:path w="548005" h="123189">
                  <a:moveTo>
                    <a:pt x="493364" y="53222"/>
                  </a:moveTo>
                  <a:lnTo>
                    <a:pt x="471447" y="53222"/>
                  </a:lnTo>
                  <a:lnTo>
                    <a:pt x="475615" y="54990"/>
                  </a:lnTo>
                  <a:lnTo>
                    <a:pt x="478028" y="58546"/>
                  </a:lnTo>
                  <a:lnTo>
                    <a:pt x="480314" y="61975"/>
                  </a:lnTo>
                  <a:lnTo>
                    <a:pt x="481584" y="68199"/>
                  </a:lnTo>
                  <a:lnTo>
                    <a:pt x="481584" y="121665"/>
                  </a:lnTo>
                  <a:lnTo>
                    <a:pt x="497459" y="121665"/>
                  </a:lnTo>
                  <a:lnTo>
                    <a:pt x="497459" y="63500"/>
                  </a:lnTo>
                  <a:lnTo>
                    <a:pt x="503064" y="57022"/>
                  </a:lnTo>
                  <a:lnTo>
                    <a:pt x="505987" y="55371"/>
                  </a:lnTo>
                  <a:lnTo>
                    <a:pt x="507628" y="54482"/>
                  </a:lnTo>
                  <a:lnTo>
                    <a:pt x="494284" y="54482"/>
                  </a:lnTo>
                  <a:lnTo>
                    <a:pt x="493364" y="53222"/>
                  </a:lnTo>
                  <a:close/>
                </a:path>
                <a:path w="548005" h="123189">
                  <a:moveTo>
                    <a:pt x="543486" y="53593"/>
                  </a:moveTo>
                  <a:lnTo>
                    <a:pt x="520954" y="53593"/>
                  </a:lnTo>
                  <a:lnTo>
                    <a:pt x="524891" y="55371"/>
                  </a:lnTo>
                  <a:lnTo>
                    <a:pt x="527685" y="58927"/>
                  </a:lnTo>
                  <a:lnTo>
                    <a:pt x="530352" y="62483"/>
                  </a:lnTo>
                  <a:lnTo>
                    <a:pt x="531749" y="67563"/>
                  </a:lnTo>
                  <a:lnTo>
                    <a:pt x="531749" y="121665"/>
                  </a:lnTo>
                  <a:lnTo>
                    <a:pt x="547624" y="121665"/>
                  </a:lnTo>
                  <a:lnTo>
                    <a:pt x="547624" y="74421"/>
                  </a:lnTo>
                  <a:lnTo>
                    <a:pt x="547262" y="68199"/>
                  </a:lnTo>
                  <a:lnTo>
                    <a:pt x="547147" y="66228"/>
                  </a:lnTo>
                  <a:lnTo>
                    <a:pt x="545824" y="59689"/>
                  </a:lnTo>
                  <a:lnTo>
                    <a:pt x="545719" y="59166"/>
                  </a:lnTo>
                  <a:lnTo>
                    <a:pt x="543486" y="53593"/>
                  </a:lnTo>
                  <a:close/>
                </a:path>
                <a:path w="548005" h="123189">
                  <a:moveTo>
                    <a:pt x="528868" y="40004"/>
                  </a:moveTo>
                  <a:lnTo>
                    <a:pt x="519866" y="40004"/>
                  </a:lnTo>
                  <a:lnTo>
                    <a:pt x="513019" y="40909"/>
                  </a:lnTo>
                  <a:lnTo>
                    <a:pt x="513658" y="40909"/>
                  </a:lnTo>
                  <a:lnTo>
                    <a:pt x="508438" y="43037"/>
                  </a:lnTo>
                  <a:lnTo>
                    <a:pt x="507110" y="43624"/>
                  </a:lnTo>
                  <a:lnTo>
                    <a:pt x="502535" y="46809"/>
                  </a:lnTo>
                  <a:lnTo>
                    <a:pt x="500643" y="48148"/>
                  </a:lnTo>
                  <a:lnTo>
                    <a:pt x="494284" y="54482"/>
                  </a:lnTo>
                  <a:lnTo>
                    <a:pt x="507628" y="54482"/>
                  </a:lnTo>
                  <a:lnTo>
                    <a:pt x="509270" y="53593"/>
                  </a:lnTo>
                  <a:lnTo>
                    <a:pt x="543486" y="53593"/>
                  </a:lnTo>
                  <a:lnTo>
                    <a:pt x="543337" y="53222"/>
                  </a:lnTo>
                  <a:lnTo>
                    <a:pt x="540004" y="48387"/>
                  </a:lnTo>
                  <a:lnTo>
                    <a:pt x="535051" y="42671"/>
                  </a:lnTo>
                  <a:lnTo>
                    <a:pt x="528868" y="40004"/>
                  </a:lnTo>
                  <a:close/>
                </a:path>
                <a:path w="548005" h="123189">
                  <a:moveTo>
                    <a:pt x="470662" y="40004"/>
                  </a:moveTo>
                  <a:lnTo>
                    <a:pt x="463715" y="40909"/>
                  </a:lnTo>
                  <a:lnTo>
                    <a:pt x="464452" y="40909"/>
                  </a:lnTo>
                  <a:lnTo>
                    <a:pt x="458946" y="43037"/>
                  </a:lnTo>
                  <a:lnTo>
                    <a:pt x="453016" y="46809"/>
                  </a:lnTo>
                  <a:lnTo>
                    <a:pt x="447040" y="52069"/>
                  </a:lnTo>
                  <a:lnTo>
                    <a:pt x="492524" y="52069"/>
                  </a:lnTo>
                  <a:lnTo>
                    <a:pt x="489664" y="48148"/>
                  </a:lnTo>
                  <a:lnTo>
                    <a:pt x="484187" y="43624"/>
                  </a:lnTo>
                  <a:lnTo>
                    <a:pt x="477853" y="40909"/>
                  </a:lnTo>
                  <a:lnTo>
                    <a:pt x="470662" y="40004"/>
                  </a:lnTo>
                  <a:close/>
                </a:path>
                <a:path w="548005" h="123189">
                  <a:moveTo>
                    <a:pt x="326771" y="7874"/>
                  </a:moveTo>
                  <a:lnTo>
                    <a:pt x="321818" y="7874"/>
                  </a:lnTo>
                  <a:lnTo>
                    <a:pt x="319659" y="8889"/>
                  </a:lnTo>
                  <a:lnTo>
                    <a:pt x="317754" y="10667"/>
                  </a:lnTo>
                  <a:lnTo>
                    <a:pt x="315849" y="12572"/>
                  </a:lnTo>
                  <a:lnTo>
                    <a:pt x="314960" y="14731"/>
                  </a:lnTo>
                  <a:lnTo>
                    <a:pt x="315012" y="19812"/>
                  </a:lnTo>
                  <a:lnTo>
                    <a:pt x="315975" y="21970"/>
                  </a:lnTo>
                  <a:lnTo>
                    <a:pt x="319659" y="25653"/>
                  </a:lnTo>
                  <a:lnTo>
                    <a:pt x="321818" y="26669"/>
                  </a:lnTo>
                  <a:lnTo>
                    <a:pt x="326771" y="26669"/>
                  </a:lnTo>
                  <a:lnTo>
                    <a:pt x="329057" y="25653"/>
                  </a:lnTo>
                  <a:lnTo>
                    <a:pt x="330962" y="23875"/>
                  </a:lnTo>
                  <a:lnTo>
                    <a:pt x="332740" y="21970"/>
                  </a:lnTo>
                  <a:lnTo>
                    <a:pt x="333756" y="19812"/>
                  </a:lnTo>
                  <a:lnTo>
                    <a:pt x="333756" y="14731"/>
                  </a:lnTo>
                  <a:lnTo>
                    <a:pt x="332799" y="12572"/>
                  </a:lnTo>
                  <a:lnTo>
                    <a:pt x="331080" y="10667"/>
                  </a:lnTo>
                  <a:lnTo>
                    <a:pt x="329193" y="8889"/>
                  </a:lnTo>
                  <a:lnTo>
                    <a:pt x="329383" y="8889"/>
                  </a:lnTo>
                  <a:lnTo>
                    <a:pt x="326771" y="7874"/>
                  </a:lnTo>
                  <a:close/>
                </a:path>
                <a:path w="548005" h="123189">
                  <a:moveTo>
                    <a:pt x="207899" y="7874"/>
                  </a:moveTo>
                  <a:lnTo>
                    <a:pt x="202946" y="7874"/>
                  </a:lnTo>
                  <a:lnTo>
                    <a:pt x="200787" y="8889"/>
                  </a:lnTo>
                  <a:lnTo>
                    <a:pt x="198882" y="10667"/>
                  </a:lnTo>
                  <a:lnTo>
                    <a:pt x="196977" y="12572"/>
                  </a:lnTo>
                  <a:lnTo>
                    <a:pt x="196088" y="14731"/>
                  </a:lnTo>
                  <a:lnTo>
                    <a:pt x="196140" y="19812"/>
                  </a:lnTo>
                  <a:lnTo>
                    <a:pt x="197103" y="21970"/>
                  </a:lnTo>
                  <a:lnTo>
                    <a:pt x="200787" y="25653"/>
                  </a:lnTo>
                  <a:lnTo>
                    <a:pt x="202946" y="26669"/>
                  </a:lnTo>
                  <a:lnTo>
                    <a:pt x="207899" y="26669"/>
                  </a:lnTo>
                  <a:lnTo>
                    <a:pt x="210185" y="25653"/>
                  </a:lnTo>
                  <a:lnTo>
                    <a:pt x="212090" y="23875"/>
                  </a:lnTo>
                  <a:lnTo>
                    <a:pt x="213868" y="21970"/>
                  </a:lnTo>
                  <a:lnTo>
                    <a:pt x="214884" y="19812"/>
                  </a:lnTo>
                  <a:lnTo>
                    <a:pt x="214884" y="14731"/>
                  </a:lnTo>
                  <a:lnTo>
                    <a:pt x="213927" y="12572"/>
                  </a:lnTo>
                  <a:lnTo>
                    <a:pt x="212208" y="10667"/>
                  </a:lnTo>
                  <a:lnTo>
                    <a:pt x="210321" y="8889"/>
                  </a:lnTo>
                  <a:lnTo>
                    <a:pt x="210511" y="8889"/>
                  </a:lnTo>
                  <a:lnTo>
                    <a:pt x="207899" y="7874"/>
                  </a:lnTo>
                  <a:close/>
                </a:path>
                <a:path w="548005" h="123189">
                  <a:moveTo>
                    <a:pt x="292608" y="0"/>
                  </a:moveTo>
                  <a:lnTo>
                    <a:pt x="276733" y="0"/>
                  </a:lnTo>
                  <a:lnTo>
                    <a:pt x="276733" y="121665"/>
                  </a:lnTo>
                  <a:lnTo>
                    <a:pt x="292608" y="121665"/>
                  </a:lnTo>
                  <a:lnTo>
                    <a:pt x="292608" y="0"/>
                  </a:lnTo>
                  <a:close/>
                </a:path>
                <a:path w="548005" h="123189">
                  <a:moveTo>
                    <a:pt x="252984" y="0"/>
                  </a:moveTo>
                  <a:lnTo>
                    <a:pt x="237109" y="0"/>
                  </a:lnTo>
                  <a:lnTo>
                    <a:pt x="237109" y="121665"/>
                  </a:lnTo>
                  <a:lnTo>
                    <a:pt x="252984" y="121665"/>
                  </a:lnTo>
                  <a:lnTo>
                    <a:pt x="252984" y="0"/>
                  </a:lnTo>
                  <a:close/>
                </a:path>
                <a:path w="548005" h="123189">
                  <a:moveTo>
                    <a:pt x="17538" y="0"/>
                  </a:moveTo>
                  <a:lnTo>
                    <a:pt x="0" y="0"/>
                  </a:lnTo>
                  <a:lnTo>
                    <a:pt x="49021" y="122174"/>
                  </a:lnTo>
                  <a:lnTo>
                    <a:pt x="52755" y="122174"/>
                  </a:lnTo>
                  <a:lnTo>
                    <a:pt x="68282" y="83946"/>
                  </a:lnTo>
                  <a:lnTo>
                    <a:pt x="51066" y="83946"/>
                  </a:lnTo>
                  <a:lnTo>
                    <a:pt x="17538" y="0"/>
                  </a:lnTo>
                  <a:close/>
                </a:path>
                <a:path w="548005" h="123189">
                  <a:moveTo>
                    <a:pt x="110654" y="23240"/>
                  </a:moveTo>
                  <a:lnTo>
                    <a:pt x="92938" y="23240"/>
                  </a:lnTo>
                  <a:lnTo>
                    <a:pt x="132702" y="122174"/>
                  </a:lnTo>
                  <a:lnTo>
                    <a:pt x="136537" y="122174"/>
                  </a:lnTo>
                  <a:lnTo>
                    <a:pt x="151919" y="83946"/>
                  </a:lnTo>
                  <a:lnTo>
                    <a:pt x="135166" y="83946"/>
                  </a:lnTo>
                  <a:lnTo>
                    <a:pt x="110654" y="23240"/>
                  </a:lnTo>
                  <a:close/>
                </a:path>
                <a:path w="548005" h="123189">
                  <a:moveTo>
                    <a:pt x="101269" y="0"/>
                  </a:moveTo>
                  <a:lnTo>
                    <a:pt x="84797" y="0"/>
                  </a:lnTo>
                  <a:lnTo>
                    <a:pt x="51066" y="83946"/>
                  </a:lnTo>
                  <a:lnTo>
                    <a:pt x="68282" y="83946"/>
                  </a:lnTo>
                  <a:lnTo>
                    <a:pt x="92938" y="23240"/>
                  </a:lnTo>
                  <a:lnTo>
                    <a:pt x="110654" y="23240"/>
                  </a:lnTo>
                  <a:lnTo>
                    <a:pt x="101269" y="0"/>
                  </a:lnTo>
                  <a:close/>
                </a:path>
                <a:path w="548005" h="123189">
                  <a:moveTo>
                    <a:pt x="185699" y="0"/>
                  </a:moveTo>
                  <a:lnTo>
                    <a:pt x="168338" y="0"/>
                  </a:lnTo>
                  <a:lnTo>
                    <a:pt x="135166" y="83946"/>
                  </a:lnTo>
                  <a:lnTo>
                    <a:pt x="151919" y="83946"/>
                  </a:lnTo>
                  <a:lnTo>
                    <a:pt x="185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74419" y="2169032"/>
              <a:ext cx="548005" cy="123189"/>
            </a:xfrm>
            <a:custGeom>
              <a:avLst/>
              <a:gdLst/>
              <a:ahLst/>
              <a:cxnLst/>
              <a:rect l="l" t="t" r="r" b="b"/>
              <a:pathLst>
                <a:path w="548005" h="123189">
                  <a:moveTo>
                    <a:pt x="390398" y="82041"/>
                  </a:moveTo>
                  <a:lnTo>
                    <a:pt x="364998" y="97536"/>
                  </a:lnTo>
                  <a:lnTo>
                    <a:pt x="364998" y="100837"/>
                  </a:lnTo>
                  <a:lnTo>
                    <a:pt x="364998" y="104139"/>
                  </a:lnTo>
                  <a:lnTo>
                    <a:pt x="366014" y="106806"/>
                  </a:lnTo>
                  <a:lnTo>
                    <a:pt x="368173" y="108838"/>
                  </a:lnTo>
                  <a:lnTo>
                    <a:pt x="370205" y="110997"/>
                  </a:lnTo>
                  <a:lnTo>
                    <a:pt x="372999" y="112013"/>
                  </a:lnTo>
                  <a:lnTo>
                    <a:pt x="376428" y="112013"/>
                  </a:lnTo>
                  <a:lnTo>
                    <a:pt x="381381" y="112013"/>
                  </a:lnTo>
                  <a:lnTo>
                    <a:pt x="386080" y="109981"/>
                  </a:lnTo>
                  <a:lnTo>
                    <a:pt x="390398" y="105790"/>
                  </a:lnTo>
                  <a:lnTo>
                    <a:pt x="390398" y="82041"/>
                  </a:lnTo>
                  <a:close/>
                </a:path>
                <a:path w="548005" h="123189">
                  <a:moveTo>
                    <a:pt x="316357" y="41528"/>
                  </a:moveTo>
                  <a:lnTo>
                    <a:pt x="332232" y="41528"/>
                  </a:lnTo>
                  <a:lnTo>
                    <a:pt x="332232" y="121665"/>
                  </a:lnTo>
                  <a:lnTo>
                    <a:pt x="316357" y="121665"/>
                  </a:lnTo>
                  <a:lnTo>
                    <a:pt x="316357" y="41528"/>
                  </a:lnTo>
                  <a:close/>
                </a:path>
                <a:path w="548005" h="123189">
                  <a:moveTo>
                    <a:pt x="197485" y="41528"/>
                  </a:moveTo>
                  <a:lnTo>
                    <a:pt x="213360" y="41528"/>
                  </a:lnTo>
                  <a:lnTo>
                    <a:pt x="213360" y="121665"/>
                  </a:lnTo>
                  <a:lnTo>
                    <a:pt x="197485" y="121665"/>
                  </a:lnTo>
                  <a:lnTo>
                    <a:pt x="197485" y="41528"/>
                  </a:lnTo>
                  <a:close/>
                </a:path>
                <a:path w="548005" h="123189">
                  <a:moveTo>
                    <a:pt x="377190" y="40004"/>
                  </a:moveTo>
                  <a:lnTo>
                    <a:pt x="385953" y="40004"/>
                  </a:lnTo>
                  <a:lnTo>
                    <a:pt x="392811" y="42290"/>
                  </a:lnTo>
                  <a:lnTo>
                    <a:pt x="398018" y="46862"/>
                  </a:lnTo>
                  <a:lnTo>
                    <a:pt x="399796" y="48259"/>
                  </a:lnTo>
                  <a:lnTo>
                    <a:pt x="401320" y="50164"/>
                  </a:lnTo>
                  <a:lnTo>
                    <a:pt x="402717" y="52577"/>
                  </a:lnTo>
                  <a:lnTo>
                    <a:pt x="404114" y="54990"/>
                  </a:lnTo>
                  <a:lnTo>
                    <a:pt x="405003" y="57403"/>
                  </a:lnTo>
                  <a:lnTo>
                    <a:pt x="405384" y="59816"/>
                  </a:lnTo>
                  <a:lnTo>
                    <a:pt x="405765" y="62229"/>
                  </a:lnTo>
                  <a:lnTo>
                    <a:pt x="406019" y="66801"/>
                  </a:lnTo>
                  <a:lnTo>
                    <a:pt x="406019" y="73532"/>
                  </a:lnTo>
                  <a:lnTo>
                    <a:pt x="406019" y="107568"/>
                  </a:lnTo>
                  <a:lnTo>
                    <a:pt x="406019" y="110362"/>
                  </a:lnTo>
                  <a:lnTo>
                    <a:pt x="406908" y="111632"/>
                  </a:lnTo>
                  <a:lnTo>
                    <a:pt x="408813" y="111632"/>
                  </a:lnTo>
                  <a:lnTo>
                    <a:pt x="410718" y="111632"/>
                  </a:lnTo>
                  <a:lnTo>
                    <a:pt x="413639" y="110236"/>
                  </a:lnTo>
                  <a:lnTo>
                    <a:pt x="417703" y="107441"/>
                  </a:lnTo>
                  <a:lnTo>
                    <a:pt x="417703" y="117093"/>
                  </a:lnTo>
                  <a:lnTo>
                    <a:pt x="414147" y="119379"/>
                  </a:lnTo>
                  <a:lnTo>
                    <a:pt x="411226" y="121030"/>
                  </a:lnTo>
                  <a:lnTo>
                    <a:pt x="409067" y="121792"/>
                  </a:lnTo>
                  <a:lnTo>
                    <a:pt x="406908" y="122681"/>
                  </a:lnTo>
                  <a:lnTo>
                    <a:pt x="404622" y="123062"/>
                  </a:lnTo>
                  <a:lnTo>
                    <a:pt x="402209" y="123062"/>
                  </a:lnTo>
                  <a:lnTo>
                    <a:pt x="395478" y="123062"/>
                  </a:lnTo>
                  <a:lnTo>
                    <a:pt x="391414" y="120395"/>
                  </a:lnTo>
                  <a:lnTo>
                    <a:pt x="390271" y="115062"/>
                  </a:lnTo>
                  <a:lnTo>
                    <a:pt x="383540" y="120268"/>
                  </a:lnTo>
                  <a:lnTo>
                    <a:pt x="376301" y="122936"/>
                  </a:lnTo>
                  <a:lnTo>
                    <a:pt x="368681" y="122936"/>
                  </a:lnTo>
                  <a:lnTo>
                    <a:pt x="363093" y="122936"/>
                  </a:lnTo>
                  <a:lnTo>
                    <a:pt x="358521" y="121030"/>
                  </a:lnTo>
                  <a:lnTo>
                    <a:pt x="354838" y="117347"/>
                  </a:lnTo>
                  <a:lnTo>
                    <a:pt x="351028" y="113664"/>
                  </a:lnTo>
                  <a:lnTo>
                    <a:pt x="349250" y="109092"/>
                  </a:lnTo>
                  <a:lnTo>
                    <a:pt x="349250" y="103504"/>
                  </a:lnTo>
                  <a:lnTo>
                    <a:pt x="349250" y="98425"/>
                  </a:lnTo>
                  <a:lnTo>
                    <a:pt x="351028" y="93979"/>
                  </a:lnTo>
                  <a:lnTo>
                    <a:pt x="354711" y="89915"/>
                  </a:lnTo>
                  <a:lnTo>
                    <a:pt x="358267" y="85978"/>
                  </a:lnTo>
                  <a:lnTo>
                    <a:pt x="363474" y="82803"/>
                  </a:lnTo>
                  <a:lnTo>
                    <a:pt x="370078" y="80517"/>
                  </a:lnTo>
                  <a:lnTo>
                    <a:pt x="390398" y="73532"/>
                  </a:lnTo>
                  <a:lnTo>
                    <a:pt x="390398" y="69214"/>
                  </a:lnTo>
                  <a:lnTo>
                    <a:pt x="390398" y="59689"/>
                  </a:lnTo>
                  <a:lnTo>
                    <a:pt x="385572" y="54863"/>
                  </a:lnTo>
                  <a:lnTo>
                    <a:pt x="375920" y="54863"/>
                  </a:lnTo>
                  <a:lnTo>
                    <a:pt x="369488" y="55697"/>
                  </a:lnTo>
                  <a:lnTo>
                    <a:pt x="363140" y="58197"/>
                  </a:lnTo>
                  <a:lnTo>
                    <a:pt x="356864" y="62364"/>
                  </a:lnTo>
                  <a:lnTo>
                    <a:pt x="350647" y="68199"/>
                  </a:lnTo>
                  <a:lnTo>
                    <a:pt x="350647" y="50926"/>
                  </a:lnTo>
                  <a:lnTo>
                    <a:pt x="355794" y="46166"/>
                  </a:lnTo>
                  <a:lnTo>
                    <a:pt x="361918" y="42751"/>
                  </a:lnTo>
                  <a:lnTo>
                    <a:pt x="369042" y="40693"/>
                  </a:lnTo>
                  <a:lnTo>
                    <a:pt x="377190" y="40004"/>
                  </a:lnTo>
                  <a:close/>
                </a:path>
                <a:path w="548005" h="123189">
                  <a:moveTo>
                    <a:pt x="520827" y="39877"/>
                  </a:moveTo>
                  <a:lnTo>
                    <a:pt x="528574" y="39877"/>
                  </a:lnTo>
                  <a:lnTo>
                    <a:pt x="535051" y="42671"/>
                  </a:lnTo>
                  <a:lnTo>
                    <a:pt x="547624" y="74421"/>
                  </a:lnTo>
                  <a:lnTo>
                    <a:pt x="547624" y="121665"/>
                  </a:lnTo>
                  <a:lnTo>
                    <a:pt x="531749" y="121665"/>
                  </a:lnTo>
                  <a:lnTo>
                    <a:pt x="531749" y="74294"/>
                  </a:lnTo>
                  <a:lnTo>
                    <a:pt x="531749" y="67563"/>
                  </a:lnTo>
                  <a:lnTo>
                    <a:pt x="530352" y="62483"/>
                  </a:lnTo>
                  <a:lnTo>
                    <a:pt x="527685" y="58927"/>
                  </a:lnTo>
                  <a:lnTo>
                    <a:pt x="524891" y="55371"/>
                  </a:lnTo>
                  <a:lnTo>
                    <a:pt x="520954" y="53593"/>
                  </a:lnTo>
                  <a:lnTo>
                    <a:pt x="515874" y="53593"/>
                  </a:lnTo>
                  <a:lnTo>
                    <a:pt x="509270" y="53593"/>
                  </a:lnTo>
                  <a:lnTo>
                    <a:pt x="503174" y="56895"/>
                  </a:lnTo>
                  <a:lnTo>
                    <a:pt x="497459" y="63500"/>
                  </a:lnTo>
                  <a:lnTo>
                    <a:pt x="497459" y="121665"/>
                  </a:lnTo>
                  <a:lnTo>
                    <a:pt x="481584" y="121665"/>
                  </a:lnTo>
                  <a:lnTo>
                    <a:pt x="481584" y="77088"/>
                  </a:lnTo>
                  <a:lnTo>
                    <a:pt x="481584" y="68199"/>
                  </a:lnTo>
                  <a:lnTo>
                    <a:pt x="480314" y="61975"/>
                  </a:lnTo>
                  <a:lnTo>
                    <a:pt x="478028" y="58546"/>
                  </a:lnTo>
                  <a:lnTo>
                    <a:pt x="475615" y="54990"/>
                  </a:lnTo>
                  <a:lnTo>
                    <a:pt x="471424" y="53212"/>
                  </a:lnTo>
                  <a:lnTo>
                    <a:pt x="465582" y="53212"/>
                  </a:lnTo>
                  <a:lnTo>
                    <a:pt x="462280" y="53212"/>
                  </a:lnTo>
                  <a:lnTo>
                    <a:pt x="459232" y="53975"/>
                  </a:lnTo>
                  <a:lnTo>
                    <a:pt x="456438" y="55499"/>
                  </a:lnTo>
                  <a:lnTo>
                    <a:pt x="453644" y="57022"/>
                  </a:lnTo>
                  <a:lnTo>
                    <a:pt x="450596" y="59689"/>
                  </a:lnTo>
                  <a:lnTo>
                    <a:pt x="447040" y="63500"/>
                  </a:lnTo>
                  <a:lnTo>
                    <a:pt x="447040" y="121665"/>
                  </a:lnTo>
                  <a:lnTo>
                    <a:pt x="431165" y="121665"/>
                  </a:lnTo>
                  <a:lnTo>
                    <a:pt x="431165" y="41528"/>
                  </a:lnTo>
                  <a:lnTo>
                    <a:pt x="447040" y="41528"/>
                  </a:lnTo>
                  <a:lnTo>
                    <a:pt x="447040" y="52069"/>
                  </a:lnTo>
                  <a:lnTo>
                    <a:pt x="453016" y="46809"/>
                  </a:lnTo>
                  <a:lnTo>
                    <a:pt x="458946" y="43037"/>
                  </a:lnTo>
                  <a:lnTo>
                    <a:pt x="464827" y="40765"/>
                  </a:lnTo>
                  <a:lnTo>
                    <a:pt x="470662" y="40004"/>
                  </a:lnTo>
                  <a:lnTo>
                    <a:pt x="477853" y="40909"/>
                  </a:lnTo>
                  <a:lnTo>
                    <a:pt x="484187" y="43624"/>
                  </a:lnTo>
                  <a:lnTo>
                    <a:pt x="489664" y="48148"/>
                  </a:lnTo>
                  <a:lnTo>
                    <a:pt x="494284" y="54482"/>
                  </a:lnTo>
                  <a:lnTo>
                    <a:pt x="500717" y="48075"/>
                  </a:lnTo>
                  <a:lnTo>
                    <a:pt x="507269" y="43513"/>
                  </a:lnTo>
                  <a:lnTo>
                    <a:pt x="513965" y="40784"/>
                  </a:lnTo>
                  <a:lnTo>
                    <a:pt x="520827" y="39877"/>
                  </a:lnTo>
                  <a:close/>
                </a:path>
                <a:path w="548005" h="123189">
                  <a:moveTo>
                    <a:pt x="324231" y="7874"/>
                  </a:moveTo>
                  <a:lnTo>
                    <a:pt x="326771" y="7874"/>
                  </a:lnTo>
                  <a:lnTo>
                    <a:pt x="329057" y="8762"/>
                  </a:lnTo>
                  <a:lnTo>
                    <a:pt x="330962" y="10540"/>
                  </a:lnTo>
                  <a:lnTo>
                    <a:pt x="332740" y="12445"/>
                  </a:lnTo>
                  <a:lnTo>
                    <a:pt x="333756" y="14604"/>
                  </a:lnTo>
                  <a:lnTo>
                    <a:pt x="333756" y="17144"/>
                  </a:lnTo>
                  <a:lnTo>
                    <a:pt x="333756" y="19812"/>
                  </a:lnTo>
                  <a:lnTo>
                    <a:pt x="332740" y="21970"/>
                  </a:lnTo>
                  <a:lnTo>
                    <a:pt x="330962" y="23875"/>
                  </a:lnTo>
                  <a:lnTo>
                    <a:pt x="329057" y="25653"/>
                  </a:lnTo>
                  <a:lnTo>
                    <a:pt x="326771" y="26669"/>
                  </a:lnTo>
                  <a:lnTo>
                    <a:pt x="324231" y="26669"/>
                  </a:lnTo>
                  <a:lnTo>
                    <a:pt x="321818" y="26669"/>
                  </a:lnTo>
                  <a:lnTo>
                    <a:pt x="319659" y="25653"/>
                  </a:lnTo>
                  <a:lnTo>
                    <a:pt x="317754" y="23749"/>
                  </a:lnTo>
                  <a:lnTo>
                    <a:pt x="315849" y="21843"/>
                  </a:lnTo>
                  <a:lnTo>
                    <a:pt x="314960" y="19684"/>
                  </a:lnTo>
                  <a:lnTo>
                    <a:pt x="314960" y="17144"/>
                  </a:lnTo>
                  <a:lnTo>
                    <a:pt x="314960" y="14731"/>
                  </a:lnTo>
                  <a:lnTo>
                    <a:pt x="315849" y="12572"/>
                  </a:lnTo>
                  <a:lnTo>
                    <a:pt x="317754" y="10667"/>
                  </a:lnTo>
                  <a:lnTo>
                    <a:pt x="319659" y="8889"/>
                  </a:lnTo>
                  <a:lnTo>
                    <a:pt x="321818" y="7874"/>
                  </a:lnTo>
                  <a:lnTo>
                    <a:pt x="324231" y="7874"/>
                  </a:lnTo>
                  <a:close/>
                </a:path>
                <a:path w="548005" h="123189">
                  <a:moveTo>
                    <a:pt x="205359" y="7874"/>
                  </a:moveTo>
                  <a:lnTo>
                    <a:pt x="207899" y="7874"/>
                  </a:lnTo>
                  <a:lnTo>
                    <a:pt x="210185" y="8762"/>
                  </a:lnTo>
                  <a:lnTo>
                    <a:pt x="212090" y="10540"/>
                  </a:lnTo>
                  <a:lnTo>
                    <a:pt x="213868" y="12445"/>
                  </a:lnTo>
                  <a:lnTo>
                    <a:pt x="214884" y="14604"/>
                  </a:lnTo>
                  <a:lnTo>
                    <a:pt x="214884" y="17144"/>
                  </a:lnTo>
                  <a:lnTo>
                    <a:pt x="214884" y="19812"/>
                  </a:lnTo>
                  <a:lnTo>
                    <a:pt x="213868" y="21970"/>
                  </a:lnTo>
                  <a:lnTo>
                    <a:pt x="212090" y="23875"/>
                  </a:lnTo>
                  <a:lnTo>
                    <a:pt x="210185" y="25653"/>
                  </a:lnTo>
                  <a:lnTo>
                    <a:pt x="207899" y="26669"/>
                  </a:lnTo>
                  <a:lnTo>
                    <a:pt x="205359" y="26669"/>
                  </a:lnTo>
                  <a:lnTo>
                    <a:pt x="202946" y="26669"/>
                  </a:lnTo>
                  <a:lnTo>
                    <a:pt x="200787" y="25653"/>
                  </a:lnTo>
                  <a:lnTo>
                    <a:pt x="198882" y="23749"/>
                  </a:lnTo>
                  <a:lnTo>
                    <a:pt x="196977" y="21843"/>
                  </a:lnTo>
                  <a:lnTo>
                    <a:pt x="196088" y="19684"/>
                  </a:lnTo>
                  <a:lnTo>
                    <a:pt x="196088" y="17144"/>
                  </a:lnTo>
                  <a:lnTo>
                    <a:pt x="196088" y="14731"/>
                  </a:lnTo>
                  <a:lnTo>
                    <a:pt x="196977" y="12572"/>
                  </a:lnTo>
                  <a:lnTo>
                    <a:pt x="198882" y="10667"/>
                  </a:lnTo>
                  <a:lnTo>
                    <a:pt x="200787" y="8889"/>
                  </a:lnTo>
                  <a:lnTo>
                    <a:pt x="202946" y="7874"/>
                  </a:lnTo>
                  <a:lnTo>
                    <a:pt x="205359" y="7874"/>
                  </a:lnTo>
                  <a:close/>
                </a:path>
                <a:path w="548005" h="123189">
                  <a:moveTo>
                    <a:pt x="276733" y="0"/>
                  </a:moveTo>
                  <a:lnTo>
                    <a:pt x="292608" y="0"/>
                  </a:lnTo>
                  <a:lnTo>
                    <a:pt x="292608" y="121665"/>
                  </a:lnTo>
                  <a:lnTo>
                    <a:pt x="276733" y="121665"/>
                  </a:lnTo>
                  <a:lnTo>
                    <a:pt x="276733" y="0"/>
                  </a:lnTo>
                  <a:close/>
                </a:path>
                <a:path w="548005" h="123189">
                  <a:moveTo>
                    <a:pt x="237109" y="0"/>
                  </a:moveTo>
                  <a:lnTo>
                    <a:pt x="252984" y="0"/>
                  </a:lnTo>
                  <a:lnTo>
                    <a:pt x="252984" y="121665"/>
                  </a:lnTo>
                  <a:lnTo>
                    <a:pt x="237109" y="121665"/>
                  </a:lnTo>
                  <a:lnTo>
                    <a:pt x="237109" y="0"/>
                  </a:lnTo>
                  <a:close/>
                </a:path>
                <a:path w="548005" h="123189">
                  <a:moveTo>
                    <a:pt x="0" y="0"/>
                  </a:moveTo>
                  <a:lnTo>
                    <a:pt x="17538" y="0"/>
                  </a:lnTo>
                  <a:lnTo>
                    <a:pt x="51066" y="83946"/>
                  </a:lnTo>
                  <a:lnTo>
                    <a:pt x="84797" y="0"/>
                  </a:lnTo>
                  <a:lnTo>
                    <a:pt x="101269" y="0"/>
                  </a:lnTo>
                  <a:lnTo>
                    <a:pt x="135166" y="83946"/>
                  </a:lnTo>
                  <a:lnTo>
                    <a:pt x="168338" y="0"/>
                  </a:lnTo>
                  <a:lnTo>
                    <a:pt x="185699" y="0"/>
                  </a:lnTo>
                  <a:lnTo>
                    <a:pt x="136537" y="122174"/>
                  </a:lnTo>
                  <a:lnTo>
                    <a:pt x="132702" y="122174"/>
                  </a:lnTo>
                  <a:lnTo>
                    <a:pt x="92938" y="23240"/>
                  </a:lnTo>
                  <a:lnTo>
                    <a:pt x="52755" y="122174"/>
                  </a:lnTo>
                  <a:lnTo>
                    <a:pt x="49021" y="122174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5422" y="2164333"/>
            <a:ext cx="535813" cy="13233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3657" y="2162555"/>
            <a:ext cx="448437" cy="17360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79089" y="2164460"/>
            <a:ext cx="172212" cy="1320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43504" y="2164460"/>
            <a:ext cx="932307" cy="17170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66870" y="2164460"/>
            <a:ext cx="172212" cy="13208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27854" y="2164460"/>
            <a:ext cx="1067308" cy="17170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69965" y="2162936"/>
            <a:ext cx="252349" cy="13373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7745" y="2428113"/>
            <a:ext cx="1274953" cy="18694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5300" y="2886710"/>
            <a:ext cx="898271" cy="153542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516380" y="2887726"/>
            <a:ext cx="290195" cy="133350"/>
            <a:chOff x="1516380" y="2887726"/>
            <a:chExt cx="290195" cy="133350"/>
          </a:xfrm>
        </p:grpSpPr>
        <p:sp>
          <p:nvSpPr>
            <p:cNvPr id="24" name="object 24"/>
            <p:cNvSpPr/>
            <p:nvPr/>
          </p:nvSpPr>
          <p:spPr>
            <a:xfrm>
              <a:off x="1520952" y="2892298"/>
              <a:ext cx="280670" cy="123825"/>
            </a:xfrm>
            <a:custGeom>
              <a:avLst/>
              <a:gdLst/>
              <a:ahLst/>
              <a:cxnLst/>
              <a:rect l="l" t="t" r="r" b="b"/>
              <a:pathLst>
                <a:path w="280669" h="123825">
                  <a:moveTo>
                    <a:pt x="266953" y="55625"/>
                  </a:moveTo>
                  <a:lnTo>
                    <a:pt x="248538" y="55625"/>
                  </a:lnTo>
                  <a:lnTo>
                    <a:pt x="253237" y="60325"/>
                  </a:lnTo>
                  <a:lnTo>
                    <a:pt x="253237" y="74167"/>
                  </a:lnTo>
                  <a:lnTo>
                    <a:pt x="226314" y="83438"/>
                  </a:lnTo>
                  <a:lnTo>
                    <a:pt x="220992" y="86740"/>
                  </a:lnTo>
                  <a:lnTo>
                    <a:pt x="213867" y="94614"/>
                  </a:lnTo>
                  <a:lnTo>
                    <a:pt x="212090" y="99060"/>
                  </a:lnTo>
                  <a:lnTo>
                    <a:pt x="212090" y="109727"/>
                  </a:lnTo>
                  <a:lnTo>
                    <a:pt x="213867" y="114300"/>
                  </a:lnTo>
                  <a:lnTo>
                    <a:pt x="217678" y="117982"/>
                  </a:lnTo>
                  <a:lnTo>
                    <a:pt x="221360" y="121665"/>
                  </a:lnTo>
                  <a:lnTo>
                    <a:pt x="226237" y="123698"/>
                  </a:lnTo>
                  <a:lnTo>
                    <a:pt x="238796" y="123698"/>
                  </a:lnTo>
                  <a:lnTo>
                    <a:pt x="246035" y="121030"/>
                  </a:lnTo>
                  <a:lnTo>
                    <a:pt x="246215" y="121030"/>
                  </a:lnTo>
                  <a:lnTo>
                    <a:pt x="253110" y="115697"/>
                  </a:lnTo>
                  <a:lnTo>
                    <a:pt x="280542" y="115697"/>
                  </a:lnTo>
                  <a:lnTo>
                    <a:pt x="280542" y="112649"/>
                  </a:lnTo>
                  <a:lnTo>
                    <a:pt x="235839" y="112649"/>
                  </a:lnTo>
                  <a:lnTo>
                    <a:pt x="233045" y="111632"/>
                  </a:lnTo>
                  <a:lnTo>
                    <a:pt x="231012" y="109474"/>
                  </a:lnTo>
                  <a:lnTo>
                    <a:pt x="228853" y="107441"/>
                  </a:lnTo>
                  <a:lnTo>
                    <a:pt x="227837" y="104775"/>
                  </a:lnTo>
                  <a:lnTo>
                    <a:pt x="227837" y="98171"/>
                  </a:lnTo>
                  <a:lnTo>
                    <a:pt x="253237" y="82676"/>
                  </a:lnTo>
                  <a:lnTo>
                    <a:pt x="268859" y="82676"/>
                  </a:lnTo>
                  <a:lnTo>
                    <a:pt x="268859" y="67437"/>
                  </a:lnTo>
                  <a:lnTo>
                    <a:pt x="268612" y="62999"/>
                  </a:lnTo>
                  <a:lnTo>
                    <a:pt x="268604" y="62864"/>
                  </a:lnTo>
                  <a:lnTo>
                    <a:pt x="267968" y="58832"/>
                  </a:lnTo>
                  <a:lnTo>
                    <a:pt x="267842" y="58038"/>
                  </a:lnTo>
                  <a:lnTo>
                    <a:pt x="266953" y="55625"/>
                  </a:lnTo>
                  <a:close/>
                </a:path>
                <a:path w="280669" h="123825">
                  <a:moveTo>
                    <a:pt x="280542" y="115697"/>
                  </a:moveTo>
                  <a:lnTo>
                    <a:pt x="253110" y="115697"/>
                  </a:lnTo>
                  <a:lnTo>
                    <a:pt x="254253" y="121030"/>
                  </a:lnTo>
                  <a:lnTo>
                    <a:pt x="258317" y="123698"/>
                  </a:lnTo>
                  <a:lnTo>
                    <a:pt x="267461" y="123698"/>
                  </a:lnTo>
                  <a:lnTo>
                    <a:pt x="269747" y="123316"/>
                  </a:lnTo>
                  <a:lnTo>
                    <a:pt x="271906" y="122427"/>
                  </a:lnTo>
                  <a:lnTo>
                    <a:pt x="274066" y="121665"/>
                  </a:lnTo>
                  <a:lnTo>
                    <a:pt x="276986" y="120014"/>
                  </a:lnTo>
                  <a:lnTo>
                    <a:pt x="280542" y="117728"/>
                  </a:lnTo>
                  <a:lnTo>
                    <a:pt x="280542" y="115697"/>
                  </a:lnTo>
                  <a:close/>
                </a:path>
                <a:path w="280669" h="123825">
                  <a:moveTo>
                    <a:pt x="268859" y="82676"/>
                  </a:moveTo>
                  <a:lnTo>
                    <a:pt x="253237" y="82676"/>
                  </a:lnTo>
                  <a:lnTo>
                    <a:pt x="253237" y="106425"/>
                  </a:lnTo>
                  <a:lnTo>
                    <a:pt x="248920" y="110616"/>
                  </a:lnTo>
                  <a:lnTo>
                    <a:pt x="244221" y="112649"/>
                  </a:lnTo>
                  <a:lnTo>
                    <a:pt x="280542" y="112649"/>
                  </a:lnTo>
                  <a:lnTo>
                    <a:pt x="280542" y="112267"/>
                  </a:lnTo>
                  <a:lnTo>
                    <a:pt x="269747" y="112267"/>
                  </a:lnTo>
                  <a:lnTo>
                    <a:pt x="268859" y="110998"/>
                  </a:lnTo>
                  <a:lnTo>
                    <a:pt x="268859" y="82676"/>
                  </a:lnTo>
                  <a:close/>
                </a:path>
                <a:path w="280669" h="123825">
                  <a:moveTo>
                    <a:pt x="280542" y="108076"/>
                  </a:moveTo>
                  <a:lnTo>
                    <a:pt x="276848" y="110616"/>
                  </a:lnTo>
                  <a:lnTo>
                    <a:pt x="276213" y="110998"/>
                  </a:lnTo>
                  <a:lnTo>
                    <a:pt x="273558" y="112267"/>
                  </a:lnTo>
                  <a:lnTo>
                    <a:pt x="280542" y="112267"/>
                  </a:lnTo>
                  <a:lnTo>
                    <a:pt x="280542" y="108076"/>
                  </a:lnTo>
                  <a:close/>
                </a:path>
                <a:path w="280669" h="123825">
                  <a:moveTo>
                    <a:pt x="248792" y="40639"/>
                  </a:moveTo>
                  <a:lnTo>
                    <a:pt x="240029" y="40639"/>
                  </a:lnTo>
                  <a:lnTo>
                    <a:pt x="231882" y="41328"/>
                  </a:lnTo>
                  <a:lnTo>
                    <a:pt x="224758" y="43386"/>
                  </a:lnTo>
                  <a:lnTo>
                    <a:pt x="218634" y="46801"/>
                  </a:lnTo>
                  <a:lnTo>
                    <a:pt x="213486" y="51562"/>
                  </a:lnTo>
                  <a:lnTo>
                    <a:pt x="213486" y="68834"/>
                  </a:lnTo>
                  <a:lnTo>
                    <a:pt x="219704" y="62999"/>
                  </a:lnTo>
                  <a:lnTo>
                    <a:pt x="225980" y="58832"/>
                  </a:lnTo>
                  <a:lnTo>
                    <a:pt x="232328" y="56332"/>
                  </a:lnTo>
                  <a:lnTo>
                    <a:pt x="237779" y="55625"/>
                  </a:lnTo>
                  <a:lnTo>
                    <a:pt x="266953" y="55625"/>
                  </a:lnTo>
                  <a:lnTo>
                    <a:pt x="264159" y="50800"/>
                  </a:lnTo>
                  <a:lnTo>
                    <a:pt x="262635" y="48894"/>
                  </a:lnTo>
                  <a:lnTo>
                    <a:pt x="260858" y="47498"/>
                  </a:lnTo>
                  <a:lnTo>
                    <a:pt x="255650" y="42925"/>
                  </a:lnTo>
                  <a:lnTo>
                    <a:pt x="248792" y="40639"/>
                  </a:lnTo>
                  <a:close/>
                </a:path>
                <a:path w="280669" h="123825">
                  <a:moveTo>
                    <a:pt x="144398" y="42163"/>
                  </a:moveTo>
                  <a:lnTo>
                    <a:pt x="128270" y="42163"/>
                  </a:lnTo>
                  <a:lnTo>
                    <a:pt x="128270" y="122300"/>
                  </a:lnTo>
                  <a:lnTo>
                    <a:pt x="144398" y="122300"/>
                  </a:lnTo>
                  <a:lnTo>
                    <a:pt x="144398" y="65150"/>
                  </a:lnTo>
                  <a:lnTo>
                    <a:pt x="149605" y="57657"/>
                  </a:lnTo>
                  <a:lnTo>
                    <a:pt x="155955" y="53848"/>
                  </a:lnTo>
                  <a:lnTo>
                    <a:pt x="191624" y="53848"/>
                  </a:lnTo>
                  <a:lnTo>
                    <a:pt x="190906" y="52450"/>
                  </a:lnTo>
                  <a:lnTo>
                    <a:pt x="144398" y="52450"/>
                  </a:lnTo>
                  <a:lnTo>
                    <a:pt x="144398" y="42163"/>
                  </a:lnTo>
                  <a:close/>
                </a:path>
                <a:path w="280669" h="123825">
                  <a:moveTo>
                    <a:pt x="191624" y="53848"/>
                  </a:moveTo>
                  <a:lnTo>
                    <a:pt x="169290" y="53848"/>
                  </a:lnTo>
                  <a:lnTo>
                    <a:pt x="173481" y="55625"/>
                  </a:lnTo>
                  <a:lnTo>
                    <a:pt x="176022" y="59181"/>
                  </a:lnTo>
                  <a:lnTo>
                    <a:pt x="178561" y="62611"/>
                  </a:lnTo>
                  <a:lnTo>
                    <a:pt x="179831" y="68452"/>
                  </a:lnTo>
                  <a:lnTo>
                    <a:pt x="179831" y="122300"/>
                  </a:lnTo>
                  <a:lnTo>
                    <a:pt x="195579" y="122300"/>
                  </a:lnTo>
                  <a:lnTo>
                    <a:pt x="195579" y="66801"/>
                  </a:lnTo>
                  <a:lnTo>
                    <a:pt x="194436" y="59689"/>
                  </a:lnTo>
                  <a:lnTo>
                    <a:pt x="192278" y="55117"/>
                  </a:lnTo>
                  <a:lnTo>
                    <a:pt x="191624" y="53848"/>
                  </a:lnTo>
                  <a:close/>
                </a:path>
                <a:path w="280669" h="123825">
                  <a:moveTo>
                    <a:pt x="173481" y="40639"/>
                  </a:moveTo>
                  <a:lnTo>
                    <a:pt x="168528" y="40639"/>
                  </a:lnTo>
                  <a:lnTo>
                    <a:pt x="161954" y="41378"/>
                  </a:lnTo>
                  <a:lnTo>
                    <a:pt x="155749" y="43592"/>
                  </a:lnTo>
                  <a:lnTo>
                    <a:pt x="149901" y="47283"/>
                  </a:lnTo>
                  <a:lnTo>
                    <a:pt x="144398" y="52450"/>
                  </a:lnTo>
                  <a:lnTo>
                    <a:pt x="190906" y="52450"/>
                  </a:lnTo>
                  <a:lnTo>
                    <a:pt x="189991" y="50673"/>
                  </a:lnTo>
                  <a:lnTo>
                    <a:pt x="186816" y="47116"/>
                  </a:lnTo>
                  <a:lnTo>
                    <a:pt x="182498" y="44576"/>
                  </a:lnTo>
                  <a:lnTo>
                    <a:pt x="178180" y="41910"/>
                  </a:lnTo>
                  <a:lnTo>
                    <a:pt x="173481" y="40639"/>
                  </a:lnTo>
                  <a:close/>
                </a:path>
                <a:path w="280669" h="123825">
                  <a:moveTo>
                    <a:pt x="64515" y="0"/>
                  </a:moveTo>
                  <a:lnTo>
                    <a:pt x="52196" y="0"/>
                  </a:lnTo>
                  <a:lnTo>
                    <a:pt x="0" y="122300"/>
                  </a:lnTo>
                  <a:lnTo>
                    <a:pt x="17906" y="122300"/>
                  </a:lnTo>
                  <a:lnTo>
                    <a:pt x="33146" y="86232"/>
                  </a:lnTo>
                  <a:lnTo>
                    <a:pt x="102931" y="86232"/>
                  </a:lnTo>
                  <a:lnTo>
                    <a:pt x="96029" y="70738"/>
                  </a:lnTo>
                  <a:lnTo>
                    <a:pt x="40004" y="70738"/>
                  </a:lnTo>
                  <a:lnTo>
                    <a:pt x="58165" y="26669"/>
                  </a:lnTo>
                  <a:lnTo>
                    <a:pt x="76397" y="26669"/>
                  </a:lnTo>
                  <a:lnTo>
                    <a:pt x="64515" y="0"/>
                  </a:lnTo>
                  <a:close/>
                </a:path>
                <a:path w="280669" h="123825">
                  <a:moveTo>
                    <a:pt x="102931" y="86232"/>
                  </a:moveTo>
                  <a:lnTo>
                    <a:pt x="84962" y="86232"/>
                  </a:lnTo>
                  <a:lnTo>
                    <a:pt x="101218" y="122300"/>
                  </a:lnTo>
                  <a:lnTo>
                    <a:pt x="118998" y="122300"/>
                  </a:lnTo>
                  <a:lnTo>
                    <a:pt x="102931" y="86232"/>
                  </a:lnTo>
                  <a:close/>
                </a:path>
                <a:path w="280669" h="123825">
                  <a:moveTo>
                    <a:pt x="76397" y="26669"/>
                  </a:moveTo>
                  <a:lnTo>
                    <a:pt x="58165" y="26669"/>
                  </a:lnTo>
                  <a:lnTo>
                    <a:pt x="77850" y="70738"/>
                  </a:lnTo>
                  <a:lnTo>
                    <a:pt x="96029" y="70738"/>
                  </a:lnTo>
                  <a:lnTo>
                    <a:pt x="76397" y="26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16380" y="2887726"/>
              <a:ext cx="289687" cy="132842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953641" y="2888360"/>
            <a:ext cx="85090" cy="13220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168525" y="2886836"/>
            <a:ext cx="204343" cy="15341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503551" y="2886710"/>
            <a:ext cx="735584" cy="15354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73882" y="2888360"/>
            <a:ext cx="508000" cy="13208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018788" y="2887726"/>
            <a:ext cx="158114" cy="13284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299203" y="2888360"/>
            <a:ext cx="124587" cy="13220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559680" y="2888360"/>
            <a:ext cx="953262" cy="13220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658865" y="2888360"/>
            <a:ext cx="165989" cy="13220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05485" y="3185414"/>
            <a:ext cx="4530953" cy="17335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08876" y="3613150"/>
            <a:ext cx="1193050" cy="17246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88922" y="3611879"/>
            <a:ext cx="446913" cy="17360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328417" y="3653790"/>
            <a:ext cx="81280" cy="92075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505710" y="3613784"/>
            <a:ext cx="439166" cy="17170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045205" y="3613784"/>
            <a:ext cx="172212" cy="13208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14191" y="3613784"/>
            <a:ext cx="964819" cy="17170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358385" y="3612260"/>
            <a:ext cx="250825" cy="133731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709414" y="3613658"/>
            <a:ext cx="422275" cy="13233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211698" y="3612260"/>
            <a:ext cx="608711" cy="17322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08711" y="3910965"/>
            <a:ext cx="1069771" cy="173228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508355" y="4336034"/>
            <a:ext cx="929640" cy="153670"/>
            <a:chOff x="508355" y="4336034"/>
            <a:chExt cx="929640" cy="153670"/>
          </a:xfrm>
        </p:grpSpPr>
        <p:sp>
          <p:nvSpPr>
            <p:cNvPr id="46" name="object 46"/>
            <p:cNvSpPr/>
            <p:nvPr/>
          </p:nvSpPr>
          <p:spPr>
            <a:xfrm>
              <a:off x="512927" y="4340606"/>
              <a:ext cx="920750" cy="144780"/>
            </a:xfrm>
            <a:custGeom>
              <a:avLst/>
              <a:gdLst/>
              <a:ahLst/>
              <a:cxnLst/>
              <a:rect l="l" t="t" r="r" b="b"/>
              <a:pathLst>
                <a:path w="920750" h="144779">
                  <a:moveTo>
                    <a:pt x="911758" y="100330"/>
                  </a:moveTo>
                  <a:lnTo>
                    <a:pt x="905281" y="100330"/>
                  </a:lnTo>
                  <a:lnTo>
                    <a:pt x="902741" y="101473"/>
                  </a:lnTo>
                  <a:lnTo>
                    <a:pt x="900582" y="103759"/>
                  </a:lnTo>
                  <a:lnTo>
                    <a:pt x="898550" y="106045"/>
                  </a:lnTo>
                  <a:lnTo>
                    <a:pt x="897407" y="108839"/>
                  </a:lnTo>
                  <a:lnTo>
                    <a:pt x="897407" y="117729"/>
                  </a:lnTo>
                  <a:lnTo>
                    <a:pt x="900582" y="121539"/>
                  </a:lnTo>
                  <a:lnTo>
                    <a:pt x="907113" y="123444"/>
                  </a:lnTo>
                  <a:lnTo>
                    <a:pt x="906674" y="123444"/>
                  </a:lnTo>
                  <a:lnTo>
                    <a:pt x="899439" y="141224"/>
                  </a:lnTo>
                  <a:lnTo>
                    <a:pt x="899439" y="144399"/>
                  </a:lnTo>
                  <a:lnTo>
                    <a:pt x="905916" y="142367"/>
                  </a:lnTo>
                  <a:lnTo>
                    <a:pt x="910996" y="138938"/>
                  </a:lnTo>
                  <a:lnTo>
                    <a:pt x="914679" y="133985"/>
                  </a:lnTo>
                  <a:lnTo>
                    <a:pt x="918362" y="129159"/>
                  </a:lnTo>
                  <a:lnTo>
                    <a:pt x="920267" y="123444"/>
                  </a:lnTo>
                  <a:lnTo>
                    <a:pt x="920267" y="112141"/>
                  </a:lnTo>
                  <a:lnTo>
                    <a:pt x="919124" y="108204"/>
                  </a:lnTo>
                  <a:lnTo>
                    <a:pt x="916838" y="105029"/>
                  </a:lnTo>
                  <a:lnTo>
                    <a:pt x="914679" y="101854"/>
                  </a:lnTo>
                  <a:lnTo>
                    <a:pt x="911758" y="100330"/>
                  </a:lnTo>
                  <a:close/>
                </a:path>
                <a:path w="920750" h="144779">
                  <a:moveTo>
                    <a:pt x="561962" y="1016"/>
                  </a:moveTo>
                  <a:lnTo>
                    <a:pt x="549719" y="1016"/>
                  </a:lnTo>
                  <a:lnTo>
                    <a:pt x="497484" y="123317"/>
                  </a:lnTo>
                  <a:lnTo>
                    <a:pt x="515378" y="123317"/>
                  </a:lnTo>
                  <a:lnTo>
                    <a:pt x="530567" y="87249"/>
                  </a:lnTo>
                  <a:lnTo>
                    <a:pt x="600413" y="87249"/>
                  </a:lnTo>
                  <a:lnTo>
                    <a:pt x="593504" y="71755"/>
                  </a:lnTo>
                  <a:lnTo>
                    <a:pt x="537489" y="71755"/>
                  </a:lnTo>
                  <a:lnTo>
                    <a:pt x="555688" y="27686"/>
                  </a:lnTo>
                  <a:lnTo>
                    <a:pt x="573854" y="27686"/>
                  </a:lnTo>
                  <a:lnTo>
                    <a:pt x="561962" y="1016"/>
                  </a:lnTo>
                  <a:close/>
                </a:path>
                <a:path w="920750" h="144779">
                  <a:moveTo>
                    <a:pt x="600413" y="87249"/>
                  </a:moveTo>
                  <a:lnTo>
                    <a:pt x="582460" y="87249"/>
                  </a:lnTo>
                  <a:lnTo>
                    <a:pt x="598678" y="123317"/>
                  </a:lnTo>
                  <a:lnTo>
                    <a:pt x="616496" y="123317"/>
                  </a:lnTo>
                  <a:lnTo>
                    <a:pt x="600413" y="87249"/>
                  </a:lnTo>
                  <a:close/>
                </a:path>
                <a:path w="920750" h="144779">
                  <a:moveTo>
                    <a:pt x="573854" y="27686"/>
                  </a:moveTo>
                  <a:lnTo>
                    <a:pt x="555688" y="27686"/>
                  </a:lnTo>
                  <a:lnTo>
                    <a:pt x="575310" y="71755"/>
                  </a:lnTo>
                  <a:lnTo>
                    <a:pt x="593504" y="71755"/>
                  </a:lnTo>
                  <a:lnTo>
                    <a:pt x="573854" y="27686"/>
                  </a:lnTo>
                  <a:close/>
                </a:path>
                <a:path w="920750" h="144779">
                  <a:moveTo>
                    <a:pt x="190106" y="1016"/>
                  </a:moveTo>
                  <a:lnTo>
                    <a:pt x="177863" y="1016"/>
                  </a:lnTo>
                  <a:lnTo>
                    <a:pt x="125628" y="123317"/>
                  </a:lnTo>
                  <a:lnTo>
                    <a:pt x="143522" y="123317"/>
                  </a:lnTo>
                  <a:lnTo>
                    <a:pt x="158711" y="87249"/>
                  </a:lnTo>
                  <a:lnTo>
                    <a:pt x="228557" y="87249"/>
                  </a:lnTo>
                  <a:lnTo>
                    <a:pt x="221648" y="71755"/>
                  </a:lnTo>
                  <a:lnTo>
                    <a:pt x="165633" y="71755"/>
                  </a:lnTo>
                  <a:lnTo>
                    <a:pt x="183832" y="27686"/>
                  </a:lnTo>
                  <a:lnTo>
                    <a:pt x="201998" y="27686"/>
                  </a:lnTo>
                  <a:lnTo>
                    <a:pt x="190106" y="1016"/>
                  </a:lnTo>
                  <a:close/>
                </a:path>
                <a:path w="920750" h="144779">
                  <a:moveTo>
                    <a:pt x="228557" y="87249"/>
                  </a:moveTo>
                  <a:lnTo>
                    <a:pt x="210604" y="87249"/>
                  </a:lnTo>
                  <a:lnTo>
                    <a:pt x="226822" y="123317"/>
                  </a:lnTo>
                  <a:lnTo>
                    <a:pt x="244640" y="123317"/>
                  </a:lnTo>
                  <a:lnTo>
                    <a:pt x="228557" y="87249"/>
                  </a:lnTo>
                  <a:close/>
                </a:path>
                <a:path w="920750" h="144779">
                  <a:moveTo>
                    <a:pt x="201998" y="27686"/>
                  </a:moveTo>
                  <a:lnTo>
                    <a:pt x="183832" y="27686"/>
                  </a:lnTo>
                  <a:lnTo>
                    <a:pt x="203454" y="71755"/>
                  </a:lnTo>
                  <a:lnTo>
                    <a:pt x="221648" y="71755"/>
                  </a:lnTo>
                  <a:lnTo>
                    <a:pt x="201998" y="27686"/>
                  </a:lnTo>
                  <a:close/>
                </a:path>
                <a:path w="920750" h="144779">
                  <a:moveTo>
                    <a:pt x="828065" y="0"/>
                  </a:moveTo>
                  <a:lnTo>
                    <a:pt x="781456" y="17780"/>
                  </a:lnTo>
                  <a:lnTo>
                    <a:pt x="764233" y="49676"/>
                  </a:lnTo>
                  <a:lnTo>
                    <a:pt x="764186" y="49837"/>
                  </a:lnTo>
                  <a:lnTo>
                    <a:pt x="763097" y="62230"/>
                  </a:lnTo>
                  <a:lnTo>
                    <a:pt x="763041" y="62865"/>
                  </a:lnTo>
                  <a:lnTo>
                    <a:pt x="764170" y="75467"/>
                  </a:lnTo>
                  <a:lnTo>
                    <a:pt x="791064" y="114802"/>
                  </a:lnTo>
                  <a:lnTo>
                    <a:pt x="827176" y="124714"/>
                  </a:lnTo>
                  <a:lnTo>
                    <a:pt x="840942" y="123616"/>
                  </a:lnTo>
                  <a:lnTo>
                    <a:pt x="853481" y="120316"/>
                  </a:lnTo>
                  <a:lnTo>
                    <a:pt x="864806" y="114802"/>
                  </a:lnTo>
                  <a:lnTo>
                    <a:pt x="872769" y="108712"/>
                  </a:lnTo>
                  <a:lnTo>
                    <a:pt x="828319" y="108712"/>
                  </a:lnTo>
                  <a:lnTo>
                    <a:pt x="818576" y="107900"/>
                  </a:lnTo>
                  <a:lnTo>
                    <a:pt x="784425" y="80962"/>
                  </a:lnTo>
                  <a:lnTo>
                    <a:pt x="781075" y="62865"/>
                  </a:lnTo>
                  <a:lnTo>
                    <a:pt x="781910" y="53201"/>
                  </a:lnTo>
                  <a:lnTo>
                    <a:pt x="809651" y="19827"/>
                  </a:lnTo>
                  <a:lnTo>
                    <a:pt x="818752" y="17341"/>
                  </a:lnTo>
                  <a:lnTo>
                    <a:pt x="818581" y="17341"/>
                  </a:lnTo>
                  <a:lnTo>
                    <a:pt x="828827" y="16510"/>
                  </a:lnTo>
                  <a:lnTo>
                    <a:pt x="873427" y="16510"/>
                  </a:lnTo>
                  <a:lnTo>
                    <a:pt x="865105" y="10019"/>
                  </a:lnTo>
                  <a:lnTo>
                    <a:pt x="853941" y="4460"/>
                  </a:lnTo>
                  <a:lnTo>
                    <a:pt x="841586" y="1117"/>
                  </a:lnTo>
                  <a:lnTo>
                    <a:pt x="828065" y="0"/>
                  </a:lnTo>
                  <a:close/>
                </a:path>
                <a:path w="920750" h="144779">
                  <a:moveTo>
                    <a:pt x="873427" y="16510"/>
                  </a:moveTo>
                  <a:lnTo>
                    <a:pt x="828827" y="16510"/>
                  </a:lnTo>
                  <a:lnTo>
                    <a:pt x="838350" y="17341"/>
                  </a:lnTo>
                  <a:lnTo>
                    <a:pt x="847099" y="19827"/>
                  </a:lnTo>
                  <a:lnTo>
                    <a:pt x="875087" y="52917"/>
                  </a:lnTo>
                  <a:lnTo>
                    <a:pt x="875944" y="62230"/>
                  </a:lnTo>
                  <a:lnTo>
                    <a:pt x="875087" y="71731"/>
                  </a:lnTo>
                  <a:lnTo>
                    <a:pt x="846835" y="105457"/>
                  </a:lnTo>
                  <a:lnTo>
                    <a:pt x="846705" y="105457"/>
                  </a:lnTo>
                  <a:lnTo>
                    <a:pt x="838004" y="107900"/>
                  </a:lnTo>
                  <a:lnTo>
                    <a:pt x="837826" y="107900"/>
                  </a:lnTo>
                  <a:lnTo>
                    <a:pt x="828319" y="108712"/>
                  </a:lnTo>
                  <a:lnTo>
                    <a:pt x="872769" y="108712"/>
                  </a:lnTo>
                  <a:lnTo>
                    <a:pt x="892613" y="75628"/>
                  </a:lnTo>
                  <a:lnTo>
                    <a:pt x="893827" y="62865"/>
                  </a:lnTo>
                  <a:lnTo>
                    <a:pt x="893816" y="62230"/>
                  </a:lnTo>
                  <a:lnTo>
                    <a:pt x="892697" y="49837"/>
                  </a:lnTo>
                  <a:lnTo>
                    <a:pt x="892682" y="49676"/>
                  </a:lnTo>
                  <a:lnTo>
                    <a:pt x="889191" y="37988"/>
                  </a:lnTo>
                  <a:lnTo>
                    <a:pt x="888485" y="36673"/>
                  </a:lnTo>
                  <a:lnTo>
                    <a:pt x="883308" y="27306"/>
                  </a:lnTo>
                  <a:lnTo>
                    <a:pt x="875055" y="17780"/>
                  </a:lnTo>
                  <a:lnTo>
                    <a:pt x="873427" y="16510"/>
                  </a:lnTo>
                  <a:close/>
                </a:path>
                <a:path w="920750" h="144779">
                  <a:moveTo>
                    <a:pt x="644385" y="1651"/>
                  </a:moveTo>
                  <a:lnTo>
                    <a:pt x="630288" y="1651"/>
                  </a:lnTo>
                  <a:lnTo>
                    <a:pt x="630288" y="123317"/>
                  </a:lnTo>
                  <a:lnTo>
                    <a:pt x="646645" y="123317"/>
                  </a:lnTo>
                  <a:lnTo>
                    <a:pt x="646645" y="29718"/>
                  </a:lnTo>
                  <a:lnTo>
                    <a:pt x="668747" y="29718"/>
                  </a:lnTo>
                  <a:lnTo>
                    <a:pt x="644385" y="1651"/>
                  </a:lnTo>
                  <a:close/>
                </a:path>
                <a:path w="920750" h="144779">
                  <a:moveTo>
                    <a:pt x="668747" y="29718"/>
                  </a:moveTo>
                  <a:lnTo>
                    <a:pt x="646645" y="29718"/>
                  </a:lnTo>
                  <a:lnTo>
                    <a:pt x="727964" y="123317"/>
                  </a:lnTo>
                  <a:lnTo>
                    <a:pt x="742950" y="123317"/>
                  </a:lnTo>
                  <a:lnTo>
                    <a:pt x="742950" y="96139"/>
                  </a:lnTo>
                  <a:lnTo>
                    <a:pt x="726401" y="96139"/>
                  </a:lnTo>
                  <a:lnTo>
                    <a:pt x="668747" y="29718"/>
                  </a:lnTo>
                  <a:close/>
                </a:path>
                <a:path w="920750" h="144779">
                  <a:moveTo>
                    <a:pt x="742950" y="1651"/>
                  </a:moveTo>
                  <a:lnTo>
                    <a:pt x="726401" y="1651"/>
                  </a:lnTo>
                  <a:lnTo>
                    <a:pt x="726401" y="96139"/>
                  </a:lnTo>
                  <a:lnTo>
                    <a:pt x="742950" y="96139"/>
                  </a:lnTo>
                  <a:lnTo>
                    <a:pt x="742950" y="1651"/>
                  </a:lnTo>
                  <a:close/>
                </a:path>
                <a:path w="920750" h="144779">
                  <a:moveTo>
                    <a:pt x="272529" y="1651"/>
                  </a:moveTo>
                  <a:lnTo>
                    <a:pt x="258432" y="1651"/>
                  </a:lnTo>
                  <a:lnTo>
                    <a:pt x="258432" y="123317"/>
                  </a:lnTo>
                  <a:lnTo>
                    <a:pt x="274789" y="123317"/>
                  </a:lnTo>
                  <a:lnTo>
                    <a:pt x="274789" y="29718"/>
                  </a:lnTo>
                  <a:lnTo>
                    <a:pt x="296891" y="29718"/>
                  </a:lnTo>
                  <a:lnTo>
                    <a:pt x="272529" y="1651"/>
                  </a:lnTo>
                  <a:close/>
                </a:path>
                <a:path w="920750" h="144779">
                  <a:moveTo>
                    <a:pt x="296891" y="29718"/>
                  </a:moveTo>
                  <a:lnTo>
                    <a:pt x="274789" y="29718"/>
                  </a:lnTo>
                  <a:lnTo>
                    <a:pt x="356108" y="123317"/>
                  </a:lnTo>
                  <a:lnTo>
                    <a:pt x="371094" y="123317"/>
                  </a:lnTo>
                  <a:lnTo>
                    <a:pt x="371094" y="96139"/>
                  </a:lnTo>
                  <a:lnTo>
                    <a:pt x="354545" y="96139"/>
                  </a:lnTo>
                  <a:lnTo>
                    <a:pt x="296891" y="29718"/>
                  </a:lnTo>
                  <a:close/>
                </a:path>
                <a:path w="920750" h="144779">
                  <a:moveTo>
                    <a:pt x="371094" y="1651"/>
                  </a:moveTo>
                  <a:lnTo>
                    <a:pt x="354545" y="1651"/>
                  </a:lnTo>
                  <a:lnTo>
                    <a:pt x="354545" y="96139"/>
                  </a:lnTo>
                  <a:lnTo>
                    <a:pt x="371094" y="96139"/>
                  </a:lnTo>
                  <a:lnTo>
                    <a:pt x="371094" y="1651"/>
                  </a:lnTo>
                  <a:close/>
                </a:path>
                <a:path w="920750" h="144779">
                  <a:moveTo>
                    <a:pt x="16484" y="1651"/>
                  </a:moveTo>
                  <a:lnTo>
                    <a:pt x="0" y="1651"/>
                  </a:lnTo>
                  <a:lnTo>
                    <a:pt x="0" y="123317"/>
                  </a:lnTo>
                  <a:lnTo>
                    <a:pt x="17411" y="123317"/>
                  </a:lnTo>
                  <a:lnTo>
                    <a:pt x="17411" y="28702"/>
                  </a:lnTo>
                  <a:lnTo>
                    <a:pt x="38331" y="28702"/>
                  </a:lnTo>
                  <a:lnTo>
                    <a:pt x="16484" y="1651"/>
                  </a:lnTo>
                  <a:close/>
                </a:path>
                <a:path w="920750" h="144779">
                  <a:moveTo>
                    <a:pt x="113360" y="28702"/>
                  </a:moveTo>
                  <a:lnTo>
                    <a:pt x="95859" y="28702"/>
                  </a:lnTo>
                  <a:lnTo>
                    <a:pt x="95859" y="123317"/>
                  </a:lnTo>
                  <a:lnTo>
                    <a:pt x="113360" y="123317"/>
                  </a:lnTo>
                  <a:lnTo>
                    <a:pt x="113360" y="28702"/>
                  </a:lnTo>
                  <a:close/>
                </a:path>
                <a:path w="920750" h="144779">
                  <a:moveTo>
                    <a:pt x="38331" y="28702"/>
                  </a:moveTo>
                  <a:lnTo>
                    <a:pt x="17411" y="28702"/>
                  </a:lnTo>
                  <a:lnTo>
                    <a:pt x="55245" y="75692"/>
                  </a:lnTo>
                  <a:lnTo>
                    <a:pt x="58470" y="75692"/>
                  </a:lnTo>
                  <a:lnTo>
                    <a:pt x="77569" y="51689"/>
                  </a:lnTo>
                  <a:lnTo>
                    <a:pt x="56896" y="51689"/>
                  </a:lnTo>
                  <a:lnTo>
                    <a:pt x="38331" y="28702"/>
                  </a:lnTo>
                  <a:close/>
                </a:path>
                <a:path w="920750" h="144779">
                  <a:moveTo>
                    <a:pt x="113360" y="1651"/>
                  </a:moveTo>
                  <a:lnTo>
                    <a:pt x="97078" y="1651"/>
                  </a:lnTo>
                  <a:lnTo>
                    <a:pt x="56896" y="51689"/>
                  </a:lnTo>
                  <a:lnTo>
                    <a:pt x="77569" y="51689"/>
                  </a:lnTo>
                  <a:lnTo>
                    <a:pt x="95859" y="28702"/>
                  </a:lnTo>
                  <a:lnTo>
                    <a:pt x="113360" y="28702"/>
                  </a:lnTo>
                  <a:lnTo>
                    <a:pt x="113360" y="1651"/>
                  </a:lnTo>
                  <a:close/>
                </a:path>
                <a:path w="920750" h="144779">
                  <a:moveTo>
                    <a:pt x="493623" y="1524"/>
                  </a:moveTo>
                  <a:lnTo>
                    <a:pt x="388797" y="1524"/>
                  </a:lnTo>
                  <a:lnTo>
                    <a:pt x="388797" y="17018"/>
                  </a:lnTo>
                  <a:lnTo>
                    <a:pt x="461645" y="17018"/>
                  </a:lnTo>
                  <a:lnTo>
                    <a:pt x="383832" y="123317"/>
                  </a:lnTo>
                  <a:lnTo>
                    <a:pt x="493623" y="123317"/>
                  </a:lnTo>
                  <a:lnTo>
                    <a:pt x="493623" y="107823"/>
                  </a:lnTo>
                  <a:lnTo>
                    <a:pt x="415925" y="107823"/>
                  </a:lnTo>
                  <a:lnTo>
                    <a:pt x="493623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12927" y="4340606"/>
              <a:ext cx="920750" cy="144780"/>
            </a:xfrm>
            <a:custGeom>
              <a:avLst/>
              <a:gdLst/>
              <a:ahLst/>
              <a:cxnLst/>
              <a:rect l="l" t="t" r="r" b="b"/>
              <a:pathLst>
                <a:path w="920750" h="144779">
                  <a:moveTo>
                    <a:pt x="908202" y="100330"/>
                  </a:moveTo>
                  <a:lnTo>
                    <a:pt x="911758" y="100330"/>
                  </a:lnTo>
                  <a:lnTo>
                    <a:pt x="914679" y="101854"/>
                  </a:lnTo>
                  <a:lnTo>
                    <a:pt x="916838" y="105029"/>
                  </a:lnTo>
                  <a:lnTo>
                    <a:pt x="919124" y="108204"/>
                  </a:lnTo>
                  <a:lnTo>
                    <a:pt x="920267" y="112141"/>
                  </a:lnTo>
                  <a:lnTo>
                    <a:pt x="920267" y="117094"/>
                  </a:lnTo>
                  <a:lnTo>
                    <a:pt x="920267" y="123444"/>
                  </a:lnTo>
                  <a:lnTo>
                    <a:pt x="918362" y="129159"/>
                  </a:lnTo>
                  <a:lnTo>
                    <a:pt x="914679" y="133985"/>
                  </a:lnTo>
                  <a:lnTo>
                    <a:pt x="910996" y="138938"/>
                  </a:lnTo>
                  <a:lnTo>
                    <a:pt x="905916" y="142367"/>
                  </a:lnTo>
                  <a:lnTo>
                    <a:pt x="899439" y="144399"/>
                  </a:lnTo>
                  <a:lnTo>
                    <a:pt x="899439" y="141224"/>
                  </a:lnTo>
                  <a:lnTo>
                    <a:pt x="901979" y="138684"/>
                  </a:lnTo>
                  <a:lnTo>
                    <a:pt x="903757" y="136144"/>
                  </a:lnTo>
                  <a:lnTo>
                    <a:pt x="904900" y="133604"/>
                  </a:lnTo>
                  <a:lnTo>
                    <a:pt x="905916" y="131064"/>
                  </a:lnTo>
                  <a:lnTo>
                    <a:pt x="906551" y="127635"/>
                  </a:lnTo>
                  <a:lnTo>
                    <a:pt x="906678" y="123317"/>
                  </a:lnTo>
                  <a:lnTo>
                    <a:pt x="900582" y="121539"/>
                  </a:lnTo>
                  <a:lnTo>
                    <a:pt x="897407" y="117729"/>
                  </a:lnTo>
                  <a:lnTo>
                    <a:pt x="897407" y="111887"/>
                  </a:lnTo>
                  <a:lnTo>
                    <a:pt x="897407" y="108839"/>
                  </a:lnTo>
                  <a:lnTo>
                    <a:pt x="898550" y="106045"/>
                  </a:lnTo>
                  <a:lnTo>
                    <a:pt x="900582" y="103759"/>
                  </a:lnTo>
                  <a:lnTo>
                    <a:pt x="902741" y="101473"/>
                  </a:lnTo>
                  <a:lnTo>
                    <a:pt x="905281" y="100330"/>
                  </a:lnTo>
                  <a:lnTo>
                    <a:pt x="908202" y="100330"/>
                  </a:lnTo>
                  <a:close/>
                </a:path>
                <a:path w="920750" h="144779">
                  <a:moveTo>
                    <a:pt x="555688" y="27686"/>
                  </a:moveTo>
                  <a:lnTo>
                    <a:pt x="537489" y="71755"/>
                  </a:lnTo>
                  <a:lnTo>
                    <a:pt x="575310" y="71755"/>
                  </a:lnTo>
                  <a:lnTo>
                    <a:pt x="555688" y="27686"/>
                  </a:lnTo>
                  <a:close/>
                </a:path>
                <a:path w="920750" h="144779">
                  <a:moveTo>
                    <a:pt x="183832" y="27686"/>
                  </a:moveTo>
                  <a:lnTo>
                    <a:pt x="165633" y="71755"/>
                  </a:lnTo>
                  <a:lnTo>
                    <a:pt x="203454" y="71755"/>
                  </a:lnTo>
                  <a:lnTo>
                    <a:pt x="183832" y="27686"/>
                  </a:lnTo>
                  <a:close/>
                </a:path>
                <a:path w="920750" h="144779">
                  <a:moveTo>
                    <a:pt x="828827" y="16510"/>
                  </a:moveTo>
                  <a:lnTo>
                    <a:pt x="788629" y="36540"/>
                  </a:lnTo>
                  <a:lnTo>
                    <a:pt x="781075" y="62865"/>
                  </a:lnTo>
                  <a:lnTo>
                    <a:pt x="781910" y="72342"/>
                  </a:lnTo>
                  <a:lnTo>
                    <a:pt x="809713" y="105457"/>
                  </a:lnTo>
                  <a:lnTo>
                    <a:pt x="828319" y="108712"/>
                  </a:lnTo>
                  <a:lnTo>
                    <a:pt x="838082" y="107878"/>
                  </a:lnTo>
                  <a:lnTo>
                    <a:pt x="872515" y="80422"/>
                  </a:lnTo>
                  <a:lnTo>
                    <a:pt x="875944" y="62230"/>
                  </a:lnTo>
                  <a:lnTo>
                    <a:pt x="875087" y="52917"/>
                  </a:lnTo>
                  <a:lnTo>
                    <a:pt x="847099" y="19827"/>
                  </a:lnTo>
                  <a:lnTo>
                    <a:pt x="828827" y="16510"/>
                  </a:lnTo>
                  <a:close/>
                </a:path>
                <a:path w="920750" h="144779">
                  <a:moveTo>
                    <a:pt x="630288" y="1651"/>
                  </a:moveTo>
                  <a:lnTo>
                    <a:pt x="644385" y="1651"/>
                  </a:lnTo>
                  <a:lnTo>
                    <a:pt x="726401" y="96139"/>
                  </a:lnTo>
                  <a:lnTo>
                    <a:pt x="726401" y="1651"/>
                  </a:lnTo>
                  <a:lnTo>
                    <a:pt x="742950" y="1651"/>
                  </a:lnTo>
                  <a:lnTo>
                    <a:pt x="742950" y="123317"/>
                  </a:lnTo>
                  <a:lnTo>
                    <a:pt x="727964" y="123317"/>
                  </a:lnTo>
                  <a:lnTo>
                    <a:pt x="646645" y="29718"/>
                  </a:lnTo>
                  <a:lnTo>
                    <a:pt x="646645" y="123317"/>
                  </a:lnTo>
                  <a:lnTo>
                    <a:pt x="630288" y="123317"/>
                  </a:lnTo>
                  <a:lnTo>
                    <a:pt x="630288" y="1651"/>
                  </a:lnTo>
                  <a:close/>
                </a:path>
                <a:path w="920750" h="144779">
                  <a:moveTo>
                    <a:pt x="258432" y="1651"/>
                  </a:moveTo>
                  <a:lnTo>
                    <a:pt x="272529" y="1651"/>
                  </a:lnTo>
                  <a:lnTo>
                    <a:pt x="354545" y="96139"/>
                  </a:lnTo>
                  <a:lnTo>
                    <a:pt x="354545" y="1651"/>
                  </a:lnTo>
                  <a:lnTo>
                    <a:pt x="371094" y="1651"/>
                  </a:lnTo>
                  <a:lnTo>
                    <a:pt x="371094" y="123317"/>
                  </a:lnTo>
                  <a:lnTo>
                    <a:pt x="356108" y="123317"/>
                  </a:lnTo>
                  <a:lnTo>
                    <a:pt x="274789" y="29718"/>
                  </a:lnTo>
                  <a:lnTo>
                    <a:pt x="274789" y="123317"/>
                  </a:lnTo>
                  <a:lnTo>
                    <a:pt x="258432" y="123317"/>
                  </a:lnTo>
                  <a:lnTo>
                    <a:pt x="258432" y="1651"/>
                  </a:lnTo>
                  <a:close/>
                </a:path>
                <a:path w="920750" h="144779">
                  <a:moveTo>
                    <a:pt x="0" y="1651"/>
                  </a:moveTo>
                  <a:lnTo>
                    <a:pt x="16484" y="1651"/>
                  </a:lnTo>
                  <a:lnTo>
                    <a:pt x="56896" y="51689"/>
                  </a:lnTo>
                  <a:lnTo>
                    <a:pt x="97078" y="1651"/>
                  </a:lnTo>
                  <a:lnTo>
                    <a:pt x="113360" y="1651"/>
                  </a:lnTo>
                  <a:lnTo>
                    <a:pt x="113360" y="123317"/>
                  </a:lnTo>
                  <a:lnTo>
                    <a:pt x="95859" y="123317"/>
                  </a:lnTo>
                  <a:lnTo>
                    <a:pt x="95859" y="28702"/>
                  </a:lnTo>
                  <a:lnTo>
                    <a:pt x="58470" y="75692"/>
                  </a:lnTo>
                  <a:lnTo>
                    <a:pt x="55245" y="75692"/>
                  </a:lnTo>
                  <a:lnTo>
                    <a:pt x="17411" y="28702"/>
                  </a:lnTo>
                  <a:lnTo>
                    <a:pt x="17411" y="123317"/>
                  </a:lnTo>
                  <a:lnTo>
                    <a:pt x="0" y="123317"/>
                  </a:lnTo>
                  <a:lnTo>
                    <a:pt x="0" y="1651"/>
                  </a:lnTo>
                  <a:close/>
                </a:path>
                <a:path w="920750" h="144779">
                  <a:moveTo>
                    <a:pt x="388797" y="1524"/>
                  </a:moveTo>
                  <a:lnTo>
                    <a:pt x="493623" y="1524"/>
                  </a:lnTo>
                  <a:lnTo>
                    <a:pt x="415925" y="107823"/>
                  </a:lnTo>
                  <a:lnTo>
                    <a:pt x="493623" y="107823"/>
                  </a:lnTo>
                  <a:lnTo>
                    <a:pt x="493623" y="123317"/>
                  </a:lnTo>
                  <a:lnTo>
                    <a:pt x="383832" y="123317"/>
                  </a:lnTo>
                  <a:lnTo>
                    <a:pt x="461645" y="17018"/>
                  </a:lnTo>
                  <a:lnTo>
                    <a:pt x="388797" y="17018"/>
                  </a:lnTo>
                  <a:lnTo>
                    <a:pt x="388797" y="1524"/>
                  </a:lnTo>
                  <a:close/>
                </a:path>
                <a:path w="920750" h="144779">
                  <a:moveTo>
                    <a:pt x="549719" y="1016"/>
                  </a:moveTo>
                  <a:lnTo>
                    <a:pt x="561962" y="1016"/>
                  </a:lnTo>
                  <a:lnTo>
                    <a:pt x="616496" y="123317"/>
                  </a:lnTo>
                  <a:lnTo>
                    <a:pt x="598678" y="123317"/>
                  </a:lnTo>
                  <a:lnTo>
                    <a:pt x="582460" y="87249"/>
                  </a:lnTo>
                  <a:lnTo>
                    <a:pt x="530567" y="87249"/>
                  </a:lnTo>
                  <a:lnTo>
                    <a:pt x="515378" y="123317"/>
                  </a:lnTo>
                  <a:lnTo>
                    <a:pt x="497484" y="123317"/>
                  </a:lnTo>
                  <a:lnTo>
                    <a:pt x="549719" y="1016"/>
                  </a:lnTo>
                  <a:close/>
                </a:path>
                <a:path w="920750" h="144779">
                  <a:moveTo>
                    <a:pt x="177863" y="1016"/>
                  </a:moveTo>
                  <a:lnTo>
                    <a:pt x="190106" y="1016"/>
                  </a:lnTo>
                  <a:lnTo>
                    <a:pt x="244640" y="123317"/>
                  </a:lnTo>
                  <a:lnTo>
                    <a:pt x="226822" y="123317"/>
                  </a:lnTo>
                  <a:lnTo>
                    <a:pt x="210604" y="87249"/>
                  </a:lnTo>
                  <a:lnTo>
                    <a:pt x="158711" y="87249"/>
                  </a:lnTo>
                  <a:lnTo>
                    <a:pt x="143522" y="123317"/>
                  </a:lnTo>
                  <a:lnTo>
                    <a:pt x="125628" y="123317"/>
                  </a:lnTo>
                  <a:lnTo>
                    <a:pt x="177863" y="1016"/>
                  </a:lnTo>
                  <a:close/>
                </a:path>
                <a:path w="920750" h="144779">
                  <a:moveTo>
                    <a:pt x="828065" y="0"/>
                  </a:moveTo>
                  <a:lnTo>
                    <a:pt x="865105" y="10019"/>
                  </a:lnTo>
                  <a:lnTo>
                    <a:pt x="892682" y="49676"/>
                  </a:lnTo>
                  <a:lnTo>
                    <a:pt x="893851" y="62611"/>
                  </a:lnTo>
                  <a:lnTo>
                    <a:pt x="892662" y="75467"/>
                  </a:lnTo>
                  <a:lnTo>
                    <a:pt x="864806" y="114802"/>
                  </a:lnTo>
                  <a:lnTo>
                    <a:pt x="827176" y="124714"/>
                  </a:lnTo>
                  <a:lnTo>
                    <a:pt x="814012" y="123616"/>
                  </a:lnTo>
                  <a:lnTo>
                    <a:pt x="773328" y="97726"/>
                  </a:lnTo>
                  <a:lnTo>
                    <a:pt x="763041" y="62865"/>
                  </a:lnTo>
                  <a:lnTo>
                    <a:pt x="764186" y="49837"/>
                  </a:lnTo>
                  <a:lnTo>
                    <a:pt x="791310" y="10019"/>
                  </a:lnTo>
                  <a:lnTo>
                    <a:pt x="828065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8" name="object 4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43558" y="4337684"/>
            <a:ext cx="94361" cy="17183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752600" y="4337050"/>
            <a:ext cx="158115" cy="132842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039366" y="4337684"/>
            <a:ext cx="163957" cy="13220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328545" y="4336160"/>
            <a:ext cx="204343" cy="153416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2655189" y="4336034"/>
            <a:ext cx="777875" cy="153670"/>
            <a:chOff x="2655189" y="4336034"/>
            <a:chExt cx="777875" cy="153670"/>
          </a:xfrm>
        </p:grpSpPr>
        <p:sp>
          <p:nvSpPr>
            <p:cNvPr id="53" name="object 53"/>
            <p:cNvSpPr/>
            <p:nvPr/>
          </p:nvSpPr>
          <p:spPr>
            <a:xfrm>
              <a:off x="2659761" y="4340606"/>
              <a:ext cx="768350" cy="144780"/>
            </a:xfrm>
            <a:custGeom>
              <a:avLst/>
              <a:gdLst/>
              <a:ahLst/>
              <a:cxnLst/>
              <a:rect l="l" t="t" r="r" b="b"/>
              <a:pathLst>
                <a:path w="768350" h="144779">
                  <a:moveTo>
                    <a:pt x="759840" y="100330"/>
                  </a:moveTo>
                  <a:lnTo>
                    <a:pt x="753363" y="100330"/>
                  </a:lnTo>
                  <a:lnTo>
                    <a:pt x="750824" y="101473"/>
                  </a:lnTo>
                  <a:lnTo>
                    <a:pt x="748664" y="103759"/>
                  </a:lnTo>
                  <a:lnTo>
                    <a:pt x="746633" y="106045"/>
                  </a:lnTo>
                  <a:lnTo>
                    <a:pt x="745489" y="108839"/>
                  </a:lnTo>
                  <a:lnTo>
                    <a:pt x="745489" y="117729"/>
                  </a:lnTo>
                  <a:lnTo>
                    <a:pt x="748664" y="121539"/>
                  </a:lnTo>
                  <a:lnTo>
                    <a:pt x="755196" y="123444"/>
                  </a:lnTo>
                  <a:lnTo>
                    <a:pt x="754757" y="123444"/>
                  </a:lnTo>
                  <a:lnTo>
                    <a:pt x="747522" y="141224"/>
                  </a:lnTo>
                  <a:lnTo>
                    <a:pt x="747522" y="144399"/>
                  </a:lnTo>
                  <a:lnTo>
                    <a:pt x="753999" y="142367"/>
                  </a:lnTo>
                  <a:lnTo>
                    <a:pt x="759078" y="138938"/>
                  </a:lnTo>
                  <a:lnTo>
                    <a:pt x="762762" y="133985"/>
                  </a:lnTo>
                  <a:lnTo>
                    <a:pt x="766444" y="129159"/>
                  </a:lnTo>
                  <a:lnTo>
                    <a:pt x="768350" y="123444"/>
                  </a:lnTo>
                  <a:lnTo>
                    <a:pt x="768350" y="112141"/>
                  </a:lnTo>
                  <a:lnTo>
                    <a:pt x="767206" y="108204"/>
                  </a:lnTo>
                  <a:lnTo>
                    <a:pt x="764921" y="105029"/>
                  </a:lnTo>
                  <a:lnTo>
                    <a:pt x="762762" y="101854"/>
                  </a:lnTo>
                  <a:lnTo>
                    <a:pt x="759840" y="100330"/>
                  </a:lnTo>
                  <a:close/>
                </a:path>
                <a:path w="768350" h="144779">
                  <a:moveTo>
                    <a:pt x="684402" y="1016"/>
                  </a:moveTo>
                  <a:lnTo>
                    <a:pt x="672084" y="1016"/>
                  </a:lnTo>
                  <a:lnTo>
                    <a:pt x="619887" y="123317"/>
                  </a:lnTo>
                  <a:lnTo>
                    <a:pt x="637793" y="123317"/>
                  </a:lnTo>
                  <a:lnTo>
                    <a:pt x="653034" y="87249"/>
                  </a:lnTo>
                  <a:lnTo>
                    <a:pt x="722818" y="87249"/>
                  </a:lnTo>
                  <a:lnTo>
                    <a:pt x="715916" y="71755"/>
                  </a:lnTo>
                  <a:lnTo>
                    <a:pt x="659891" y="71755"/>
                  </a:lnTo>
                  <a:lnTo>
                    <a:pt x="678052" y="27686"/>
                  </a:lnTo>
                  <a:lnTo>
                    <a:pt x="696284" y="27686"/>
                  </a:lnTo>
                  <a:lnTo>
                    <a:pt x="684402" y="1016"/>
                  </a:lnTo>
                  <a:close/>
                </a:path>
                <a:path w="768350" h="144779">
                  <a:moveTo>
                    <a:pt x="722818" y="87249"/>
                  </a:moveTo>
                  <a:lnTo>
                    <a:pt x="704850" y="87249"/>
                  </a:lnTo>
                  <a:lnTo>
                    <a:pt x="721105" y="123317"/>
                  </a:lnTo>
                  <a:lnTo>
                    <a:pt x="738886" y="123317"/>
                  </a:lnTo>
                  <a:lnTo>
                    <a:pt x="722818" y="87249"/>
                  </a:lnTo>
                  <a:close/>
                </a:path>
                <a:path w="768350" h="144779">
                  <a:moveTo>
                    <a:pt x="696284" y="27686"/>
                  </a:moveTo>
                  <a:lnTo>
                    <a:pt x="678052" y="27686"/>
                  </a:lnTo>
                  <a:lnTo>
                    <a:pt x="697738" y="71755"/>
                  </a:lnTo>
                  <a:lnTo>
                    <a:pt x="715916" y="71755"/>
                  </a:lnTo>
                  <a:lnTo>
                    <a:pt x="696284" y="27686"/>
                  </a:lnTo>
                  <a:close/>
                </a:path>
                <a:path w="768350" h="144779">
                  <a:moveTo>
                    <a:pt x="556132" y="1651"/>
                  </a:moveTo>
                  <a:lnTo>
                    <a:pt x="525652" y="1651"/>
                  </a:lnTo>
                  <a:lnTo>
                    <a:pt x="525652" y="123317"/>
                  </a:lnTo>
                  <a:lnTo>
                    <a:pt x="543051" y="123317"/>
                  </a:lnTo>
                  <a:lnTo>
                    <a:pt x="543051" y="70358"/>
                  </a:lnTo>
                  <a:lnTo>
                    <a:pt x="582041" y="70358"/>
                  </a:lnTo>
                  <a:lnTo>
                    <a:pt x="579501" y="68072"/>
                  </a:lnTo>
                  <a:lnTo>
                    <a:pt x="575690" y="65532"/>
                  </a:lnTo>
                  <a:lnTo>
                    <a:pt x="582294" y="62992"/>
                  </a:lnTo>
                  <a:lnTo>
                    <a:pt x="587375" y="59055"/>
                  </a:lnTo>
                  <a:lnTo>
                    <a:pt x="590308" y="54864"/>
                  </a:lnTo>
                  <a:lnTo>
                    <a:pt x="543051" y="54864"/>
                  </a:lnTo>
                  <a:lnTo>
                    <a:pt x="543051" y="16510"/>
                  </a:lnTo>
                  <a:lnTo>
                    <a:pt x="590539" y="16510"/>
                  </a:lnTo>
                  <a:lnTo>
                    <a:pt x="590103" y="15771"/>
                  </a:lnTo>
                  <a:lnTo>
                    <a:pt x="585343" y="10795"/>
                  </a:lnTo>
                  <a:lnTo>
                    <a:pt x="579439" y="6794"/>
                  </a:lnTo>
                  <a:lnTo>
                    <a:pt x="572595" y="3937"/>
                  </a:lnTo>
                  <a:lnTo>
                    <a:pt x="564822" y="2222"/>
                  </a:lnTo>
                  <a:lnTo>
                    <a:pt x="556132" y="1651"/>
                  </a:lnTo>
                  <a:close/>
                </a:path>
                <a:path w="768350" h="144779">
                  <a:moveTo>
                    <a:pt x="582041" y="70358"/>
                  </a:moveTo>
                  <a:lnTo>
                    <a:pt x="553212" y="70358"/>
                  </a:lnTo>
                  <a:lnTo>
                    <a:pt x="557276" y="70993"/>
                  </a:lnTo>
                  <a:lnTo>
                    <a:pt x="559688" y="72390"/>
                  </a:lnTo>
                  <a:lnTo>
                    <a:pt x="588899" y="109093"/>
                  </a:lnTo>
                  <a:lnTo>
                    <a:pt x="592327" y="113792"/>
                  </a:lnTo>
                  <a:lnTo>
                    <a:pt x="592931" y="114681"/>
                  </a:lnTo>
                  <a:lnTo>
                    <a:pt x="593216" y="115062"/>
                  </a:lnTo>
                  <a:lnTo>
                    <a:pt x="593343" y="115316"/>
                  </a:lnTo>
                  <a:lnTo>
                    <a:pt x="598677" y="123317"/>
                  </a:lnTo>
                  <a:lnTo>
                    <a:pt x="619378" y="123317"/>
                  </a:lnTo>
                  <a:lnTo>
                    <a:pt x="612901" y="114681"/>
                  </a:lnTo>
                  <a:lnTo>
                    <a:pt x="610362" y="111125"/>
                  </a:lnTo>
                  <a:lnTo>
                    <a:pt x="606933" y="105918"/>
                  </a:lnTo>
                  <a:lnTo>
                    <a:pt x="602741" y="99060"/>
                  </a:lnTo>
                  <a:lnTo>
                    <a:pt x="597979" y="91412"/>
                  </a:lnTo>
                  <a:lnTo>
                    <a:pt x="593788" y="85026"/>
                  </a:lnTo>
                  <a:lnTo>
                    <a:pt x="590168" y="79879"/>
                  </a:lnTo>
                  <a:lnTo>
                    <a:pt x="587120" y="75946"/>
                  </a:lnTo>
                  <a:lnTo>
                    <a:pt x="583311" y="71501"/>
                  </a:lnTo>
                  <a:lnTo>
                    <a:pt x="582041" y="70358"/>
                  </a:lnTo>
                  <a:close/>
                </a:path>
                <a:path w="768350" h="144779">
                  <a:moveTo>
                    <a:pt x="590539" y="16510"/>
                  </a:moveTo>
                  <a:lnTo>
                    <a:pt x="556768" y="16510"/>
                  </a:lnTo>
                  <a:lnTo>
                    <a:pt x="562863" y="17145"/>
                  </a:lnTo>
                  <a:lnTo>
                    <a:pt x="570230" y="19685"/>
                  </a:lnTo>
                  <a:lnTo>
                    <a:pt x="573151" y="21844"/>
                  </a:lnTo>
                  <a:lnTo>
                    <a:pt x="575182" y="25019"/>
                  </a:lnTo>
                  <a:lnTo>
                    <a:pt x="577239" y="28154"/>
                  </a:lnTo>
                  <a:lnTo>
                    <a:pt x="578231" y="31623"/>
                  </a:lnTo>
                  <a:lnTo>
                    <a:pt x="578231" y="39243"/>
                  </a:lnTo>
                  <a:lnTo>
                    <a:pt x="577373" y="42672"/>
                  </a:lnTo>
                  <a:lnTo>
                    <a:pt x="577341" y="42799"/>
                  </a:lnTo>
                  <a:lnTo>
                    <a:pt x="575437" y="45847"/>
                  </a:lnTo>
                  <a:lnTo>
                    <a:pt x="573658" y="48895"/>
                  </a:lnTo>
                  <a:lnTo>
                    <a:pt x="571119" y="51181"/>
                  </a:lnTo>
                  <a:lnTo>
                    <a:pt x="567816" y="52578"/>
                  </a:lnTo>
                  <a:lnTo>
                    <a:pt x="564514" y="54102"/>
                  </a:lnTo>
                  <a:lnTo>
                    <a:pt x="558419" y="54864"/>
                  </a:lnTo>
                  <a:lnTo>
                    <a:pt x="590308" y="54864"/>
                  </a:lnTo>
                  <a:lnTo>
                    <a:pt x="594400" y="48895"/>
                  </a:lnTo>
                  <a:lnTo>
                    <a:pt x="595338" y="45847"/>
                  </a:lnTo>
                  <a:lnTo>
                    <a:pt x="596227" y="42799"/>
                  </a:lnTo>
                  <a:lnTo>
                    <a:pt x="596264" y="35560"/>
                  </a:lnTo>
                  <a:lnTo>
                    <a:pt x="595576" y="28154"/>
                  </a:lnTo>
                  <a:lnTo>
                    <a:pt x="593607" y="21844"/>
                  </a:lnTo>
                  <a:lnTo>
                    <a:pt x="593518" y="21558"/>
                  </a:lnTo>
                  <a:lnTo>
                    <a:pt x="590539" y="16510"/>
                  </a:lnTo>
                  <a:close/>
                </a:path>
                <a:path w="768350" h="144779">
                  <a:moveTo>
                    <a:pt x="65024" y="0"/>
                  </a:moveTo>
                  <a:lnTo>
                    <a:pt x="18414" y="17780"/>
                  </a:lnTo>
                  <a:lnTo>
                    <a:pt x="1191" y="49676"/>
                  </a:lnTo>
                  <a:lnTo>
                    <a:pt x="1144" y="49837"/>
                  </a:lnTo>
                  <a:lnTo>
                    <a:pt x="55" y="62230"/>
                  </a:lnTo>
                  <a:lnTo>
                    <a:pt x="0" y="62865"/>
                  </a:lnTo>
                  <a:lnTo>
                    <a:pt x="1128" y="75467"/>
                  </a:lnTo>
                  <a:lnTo>
                    <a:pt x="1143" y="75628"/>
                  </a:lnTo>
                  <a:lnTo>
                    <a:pt x="28023" y="114802"/>
                  </a:lnTo>
                  <a:lnTo>
                    <a:pt x="64134" y="124714"/>
                  </a:lnTo>
                  <a:lnTo>
                    <a:pt x="77900" y="123616"/>
                  </a:lnTo>
                  <a:lnTo>
                    <a:pt x="90439" y="120316"/>
                  </a:lnTo>
                  <a:lnTo>
                    <a:pt x="101764" y="114802"/>
                  </a:lnTo>
                  <a:lnTo>
                    <a:pt x="109728" y="108712"/>
                  </a:lnTo>
                  <a:lnTo>
                    <a:pt x="65277" y="108712"/>
                  </a:lnTo>
                  <a:lnTo>
                    <a:pt x="55534" y="107900"/>
                  </a:lnTo>
                  <a:lnTo>
                    <a:pt x="21383" y="80962"/>
                  </a:lnTo>
                  <a:lnTo>
                    <a:pt x="18033" y="62865"/>
                  </a:lnTo>
                  <a:lnTo>
                    <a:pt x="18869" y="53201"/>
                  </a:lnTo>
                  <a:lnTo>
                    <a:pt x="21383" y="44418"/>
                  </a:lnTo>
                  <a:lnTo>
                    <a:pt x="25517" y="36673"/>
                  </a:lnTo>
                  <a:lnTo>
                    <a:pt x="25588" y="36540"/>
                  </a:lnTo>
                  <a:lnTo>
                    <a:pt x="55711" y="17341"/>
                  </a:lnTo>
                  <a:lnTo>
                    <a:pt x="55540" y="17341"/>
                  </a:lnTo>
                  <a:lnTo>
                    <a:pt x="65786" y="16510"/>
                  </a:lnTo>
                  <a:lnTo>
                    <a:pt x="110385" y="16510"/>
                  </a:lnTo>
                  <a:lnTo>
                    <a:pt x="102064" y="10019"/>
                  </a:lnTo>
                  <a:lnTo>
                    <a:pt x="90900" y="4460"/>
                  </a:lnTo>
                  <a:lnTo>
                    <a:pt x="78545" y="1117"/>
                  </a:lnTo>
                  <a:lnTo>
                    <a:pt x="65024" y="0"/>
                  </a:lnTo>
                  <a:close/>
                </a:path>
                <a:path w="768350" h="144779">
                  <a:moveTo>
                    <a:pt x="110385" y="16510"/>
                  </a:moveTo>
                  <a:lnTo>
                    <a:pt x="65786" y="16510"/>
                  </a:lnTo>
                  <a:lnTo>
                    <a:pt x="75309" y="17341"/>
                  </a:lnTo>
                  <a:lnTo>
                    <a:pt x="84058" y="19827"/>
                  </a:lnTo>
                  <a:lnTo>
                    <a:pt x="112045" y="52917"/>
                  </a:lnTo>
                  <a:lnTo>
                    <a:pt x="112902" y="62230"/>
                  </a:lnTo>
                  <a:lnTo>
                    <a:pt x="112045" y="71731"/>
                  </a:lnTo>
                  <a:lnTo>
                    <a:pt x="83793" y="105457"/>
                  </a:lnTo>
                  <a:lnTo>
                    <a:pt x="83664" y="105457"/>
                  </a:lnTo>
                  <a:lnTo>
                    <a:pt x="74963" y="107900"/>
                  </a:lnTo>
                  <a:lnTo>
                    <a:pt x="74785" y="107900"/>
                  </a:lnTo>
                  <a:lnTo>
                    <a:pt x="65277" y="108712"/>
                  </a:lnTo>
                  <a:lnTo>
                    <a:pt x="109728" y="108712"/>
                  </a:lnTo>
                  <a:lnTo>
                    <a:pt x="129572" y="75628"/>
                  </a:lnTo>
                  <a:lnTo>
                    <a:pt x="130786" y="62865"/>
                  </a:lnTo>
                  <a:lnTo>
                    <a:pt x="130775" y="62230"/>
                  </a:lnTo>
                  <a:lnTo>
                    <a:pt x="129655" y="49837"/>
                  </a:lnTo>
                  <a:lnTo>
                    <a:pt x="129641" y="49676"/>
                  </a:lnTo>
                  <a:lnTo>
                    <a:pt x="126150" y="37988"/>
                  </a:lnTo>
                  <a:lnTo>
                    <a:pt x="125443" y="36673"/>
                  </a:lnTo>
                  <a:lnTo>
                    <a:pt x="120267" y="27306"/>
                  </a:lnTo>
                  <a:lnTo>
                    <a:pt x="112013" y="17780"/>
                  </a:lnTo>
                  <a:lnTo>
                    <a:pt x="110385" y="16510"/>
                  </a:lnTo>
                  <a:close/>
                </a:path>
                <a:path w="768350" h="144779">
                  <a:moveTo>
                    <a:pt x="498475" y="1651"/>
                  </a:moveTo>
                  <a:lnTo>
                    <a:pt x="481075" y="1651"/>
                  </a:lnTo>
                  <a:lnTo>
                    <a:pt x="481075" y="123317"/>
                  </a:lnTo>
                  <a:lnTo>
                    <a:pt x="498475" y="123317"/>
                  </a:lnTo>
                  <a:lnTo>
                    <a:pt x="498475" y="1651"/>
                  </a:lnTo>
                  <a:close/>
                </a:path>
                <a:path w="768350" h="144779">
                  <a:moveTo>
                    <a:pt x="459994" y="1651"/>
                  </a:moveTo>
                  <a:lnTo>
                    <a:pt x="391032" y="1651"/>
                  </a:lnTo>
                  <a:lnTo>
                    <a:pt x="391032" y="123190"/>
                  </a:lnTo>
                  <a:lnTo>
                    <a:pt x="461644" y="123190"/>
                  </a:lnTo>
                  <a:lnTo>
                    <a:pt x="461644" y="107696"/>
                  </a:lnTo>
                  <a:lnTo>
                    <a:pt x="408431" y="107696"/>
                  </a:lnTo>
                  <a:lnTo>
                    <a:pt x="408431" y="69850"/>
                  </a:lnTo>
                  <a:lnTo>
                    <a:pt x="458215" y="69850"/>
                  </a:lnTo>
                  <a:lnTo>
                    <a:pt x="458215" y="54229"/>
                  </a:lnTo>
                  <a:lnTo>
                    <a:pt x="408431" y="54229"/>
                  </a:lnTo>
                  <a:lnTo>
                    <a:pt x="408431" y="17145"/>
                  </a:lnTo>
                  <a:lnTo>
                    <a:pt x="459994" y="17145"/>
                  </a:lnTo>
                  <a:lnTo>
                    <a:pt x="459994" y="1651"/>
                  </a:lnTo>
                  <a:close/>
                </a:path>
                <a:path w="768350" h="144779">
                  <a:moveTo>
                    <a:pt x="286893" y="1651"/>
                  </a:moveTo>
                  <a:lnTo>
                    <a:pt x="269366" y="1651"/>
                  </a:lnTo>
                  <a:lnTo>
                    <a:pt x="321818" y="123825"/>
                  </a:lnTo>
                  <a:lnTo>
                    <a:pt x="325755" y="123825"/>
                  </a:lnTo>
                  <a:lnTo>
                    <a:pt x="341206" y="87122"/>
                  </a:lnTo>
                  <a:lnTo>
                    <a:pt x="323469" y="87122"/>
                  </a:lnTo>
                  <a:lnTo>
                    <a:pt x="286893" y="1651"/>
                  </a:lnTo>
                  <a:close/>
                </a:path>
                <a:path w="768350" h="144779">
                  <a:moveTo>
                    <a:pt x="377189" y="1651"/>
                  </a:moveTo>
                  <a:lnTo>
                    <a:pt x="359790" y="1651"/>
                  </a:lnTo>
                  <a:lnTo>
                    <a:pt x="323469" y="87122"/>
                  </a:lnTo>
                  <a:lnTo>
                    <a:pt x="341206" y="87122"/>
                  </a:lnTo>
                  <a:lnTo>
                    <a:pt x="377189" y="1651"/>
                  </a:lnTo>
                  <a:close/>
                </a:path>
                <a:path w="768350" h="144779">
                  <a:moveTo>
                    <a:pt x="256158" y="1651"/>
                  </a:moveTo>
                  <a:lnTo>
                    <a:pt x="238759" y="1651"/>
                  </a:lnTo>
                  <a:lnTo>
                    <a:pt x="238759" y="123317"/>
                  </a:lnTo>
                  <a:lnTo>
                    <a:pt x="256158" y="123317"/>
                  </a:lnTo>
                  <a:lnTo>
                    <a:pt x="256158" y="1651"/>
                  </a:lnTo>
                  <a:close/>
                </a:path>
                <a:path w="768350" h="144779">
                  <a:moveTo>
                    <a:pt x="169163" y="1651"/>
                  </a:moveTo>
                  <a:lnTo>
                    <a:pt x="151764" y="1651"/>
                  </a:lnTo>
                  <a:lnTo>
                    <a:pt x="151764" y="123317"/>
                  </a:lnTo>
                  <a:lnTo>
                    <a:pt x="223900" y="123317"/>
                  </a:lnTo>
                  <a:lnTo>
                    <a:pt x="223900" y="107442"/>
                  </a:lnTo>
                  <a:lnTo>
                    <a:pt x="169163" y="107442"/>
                  </a:lnTo>
                  <a:lnTo>
                    <a:pt x="169163" y="16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59761" y="4340606"/>
              <a:ext cx="768350" cy="144780"/>
            </a:xfrm>
            <a:custGeom>
              <a:avLst/>
              <a:gdLst/>
              <a:ahLst/>
              <a:cxnLst/>
              <a:rect l="l" t="t" r="r" b="b"/>
              <a:pathLst>
                <a:path w="768350" h="144779">
                  <a:moveTo>
                    <a:pt x="756285" y="100330"/>
                  </a:moveTo>
                  <a:lnTo>
                    <a:pt x="759840" y="100330"/>
                  </a:lnTo>
                  <a:lnTo>
                    <a:pt x="762762" y="101854"/>
                  </a:lnTo>
                  <a:lnTo>
                    <a:pt x="764921" y="105029"/>
                  </a:lnTo>
                  <a:lnTo>
                    <a:pt x="767206" y="108204"/>
                  </a:lnTo>
                  <a:lnTo>
                    <a:pt x="768350" y="112141"/>
                  </a:lnTo>
                  <a:lnTo>
                    <a:pt x="768350" y="117094"/>
                  </a:lnTo>
                  <a:lnTo>
                    <a:pt x="768350" y="123444"/>
                  </a:lnTo>
                  <a:lnTo>
                    <a:pt x="766444" y="129159"/>
                  </a:lnTo>
                  <a:lnTo>
                    <a:pt x="762762" y="133985"/>
                  </a:lnTo>
                  <a:lnTo>
                    <a:pt x="759078" y="138938"/>
                  </a:lnTo>
                  <a:lnTo>
                    <a:pt x="753999" y="142367"/>
                  </a:lnTo>
                  <a:lnTo>
                    <a:pt x="747522" y="144399"/>
                  </a:lnTo>
                  <a:lnTo>
                    <a:pt x="747522" y="141224"/>
                  </a:lnTo>
                  <a:lnTo>
                    <a:pt x="750062" y="138684"/>
                  </a:lnTo>
                  <a:lnTo>
                    <a:pt x="751839" y="136144"/>
                  </a:lnTo>
                  <a:lnTo>
                    <a:pt x="752983" y="133604"/>
                  </a:lnTo>
                  <a:lnTo>
                    <a:pt x="753999" y="131064"/>
                  </a:lnTo>
                  <a:lnTo>
                    <a:pt x="754634" y="127635"/>
                  </a:lnTo>
                  <a:lnTo>
                    <a:pt x="754761" y="123317"/>
                  </a:lnTo>
                  <a:lnTo>
                    <a:pt x="748664" y="121539"/>
                  </a:lnTo>
                  <a:lnTo>
                    <a:pt x="745489" y="117729"/>
                  </a:lnTo>
                  <a:lnTo>
                    <a:pt x="745489" y="111887"/>
                  </a:lnTo>
                  <a:lnTo>
                    <a:pt x="745489" y="108839"/>
                  </a:lnTo>
                  <a:lnTo>
                    <a:pt x="746633" y="106045"/>
                  </a:lnTo>
                  <a:lnTo>
                    <a:pt x="748664" y="103759"/>
                  </a:lnTo>
                  <a:lnTo>
                    <a:pt x="750824" y="101473"/>
                  </a:lnTo>
                  <a:lnTo>
                    <a:pt x="753363" y="100330"/>
                  </a:lnTo>
                  <a:lnTo>
                    <a:pt x="756285" y="100330"/>
                  </a:lnTo>
                  <a:close/>
                </a:path>
                <a:path w="768350" h="144779">
                  <a:moveTo>
                    <a:pt x="678052" y="27686"/>
                  </a:moveTo>
                  <a:lnTo>
                    <a:pt x="659891" y="71755"/>
                  </a:lnTo>
                  <a:lnTo>
                    <a:pt x="697738" y="71755"/>
                  </a:lnTo>
                  <a:lnTo>
                    <a:pt x="678052" y="27686"/>
                  </a:lnTo>
                  <a:close/>
                </a:path>
                <a:path w="768350" h="144779">
                  <a:moveTo>
                    <a:pt x="543051" y="16510"/>
                  </a:moveTo>
                  <a:lnTo>
                    <a:pt x="543051" y="54864"/>
                  </a:lnTo>
                  <a:lnTo>
                    <a:pt x="549656" y="54864"/>
                  </a:lnTo>
                  <a:lnTo>
                    <a:pt x="558419" y="54864"/>
                  </a:lnTo>
                  <a:lnTo>
                    <a:pt x="564514" y="54102"/>
                  </a:lnTo>
                  <a:lnTo>
                    <a:pt x="567816" y="52578"/>
                  </a:lnTo>
                  <a:lnTo>
                    <a:pt x="571119" y="51181"/>
                  </a:lnTo>
                  <a:lnTo>
                    <a:pt x="573658" y="48895"/>
                  </a:lnTo>
                  <a:lnTo>
                    <a:pt x="575437" y="45847"/>
                  </a:lnTo>
                  <a:lnTo>
                    <a:pt x="577341" y="42799"/>
                  </a:lnTo>
                  <a:lnTo>
                    <a:pt x="578231" y="39243"/>
                  </a:lnTo>
                  <a:lnTo>
                    <a:pt x="578231" y="35433"/>
                  </a:lnTo>
                  <a:lnTo>
                    <a:pt x="578231" y="31623"/>
                  </a:lnTo>
                  <a:lnTo>
                    <a:pt x="577214" y="28067"/>
                  </a:lnTo>
                  <a:lnTo>
                    <a:pt x="575182" y="25019"/>
                  </a:lnTo>
                  <a:lnTo>
                    <a:pt x="573151" y="21844"/>
                  </a:lnTo>
                  <a:lnTo>
                    <a:pt x="570230" y="19685"/>
                  </a:lnTo>
                  <a:lnTo>
                    <a:pt x="566546" y="18415"/>
                  </a:lnTo>
                  <a:lnTo>
                    <a:pt x="562863" y="17145"/>
                  </a:lnTo>
                  <a:lnTo>
                    <a:pt x="556768" y="16510"/>
                  </a:lnTo>
                  <a:lnTo>
                    <a:pt x="548258" y="16510"/>
                  </a:lnTo>
                  <a:lnTo>
                    <a:pt x="543051" y="16510"/>
                  </a:lnTo>
                  <a:close/>
                </a:path>
                <a:path w="768350" h="144779">
                  <a:moveTo>
                    <a:pt x="65786" y="16510"/>
                  </a:moveTo>
                  <a:lnTo>
                    <a:pt x="25588" y="36540"/>
                  </a:lnTo>
                  <a:lnTo>
                    <a:pt x="18033" y="62865"/>
                  </a:lnTo>
                  <a:lnTo>
                    <a:pt x="18869" y="72342"/>
                  </a:lnTo>
                  <a:lnTo>
                    <a:pt x="46672" y="105457"/>
                  </a:lnTo>
                  <a:lnTo>
                    <a:pt x="65277" y="108712"/>
                  </a:lnTo>
                  <a:lnTo>
                    <a:pt x="75041" y="107878"/>
                  </a:lnTo>
                  <a:lnTo>
                    <a:pt x="109474" y="80422"/>
                  </a:lnTo>
                  <a:lnTo>
                    <a:pt x="112902" y="62230"/>
                  </a:lnTo>
                  <a:lnTo>
                    <a:pt x="112045" y="52917"/>
                  </a:lnTo>
                  <a:lnTo>
                    <a:pt x="84058" y="19827"/>
                  </a:lnTo>
                  <a:lnTo>
                    <a:pt x="65786" y="16510"/>
                  </a:lnTo>
                  <a:close/>
                </a:path>
                <a:path w="768350" h="144779">
                  <a:moveTo>
                    <a:pt x="525652" y="1651"/>
                  </a:moveTo>
                  <a:lnTo>
                    <a:pt x="556132" y="1651"/>
                  </a:lnTo>
                  <a:lnTo>
                    <a:pt x="564822" y="2222"/>
                  </a:lnTo>
                  <a:lnTo>
                    <a:pt x="595576" y="28154"/>
                  </a:lnTo>
                  <a:lnTo>
                    <a:pt x="596264" y="35560"/>
                  </a:lnTo>
                  <a:lnTo>
                    <a:pt x="596264" y="42672"/>
                  </a:lnTo>
                  <a:lnTo>
                    <a:pt x="575690" y="65532"/>
                  </a:lnTo>
                  <a:lnTo>
                    <a:pt x="579501" y="68072"/>
                  </a:lnTo>
                  <a:lnTo>
                    <a:pt x="602741" y="99060"/>
                  </a:lnTo>
                  <a:lnTo>
                    <a:pt x="606933" y="105918"/>
                  </a:lnTo>
                  <a:lnTo>
                    <a:pt x="610362" y="111125"/>
                  </a:lnTo>
                  <a:lnTo>
                    <a:pt x="612901" y="114681"/>
                  </a:lnTo>
                  <a:lnTo>
                    <a:pt x="619378" y="123317"/>
                  </a:lnTo>
                  <a:lnTo>
                    <a:pt x="598677" y="123317"/>
                  </a:lnTo>
                  <a:lnTo>
                    <a:pt x="593343" y="115316"/>
                  </a:lnTo>
                  <a:lnTo>
                    <a:pt x="593216" y="115062"/>
                  </a:lnTo>
                  <a:lnTo>
                    <a:pt x="592836" y="114554"/>
                  </a:lnTo>
                  <a:lnTo>
                    <a:pt x="592327" y="113792"/>
                  </a:lnTo>
                  <a:lnTo>
                    <a:pt x="588899" y="109093"/>
                  </a:lnTo>
                  <a:lnTo>
                    <a:pt x="583564" y="100203"/>
                  </a:lnTo>
                  <a:lnTo>
                    <a:pt x="559688" y="72390"/>
                  </a:lnTo>
                  <a:lnTo>
                    <a:pt x="557276" y="70993"/>
                  </a:lnTo>
                  <a:lnTo>
                    <a:pt x="553212" y="70358"/>
                  </a:lnTo>
                  <a:lnTo>
                    <a:pt x="547496" y="70358"/>
                  </a:lnTo>
                  <a:lnTo>
                    <a:pt x="543051" y="70358"/>
                  </a:lnTo>
                  <a:lnTo>
                    <a:pt x="543051" y="123317"/>
                  </a:lnTo>
                  <a:lnTo>
                    <a:pt x="525652" y="123317"/>
                  </a:lnTo>
                  <a:lnTo>
                    <a:pt x="525652" y="1651"/>
                  </a:lnTo>
                  <a:close/>
                </a:path>
                <a:path w="768350" h="144779">
                  <a:moveTo>
                    <a:pt x="481075" y="1651"/>
                  </a:moveTo>
                  <a:lnTo>
                    <a:pt x="498475" y="1651"/>
                  </a:lnTo>
                  <a:lnTo>
                    <a:pt x="498475" y="123317"/>
                  </a:lnTo>
                  <a:lnTo>
                    <a:pt x="481075" y="123317"/>
                  </a:lnTo>
                  <a:lnTo>
                    <a:pt x="481075" y="1651"/>
                  </a:lnTo>
                  <a:close/>
                </a:path>
                <a:path w="768350" h="144779">
                  <a:moveTo>
                    <a:pt x="391032" y="1651"/>
                  </a:moveTo>
                  <a:lnTo>
                    <a:pt x="459994" y="1651"/>
                  </a:lnTo>
                  <a:lnTo>
                    <a:pt x="459994" y="17145"/>
                  </a:lnTo>
                  <a:lnTo>
                    <a:pt x="408431" y="17145"/>
                  </a:lnTo>
                  <a:lnTo>
                    <a:pt x="408431" y="54229"/>
                  </a:lnTo>
                  <a:lnTo>
                    <a:pt x="458215" y="54229"/>
                  </a:lnTo>
                  <a:lnTo>
                    <a:pt x="458215" y="69850"/>
                  </a:lnTo>
                  <a:lnTo>
                    <a:pt x="408431" y="69850"/>
                  </a:lnTo>
                  <a:lnTo>
                    <a:pt x="408431" y="107696"/>
                  </a:lnTo>
                  <a:lnTo>
                    <a:pt x="461644" y="107696"/>
                  </a:lnTo>
                  <a:lnTo>
                    <a:pt x="461644" y="123190"/>
                  </a:lnTo>
                  <a:lnTo>
                    <a:pt x="391032" y="123190"/>
                  </a:lnTo>
                  <a:lnTo>
                    <a:pt x="391032" y="1651"/>
                  </a:lnTo>
                  <a:close/>
                </a:path>
                <a:path w="768350" h="144779">
                  <a:moveTo>
                    <a:pt x="269366" y="1651"/>
                  </a:moveTo>
                  <a:lnTo>
                    <a:pt x="286893" y="1651"/>
                  </a:lnTo>
                  <a:lnTo>
                    <a:pt x="323469" y="87122"/>
                  </a:lnTo>
                  <a:lnTo>
                    <a:pt x="359790" y="1651"/>
                  </a:lnTo>
                  <a:lnTo>
                    <a:pt x="377189" y="1651"/>
                  </a:lnTo>
                  <a:lnTo>
                    <a:pt x="325755" y="123825"/>
                  </a:lnTo>
                  <a:lnTo>
                    <a:pt x="321818" y="123825"/>
                  </a:lnTo>
                  <a:lnTo>
                    <a:pt x="269366" y="1651"/>
                  </a:lnTo>
                  <a:close/>
                </a:path>
                <a:path w="768350" h="144779">
                  <a:moveTo>
                    <a:pt x="238759" y="1651"/>
                  </a:moveTo>
                  <a:lnTo>
                    <a:pt x="256158" y="1651"/>
                  </a:lnTo>
                  <a:lnTo>
                    <a:pt x="256158" y="123317"/>
                  </a:lnTo>
                  <a:lnTo>
                    <a:pt x="238759" y="123317"/>
                  </a:lnTo>
                  <a:lnTo>
                    <a:pt x="238759" y="1651"/>
                  </a:lnTo>
                  <a:close/>
                </a:path>
                <a:path w="768350" h="144779">
                  <a:moveTo>
                    <a:pt x="151764" y="1651"/>
                  </a:moveTo>
                  <a:lnTo>
                    <a:pt x="169163" y="1651"/>
                  </a:lnTo>
                  <a:lnTo>
                    <a:pt x="169163" y="107442"/>
                  </a:lnTo>
                  <a:lnTo>
                    <a:pt x="223900" y="107442"/>
                  </a:lnTo>
                  <a:lnTo>
                    <a:pt x="223900" y="123317"/>
                  </a:lnTo>
                  <a:lnTo>
                    <a:pt x="151764" y="123317"/>
                  </a:lnTo>
                  <a:lnTo>
                    <a:pt x="151764" y="1651"/>
                  </a:lnTo>
                  <a:close/>
                </a:path>
                <a:path w="768350" h="144779">
                  <a:moveTo>
                    <a:pt x="672084" y="1016"/>
                  </a:moveTo>
                  <a:lnTo>
                    <a:pt x="684402" y="1016"/>
                  </a:lnTo>
                  <a:lnTo>
                    <a:pt x="738886" y="123317"/>
                  </a:lnTo>
                  <a:lnTo>
                    <a:pt x="721105" y="123317"/>
                  </a:lnTo>
                  <a:lnTo>
                    <a:pt x="704850" y="87249"/>
                  </a:lnTo>
                  <a:lnTo>
                    <a:pt x="653034" y="87249"/>
                  </a:lnTo>
                  <a:lnTo>
                    <a:pt x="637793" y="123317"/>
                  </a:lnTo>
                  <a:lnTo>
                    <a:pt x="619887" y="123317"/>
                  </a:lnTo>
                  <a:lnTo>
                    <a:pt x="672084" y="1016"/>
                  </a:lnTo>
                  <a:close/>
                </a:path>
                <a:path w="768350" h="144779">
                  <a:moveTo>
                    <a:pt x="65024" y="0"/>
                  </a:moveTo>
                  <a:lnTo>
                    <a:pt x="102064" y="10019"/>
                  </a:lnTo>
                  <a:lnTo>
                    <a:pt x="129641" y="49676"/>
                  </a:lnTo>
                  <a:lnTo>
                    <a:pt x="130809" y="62611"/>
                  </a:lnTo>
                  <a:lnTo>
                    <a:pt x="129621" y="75467"/>
                  </a:lnTo>
                  <a:lnTo>
                    <a:pt x="101764" y="114802"/>
                  </a:lnTo>
                  <a:lnTo>
                    <a:pt x="64134" y="124714"/>
                  </a:lnTo>
                  <a:lnTo>
                    <a:pt x="50970" y="123616"/>
                  </a:lnTo>
                  <a:lnTo>
                    <a:pt x="10287" y="97726"/>
                  </a:lnTo>
                  <a:lnTo>
                    <a:pt x="0" y="62865"/>
                  </a:lnTo>
                  <a:lnTo>
                    <a:pt x="1144" y="49837"/>
                  </a:lnTo>
                  <a:lnTo>
                    <a:pt x="28269" y="10019"/>
                  </a:lnTo>
                  <a:lnTo>
                    <a:pt x="65024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535426" y="4337684"/>
            <a:ext cx="94361" cy="171831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759580" y="4337684"/>
            <a:ext cx="85090" cy="132207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960876" y="4337050"/>
            <a:ext cx="843153" cy="17233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932934" y="4335779"/>
            <a:ext cx="446913" cy="17360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517896" y="4377690"/>
            <a:ext cx="306959" cy="13169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03135" y="4634865"/>
            <a:ext cx="5334165" cy="173228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08711" y="4900040"/>
            <a:ext cx="809167" cy="186944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508355" y="5359653"/>
            <a:ext cx="688975" cy="153035"/>
            <a:chOff x="508355" y="5359653"/>
            <a:chExt cx="688975" cy="153035"/>
          </a:xfrm>
        </p:grpSpPr>
        <p:sp>
          <p:nvSpPr>
            <p:cNvPr id="63" name="object 63"/>
            <p:cNvSpPr/>
            <p:nvPr/>
          </p:nvSpPr>
          <p:spPr>
            <a:xfrm>
              <a:off x="512927" y="5364225"/>
              <a:ext cx="680085" cy="143510"/>
            </a:xfrm>
            <a:custGeom>
              <a:avLst/>
              <a:gdLst/>
              <a:ahLst/>
              <a:cxnLst/>
              <a:rect l="l" t="t" r="r" b="b"/>
              <a:pathLst>
                <a:path w="680085" h="143510">
                  <a:moveTo>
                    <a:pt x="670915" y="99314"/>
                  </a:moveTo>
                  <a:lnTo>
                    <a:pt x="664476" y="99314"/>
                  </a:lnTo>
                  <a:lnTo>
                    <a:pt x="661974" y="100457"/>
                  </a:lnTo>
                  <a:lnTo>
                    <a:pt x="657733" y="105029"/>
                  </a:lnTo>
                  <a:lnTo>
                    <a:pt x="656666" y="107823"/>
                  </a:lnTo>
                  <a:lnTo>
                    <a:pt x="656666" y="116712"/>
                  </a:lnTo>
                  <a:lnTo>
                    <a:pt x="659752" y="120523"/>
                  </a:lnTo>
                  <a:lnTo>
                    <a:pt x="666338" y="122428"/>
                  </a:lnTo>
                  <a:lnTo>
                    <a:pt x="665893" y="122428"/>
                  </a:lnTo>
                  <a:lnTo>
                    <a:pt x="658583" y="140208"/>
                  </a:lnTo>
                  <a:lnTo>
                    <a:pt x="658583" y="143383"/>
                  </a:lnTo>
                  <a:lnTo>
                    <a:pt x="665086" y="141351"/>
                  </a:lnTo>
                  <a:lnTo>
                    <a:pt x="670191" y="137922"/>
                  </a:lnTo>
                  <a:lnTo>
                    <a:pt x="673912" y="132969"/>
                  </a:lnTo>
                  <a:lnTo>
                    <a:pt x="677621" y="128143"/>
                  </a:lnTo>
                  <a:lnTo>
                    <a:pt x="679488" y="122428"/>
                  </a:lnTo>
                  <a:lnTo>
                    <a:pt x="679488" y="111125"/>
                  </a:lnTo>
                  <a:lnTo>
                    <a:pt x="678357" y="107187"/>
                  </a:lnTo>
                  <a:lnTo>
                    <a:pt x="673823" y="100837"/>
                  </a:lnTo>
                  <a:lnTo>
                    <a:pt x="670915" y="99314"/>
                  </a:lnTo>
                  <a:close/>
                </a:path>
                <a:path w="680085" h="143510">
                  <a:moveTo>
                    <a:pt x="595490" y="0"/>
                  </a:moveTo>
                  <a:lnTo>
                    <a:pt x="583247" y="0"/>
                  </a:lnTo>
                  <a:lnTo>
                    <a:pt x="531012" y="122301"/>
                  </a:lnTo>
                  <a:lnTo>
                    <a:pt x="548906" y="122301"/>
                  </a:lnTo>
                  <a:lnTo>
                    <a:pt x="564095" y="86233"/>
                  </a:lnTo>
                  <a:lnTo>
                    <a:pt x="633941" y="86233"/>
                  </a:lnTo>
                  <a:lnTo>
                    <a:pt x="627032" y="70739"/>
                  </a:lnTo>
                  <a:lnTo>
                    <a:pt x="571017" y="70739"/>
                  </a:lnTo>
                  <a:lnTo>
                    <a:pt x="589216" y="26670"/>
                  </a:lnTo>
                  <a:lnTo>
                    <a:pt x="607382" y="26670"/>
                  </a:lnTo>
                  <a:lnTo>
                    <a:pt x="595490" y="0"/>
                  </a:lnTo>
                  <a:close/>
                </a:path>
                <a:path w="680085" h="143510">
                  <a:moveTo>
                    <a:pt x="633941" y="86233"/>
                  </a:moveTo>
                  <a:lnTo>
                    <a:pt x="615988" y="86233"/>
                  </a:lnTo>
                  <a:lnTo>
                    <a:pt x="632206" y="122301"/>
                  </a:lnTo>
                  <a:lnTo>
                    <a:pt x="650024" y="122301"/>
                  </a:lnTo>
                  <a:lnTo>
                    <a:pt x="633941" y="86233"/>
                  </a:lnTo>
                  <a:close/>
                </a:path>
                <a:path w="680085" h="143510">
                  <a:moveTo>
                    <a:pt x="607382" y="26670"/>
                  </a:moveTo>
                  <a:lnTo>
                    <a:pt x="589216" y="26670"/>
                  </a:lnTo>
                  <a:lnTo>
                    <a:pt x="608838" y="70739"/>
                  </a:lnTo>
                  <a:lnTo>
                    <a:pt x="627032" y="70739"/>
                  </a:lnTo>
                  <a:lnTo>
                    <a:pt x="607382" y="26670"/>
                  </a:lnTo>
                  <a:close/>
                </a:path>
                <a:path w="680085" h="143510">
                  <a:moveTo>
                    <a:pt x="268605" y="635"/>
                  </a:moveTo>
                  <a:lnTo>
                    <a:pt x="227596" y="635"/>
                  </a:lnTo>
                  <a:lnTo>
                    <a:pt x="227596" y="122174"/>
                  </a:lnTo>
                  <a:lnTo>
                    <a:pt x="276872" y="122174"/>
                  </a:lnTo>
                  <a:lnTo>
                    <a:pt x="284187" y="121793"/>
                  </a:lnTo>
                  <a:lnTo>
                    <a:pt x="288023" y="121285"/>
                  </a:lnTo>
                  <a:lnTo>
                    <a:pt x="291858" y="120650"/>
                  </a:lnTo>
                  <a:lnTo>
                    <a:pt x="296062" y="119380"/>
                  </a:lnTo>
                  <a:lnTo>
                    <a:pt x="300647" y="117602"/>
                  </a:lnTo>
                  <a:lnTo>
                    <a:pt x="308483" y="114681"/>
                  </a:lnTo>
                  <a:lnTo>
                    <a:pt x="315366" y="110236"/>
                  </a:lnTo>
                  <a:lnTo>
                    <a:pt x="319048" y="106680"/>
                  </a:lnTo>
                  <a:lnTo>
                    <a:pt x="245008" y="106680"/>
                  </a:lnTo>
                  <a:lnTo>
                    <a:pt x="245008" y="16129"/>
                  </a:lnTo>
                  <a:lnTo>
                    <a:pt x="319385" y="16129"/>
                  </a:lnTo>
                  <a:lnTo>
                    <a:pt x="314731" y="12291"/>
                  </a:lnTo>
                  <a:lnTo>
                    <a:pt x="307873" y="8128"/>
                  </a:lnTo>
                  <a:lnTo>
                    <a:pt x="299998" y="4867"/>
                  </a:lnTo>
                  <a:lnTo>
                    <a:pt x="290830" y="2524"/>
                  </a:lnTo>
                  <a:lnTo>
                    <a:pt x="280366" y="1109"/>
                  </a:lnTo>
                  <a:lnTo>
                    <a:pt x="268605" y="635"/>
                  </a:lnTo>
                  <a:close/>
                </a:path>
                <a:path w="680085" h="143510">
                  <a:moveTo>
                    <a:pt x="319385" y="16129"/>
                  </a:moveTo>
                  <a:lnTo>
                    <a:pt x="275132" y="16129"/>
                  </a:lnTo>
                  <a:lnTo>
                    <a:pt x="281203" y="16510"/>
                  </a:lnTo>
                  <a:lnTo>
                    <a:pt x="288747" y="17780"/>
                  </a:lnTo>
                  <a:lnTo>
                    <a:pt x="292735" y="19050"/>
                  </a:lnTo>
                  <a:lnTo>
                    <a:pt x="296951" y="21082"/>
                  </a:lnTo>
                  <a:lnTo>
                    <a:pt x="301155" y="22987"/>
                  </a:lnTo>
                  <a:lnTo>
                    <a:pt x="321373" y="60579"/>
                  </a:lnTo>
                  <a:lnTo>
                    <a:pt x="320601" y="69723"/>
                  </a:lnTo>
                  <a:lnTo>
                    <a:pt x="296418" y="102108"/>
                  </a:lnTo>
                  <a:lnTo>
                    <a:pt x="276009" y="106680"/>
                  </a:lnTo>
                  <a:lnTo>
                    <a:pt x="319048" y="106680"/>
                  </a:lnTo>
                  <a:lnTo>
                    <a:pt x="321284" y="104521"/>
                  </a:lnTo>
                  <a:lnTo>
                    <a:pt x="327088" y="98806"/>
                  </a:lnTo>
                  <a:lnTo>
                    <a:pt x="331558" y="92329"/>
                  </a:lnTo>
                  <a:lnTo>
                    <a:pt x="334683" y="84836"/>
                  </a:lnTo>
                  <a:lnTo>
                    <a:pt x="337820" y="77470"/>
                  </a:lnTo>
                  <a:lnTo>
                    <a:pt x="339311" y="70131"/>
                  </a:lnTo>
                  <a:lnTo>
                    <a:pt x="339330" y="60579"/>
                  </a:lnTo>
                  <a:lnTo>
                    <a:pt x="338861" y="53189"/>
                  </a:lnTo>
                  <a:lnTo>
                    <a:pt x="320848" y="17335"/>
                  </a:lnTo>
                  <a:lnTo>
                    <a:pt x="319385" y="16129"/>
                  </a:lnTo>
                  <a:close/>
                </a:path>
                <a:path w="680085" h="143510">
                  <a:moveTo>
                    <a:pt x="420357" y="635"/>
                  </a:moveTo>
                  <a:lnTo>
                    <a:pt x="406260" y="635"/>
                  </a:lnTo>
                  <a:lnTo>
                    <a:pt x="406260" y="122301"/>
                  </a:lnTo>
                  <a:lnTo>
                    <a:pt x="422617" y="122301"/>
                  </a:lnTo>
                  <a:lnTo>
                    <a:pt x="422617" y="28702"/>
                  </a:lnTo>
                  <a:lnTo>
                    <a:pt x="444719" y="28702"/>
                  </a:lnTo>
                  <a:lnTo>
                    <a:pt x="420357" y="635"/>
                  </a:lnTo>
                  <a:close/>
                </a:path>
                <a:path w="680085" h="143510">
                  <a:moveTo>
                    <a:pt x="444719" y="28702"/>
                  </a:moveTo>
                  <a:lnTo>
                    <a:pt x="422617" y="28702"/>
                  </a:lnTo>
                  <a:lnTo>
                    <a:pt x="503936" y="122301"/>
                  </a:lnTo>
                  <a:lnTo>
                    <a:pt x="518922" y="122301"/>
                  </a:lnTo>
                  <a:lnTo>
                    <a:pt x="518922" y="95123"/>
                  </a:lnTo>
                  <a:lnTo>
                    <a:pt x="502373" y="95123"/>
                  </a:lnTo>
                  <a:lnTo>
                    <a:pt x="444719" y="28702"/>
                  </a:lnTo>
                  <a:close/>
                </a:path>
                <a:path w="680085" h="143510">
                  <a:moveTo>
                    <a:pt x="518922" y="635"/>
                  </a:moveTo>
                  <a:lnTo>
                    <a:pt x="502373" y="635"/>
                  </a:lnTo>
                  <a:lnTo>
                    <a:pt x="502373" y="95123"/>
                  </a:lnTo>
                  <a:lnTo>
                    <a:pt x="518922" y="95123"/>
                  </a:lnTo>
                  <a:lnTo>
                    <a:pt x="518922" y="635"/>
                  </a:lnTo>
                  <a:close/>
                </a:path>
                <a:path w="680085" h="143510">
                  <a:moveTo>
                    <a:pt x="379120" y="635"/>
                  </a:moveTo>
                  <a:lnTo>
                    <a:pt x="361708" y="635"/>
                  </a:lnTo>
                  <a:lnTo>
                    <a:pt x="361708" y="122301"/>
                  </a:lnTo>
                  <a:lnTo>
                    <a:pt x="379120" y="122301"/>
                  </a:lnTo>
                  <a:lnTo>
                    <a:pt x="379120" y="635"/>
                  </a:lnTo>
                  <a:close/>
                </a:path>
                <a:path w="680085" h="143510">
                  <a:moveTo>
                    <a:pt x="207987" y="635"/>
                  </a:moveTo>
                  <a:lnTo>
                    <a:pt x="139039" y="635"/>
                  </a:lnTo>
                  <a:lnTo>
                    <a:pt x="139039" y="122174"/>
                  </a:lnTo>
                  <a:lnTo>
                    <a:pt x="209638" y="122174"/>
                  </a:lnTo>
                  <a:lnTo>
                    <a:pt x="209638" y="106680"/>
                  </a:lnTo>
                  <a:lnTo>
                    <a:pt x="156451" y="106680"/>
                  </a:lnTo>
                  <a:lnTo>
                    <a:pt x="156451" y="68834"/>
                  </a:lnTo>
                  <a:lnTo>
                    <a:pt x="206248" y="68834"/>
                  </a:lnTo>
                  <a:lnTo>
                    <a:pt x="206248" y="53212"/>
                  </a:lnTo>
                  <a:lnTo>
                    <a:pt x="156451" y="53212"/>
                  </a:lnTo>
                  <a:lnTo>
                    <a:pt x="156451" y="16129"/>
                  </a:lnTo>
                  <a:lnTo>
                    <a:pt x="207987" y="16129"/>
                  </a:lnTo>
                  <a:lnTo>
                    <a:pt x="207987" y="635"/>
                  </a:lnTo>
                  <a:close/>
                </a:path>
                <a:path w="680085" h="143510">
                  <a:moveTo>
                    <a:pt x="16484" y="635"/>
                  </a:moveTo>
                  <a:lnTo>
                    <a:pt x="0" y="635"/>
                  </a:lnTo>
                  <a:lnTo>
                    <a:pt x="0" y="122301"/>
                  </a:lnTo>
                  <a:lnTo>
                    <a:pt x="17411" y="122301"/>
                  </a:lnTo>
                  <a:lnTo>
                    <a:pt x="17411" y="27686"/>
                  </a:lnTo>
                  <a:lnTo>
                    <a:pt x="38331" y="27686"/>
                  </a:lnTo>
                  <a:lnTo>
                    <a:pt x="16484" y="635"/>
                  </a:lnTo>
                  <a:close/>
                </a:path>
                <a:path w="680085" h="143510">
                  <a:moveTo>
                    <a:pt x="113360" y="27686"/>
                  </a:moveTo>
                  <a:lnTo>
                    <a:pt x="95859" y="27686"/>
                  </a:lnTo>
                  <a:lnTo>
                    <a:pt x="95859" y="122301"/>
                  </a:lnTo>
                  <a:lnTo>
                    <a:pt x="113360" y="122301"/>
                  </a:lnTo>
                  <a:lnTo>
                    <a:pt x="113360" y="27686"/>
                  </a:lnTo>
                  <a:close/>
                </a:path>
                <a:path w="680085" h="143510">
                  <a:moveTo>
                    <a:pt x="38331" y="27686"/>
                  </a:moveTo>
                  <a:lnTo>
                    <a:pt x="17411" y="27686"/>
                  </a:lnTo>
                  <a:lnTo>
                    <a:pt x="55245" y="74676"/>
                  </a:lnTo>
                  <a:lnTo>
                    <a:pt x="58470" y="74676"/>
                  </a:lnTo>
                  <a:lnTo>
                    <a:pt x="77569" y="50673"/>
                  </a:lnTo>
                  <a:lnTo>
                    <a:pt x="56896" y="50673"/>
                  </a:lnTo>
                  <a:lnTo>
                    <a:pt x="38331" y="27686"/>
                  </a:lnTo>
                  <a:close/>
                </a:path>
                <a:path w="680085" h="143510">
                  <a:moveTo>
                    <a:pt x="113360" y="635"/>
                  </a:moveTo>
                  <a:lnTo>
                    <a:pt x="97078" y="635"/>
                  </a:lnTo>
                  <a:lnTo>
                    <a:pt x="56896" y="50673"/>
                  </a:lnTo>
                  <a:lnTo>
                    <a:pt x="77569" y="50673"/>
                  </a:lnTo>
                  <a:lnTo>
                    <a:pt x="95859" y="27686"/>
                  </a:lnTo>
                  <a:lnTo>
                    <a:pt x="113360" y="27686"/>
                  </a:lnTo>
                  <a:lnTo>
                    <a:pt x="113360" y="6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2927" y="5364225"/>
              <a:ext cx="680085" cy="143510"/>
            </a:xfrm>
            <a:custGeom>
              <a:avLst/>
              <a:gdLst/>
              <a:ahLst/>
              <a:cxnLst/>
              <a:rect l="l" t="t" r="r" b="b"/>
              <a:pathLst>
                <a:path w="680085" h="143510">
                  <a:moveTo>
                    <a:pt x="667385" y="99314"/>
                  </a:moveTo>
                  <a:lnTo>
                    <a:pt x="670915" y="99314"/>
                  </a:lnTo>
                  <a:lnTo>
                    <a:pt x="673823" y="100837"/>
                  </a:lnTo>
                  <a:lnTo>
                    <a:pt x="676084" y="104012"/>
                  </a:lnTo>
                  <a:lnTo>
                    <a:pt x="678357" y="107187"/>
                  </a:lnTo>
                  <a:lnTo>
                    <a:pt x="679488" y="111125"/>
                  </a:lnTo>
                  <a:lnTo>
                    <a:pt x="679488" y="116078"/>
                  </a:lnTo>
                  <a:lnTo>
                    <a:pt x="679488" y="122428"/>
                  </a:lnTo>
                  <a:lnTo>
                    <a:pt x="677621" y="128143"/>
                  </a:lnTo>
                  <a:lnTo>
                    <a:pt x="673912" y="132969"/>
                  </a:lnTo>
                  <a:lnTo>
                    <a:pt x="670191" y="137922"/>
                  </a:lnTo>
                  <a:lnTo>
                    <a:pt x="665086" y="141351"/>
                  </a:lnTo>
                  <a:lnTo>
                    <a:pt x="658583" y="143383"/>
                  </a:lnTo>
                  <a:lnTo>
                    <a:pt x="658583" y="140208"/>
                  </a:lnTo>
                  <a:lnTo>
                    <a:pt x="661200" y="137668"/>
                  </a:lnTo>
                  <a:lnTo>
                    <a:pt x="663028" y="135128"/>
                  </a:lnTo>
                  <a:lnTo>
                    <a:pt x="664070" y="132587"/>
                  </a:lnTo>
                  <a:lnTo>
                    <a:pt x="665111" y="130048"/>
                  </a:lnTo>
                  <a:lnTo>
                    <a:pt x="665721" y="126618"/>
                  </a:lnTo>
                  <a:lnTo>
                    <a:pt x="665899" y="122301"/>
                  </a:lnTo>
                  <a:lnTo>
                    <a:pt x="659752" y="120523"/>
                  </a:lnTo>
                  <a:lnTo>
                    <a:pt x="656666" y="116712"/>
                  </a:lnTo>
                  <a:lnTo>
                    <a:pt x="656666" y="110871"/>
                  </a:lnTo>
                  <a:lnTo>
                    <a:pt x="656666" y="107823"/>
                  </a:lnTo>
                  <a:lnTo>
                    <a:pt x="657733" y="105029"/>
                  </a:lnTo>
                  <a:lnTo>
                    <a:pt x="659853" y="102743"/>
                  </a:lnTo>
                  <a:lnTo>
                    <a:pt x="661974" y="100457"/>
                  </a:lnTo>
                  <a:lnTo>
                    <a:pt x="664476" y="99314"/>
                  </a:lnTo>
                  <a:lnTo>
                    <a:pt x="667385" y="99314"/>
                  </a:lnTo>
                  <a:close/>
                </a:path>
                <a:path w="680085" h="143510">
                  <a:moveTo>
                    <a:pt x="589216" y="26670"/>
                  </a:moveTo>
                  <a:lnTo>
                    <a:pt x="571017" y="70739"/>
                  </a:lnTo>
                  <a:lnTo>
                    <a:pt x="608838" y="70739"/>
                  </a:lnTo>
                  <a:lnTo>
                    <a:pt x="589216" y="26670"/>
                  </a:lnTo>
                  <a:close/>
                </a:path>
                <a:path w="680085" h="143510">
                  <a:moveTo>
                    <a:pt x="245008" y="16129"/>
                  </a:moveTo>
                  <a:lnTo>
                    <a:pt x="245008" y="106680"/>
                  </a:lnTo>
                  <a:lnTo>
                    <a:pt x="267296" y="106680"/>
                  </a:lnTo>
                  <a:lnTo>
                    <a:pt x="276009" y="106680"/>
                  </a:lnTo>
                  <a:lnTo>
                    <a:pt x="299643" y="100330"/>
                  </a:lnTo>
                  <a:lnTo>
                    <a:pt x="302869" y="98552"/>
                  </a:lnTo>
                  <a:lnTo>
                    <a:pt x="321373" y="60579"/>
                  </a:lnTo>
                  <a:lnTo>
                    <a:pt x="320545" y="51220"/>
                  </a:lnTo>
                  <a:lnTo>
                    <a:pt x="296951" y="21082"/>
                  </a:lnTo>
                  <a:lnTo>
                    <a:pt x="292735" y="19050"/>
                  </a:lnTo>
                  <a:lnTo>
                    <a:pt x="288747" y="17780"/>
                  </a:lnTo>
                  <a:lnTo>
                    <a:pt x="284975" y="17145"/>
                  </a:lnTo>
                  <a:lnTo>
                    <a:pt x="281203" y="16510"/>
                  </a:lnTo>
                  <a:lnTo>
                    <a:pt x="275132" y="16129"/>
                  </a:lnTo>
                  <a:lnTo>
                    <a:pt x="266776" y="16129"/>
                  </a:lnTo>
                  <a:lnTo>
                    <a:pt x="245008" y="16129"/>
                  </a:lnTo>
                  <a:close/>
                </a:path>
                <a:path w="680085" h="143510">
                  <a:moveTo>
                    <a:pt x="406260" y="635"/>
                  </a:moveTo>
                  <a:lnTo>
                    <a:pt x="420357" y="635"/>
                  </a:lnTo>
                  <a:lnTo>
                    <a:pt x="502373" y="95123"/>
                  </a:lnTo>
                  <a:lnTo>
                    <a:pt x="502373" y="635"/>
                  </a:lnTo>
                  <a:lnTo>
                    <a:pt x="518922" y="635"/>
                  </a:lnTo>
                  <a:lnTo>
                    <a:pt x="518922" y="122301"/>
                  </a:lnTo>
                  <a:lnTo>
                    <a:pt x="503936" y="122301"/>
                  </a:lnTo>
                  <a:lnTo>
                    <a:pt x="422617" y="28702"/>
                  </a:lnTo>
                  <a:lnTo>
                    <a:pt x="422617" y="122301"/>
                  </a:lnTo>
                  <a:lnTo>
                    <a:pt x="406260" y="122301"/>
                  </a:lnTo>
                  <a:lnTo>
                    <a:pt x="406260" y="635"/>
                  </a:lnTo>
                  <a:close/>
                </a:path>
                <a:path w="680085" h="143510">
                  <a:moveTo>
                    <a:pt x="361708" y="635"/>
                  </a:moveTo>
                  <a:lnTo>
                    <a:pt x="379120" y="635"/>
                  </a:lnTo>
                  <a:lnTo>
                    <a:pt x="379120" y="122301"/>
                  </a:lnTo>
                  <a:lnTo>
                    <a:pt x="361708" y="122301"/>
                  </a:lnTo>
                  <a:lnTo>
                    <a:pt x="361708" y="635"/>
                  </a:lnTo>
                  <a:close/>
                </a:path>
                <a:path w="680085" h="143510">
                  <a:moveTo>
                    <a:pt x="227596" y="635"/>
                  </a:moveTo>
                  <a:lnTo>
                    <a:pt x="268605" y="635"/>
                  </a:lnTo>
                  <a:lnTo>
                    <a:pt x="280366" y="1109"/>
                  </a:lnTo>
                  <a:lnTo>
                    <a:pt x="320848" y="17335"/>
                  </a:lnTo>
                  <a:lnTo>
                    <a:pt x="338861" y="53189"/>
                  </a:lnTo>
                  <a:lnTo>
                    <a:pt x="339394" y="61595"/>
                  </a:lnTo>
                  <a:lnTo>
                    <a:pt x="339394" y="69723"/>
                  </a:lnTo>
                  <a:lnTo>
                    <a:pt x="337820" y="77470"/>
                  </a:lnTo>
                  <a:lnTo>
                    <a:pt x="334683" y="84836"/>
                  </a:lnTo>
                  <a:lnTo>
                    <a:pt x="331558" y="92329"/>
                  </a:lnTo>
                  <a:lnTo>
                    <a:pt x="300647" y="117602"/>
                  </a:lnTo>
                  <a:lnTo>
                    <a:pt x="296062" y="119380"/>
                  </a:lnTo>
                  <a:lnTo>
                    <a:pt x="291858" y="120650"/>
                  </a:lnTo>
                  <a:lnTo>
                    <a:pt x="288023" y="121285"/>
                  </a:lnTo>
                  <a:lnTo>
                    <a:pt x="284187" y="121793"/>
                  </a:lnTo>
                  <a:lnTo>
                    <a:pt x="276872" y="122174"/>
                  </a:lnTo>
                  <a:lnTo>
                    <a:pt x="266077" y="122174"/>
                  </a:lnTo>
                  <a:lnTo>
                    <a:pt x="227596" y="122174"/>
                  </a:lnTo>
                  <a:lnTo>
                    <a:pt x="227596" y="635"/>
                  </a:lnTo>
                  <a:close/>
                </a:path>
                <a:path w="680085" h="143510">
                  <a:moveTo>
                    <a:pt x="139039" y="635"/>
                  </a:moveTo>
                  <a:lnTo>
                    <a:pt x="207987" y="635"/>
                  </a:lnTo>
                  <a:lnTo>
                    <a:pt x="207987" y="16129"/>
                  </a:lnTo>
                  <a:lnTo>
                    <a:pt x="156451" y="16129"/>
                  </a:lnTo>
                  <a:lnTo>
                    <a:pt x="156451" y="53212"/>
                  </a:lnTo>
                  <a:lnTo>
                    <a:pt x="206248" y="53212"/>
                  </a:lnTo>
                  <a:lnTo>
                    <a:pt x="206248" y="68834"/>
                  </a:lnTo>
                  <a:lnTo>
                    <a:pt x="156451" y="68834"/>
                  </a:lnTo>
                  <a:lnTo>
                    <a:pt x="156451" y="106680"/>
                  </a:lnTo>
                  <a:lnTo>
                    <a:pt x="209638" y="106680"/>
                  </a:lnTo>
                  <a:lnTo>
                    <a:pt x="209638" y="122174"/>
                  </a:lnTo>
                  <a:lnTo>
                    <a:pt x="139039" y="122174"/>
                  </a:lnTo>
                  <a:lnTo>
                    <a:pt x="139039" y="635"/>
                  </a:lnTo>
                  <a:close/>
                </a:path>
                <a:path w="680085" h="143510">
                  <a:moveTo>
                    <a:pt x="0" y="635"/>
                  </a:moveTo>
                  <a:lnTo>
                    <a:pt x="16484" y="635"/>
                  </a:lnTo>
                  <a:lnTo>
                    <a:pt x="56896" y="50673"/>
                  </a:lnTo>
                  <a:lnTo>
                    <a:pt x="97078" y="635"/>
                  </a:lnTo>
                  <a:lnTo>
                    <a:pt x="113360" y="635"/>
                  </a:lnTo>
                  <a:lnTo>
                    <a:pt x="113360" y="122301"/>
                  </a:lnTo>
                  <a:lnTo>
                    <a:pt x="95859" y="122301"/>
                  </a:lnTo>
                  <a:lnTo>
                    <a:pt x="95859" y="27686"/>
                  </a:lnTo>
                  <a:lnTo>
                    <a:pt x="58470" y="74676"/>
                  </a:lnTo>
                  <a:lnTo>
                    <a:pt x="55245" y="74676"/>
                  </a:lnTo>
                  <a:lnTo>
                    <a:pt x="17411" y="27686"/>
                  </a:lnTo>
                  <a:lnTo>
                    <a:pt x="17411" y="122301"/>
                  </a:lnTo>
                  <a:lnTo>
                    <a:pt x="0" y="122301"/>
                  </a:lnTo>
                  <a:lnTo>
                    <a:pt x="0" y="635"/>
                  </a:lnTo>
                  <a:close/>
                </a:path>
                <a:path w="680085" h="143510">
                  <a:moveTo>
                    <a:pt x="583247" y="0"/>
                  </a:moveTo>
                  <a:lnTo>
                    <a:pt x="595490" y="0"/>
                  </a:lnTo>
                  <a:lnTo>
                    <a:pt x="650024" y="122301"/>
                  </a:lnTo>
                  <a:lnTo>
                    <a:pt x="632206" y="122301"/>
                  </a:lnTo>
                  <a:lnTo>
                    <a:pt x="615988" y="86233"/>
                  </a:lnTo>
                  <a:lnTo>
                    <a:pt x="564095" y="86233"/>
                  </a:lnTo>
                  <a:lnTo>
                    <a:pt x="548906" y="122301"/>
                  </a:lnTo>
                  <a:lnTo>
                    <a:pt x="531012" y="122301"/>
                  </a:lnTo>
                  <a:lnTo>
                    <a:pt x="583247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5" name="object 65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270380" y="5360289"/>
            <a:ext cx="485267" cy="151891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1828673" y="5358765"/>
            <a:ext cx="574040" cy="153670"/>
            <a:chOff x="1828673" y="5358765"/>
            <a:chExt cx="574040" cy="153670"/>
          </a:xfrm>
        </p:grpSpPr>
        <p:sp>
          <p:nvSpPr>
            <p:cNvPr id="67" name="object 67"/>
            <p:cNvSpPr/>
            <p:nvPr/>
          </p:nvSpPr>
          <p:spPr>
            <a:xfrm>
              <a:off x="1833245" y="5363337"/>
              <a:ext cx="565150" cy="144780"/>
            </a:xfrm>
            <a:custGeom>
              <a:avLst/>
              <a:gdLst/>
              <a:ahLst/>
              <a:cxnLst/>
              <a:rect l="l" t="t" r="r" b="b"/>
              <a:pathLst>
                <a:path w="565150" h="144779">
                  <a:moveTo>
                    <a:pt x="556132" y="100203"/>
                  </a:moveTo>
                  <a:lnTo>
                    <a:pt x="549656" y="100203"/>
                  </a:lnTo>
                  <a:lnTo>
                    <a:pt x="547116" y="101346"/>
                  </a:lnTo>
                  <a:lnTo>
                    <a:pt x="544957" y="103631"/>
                  </a:lnTo>
                  <a:lnTo>
                    <a:pt x="542925" y="105918"/>
                  </a:lnTo>
                  <a:lnTo>
                    <a:pt x="541782" y="108712"/>
                  </a:lnTo>
                  <a:lnTo>
                    <a:pt x="541782" y="117601"/>
                  </a:lnTo>
                  <a:lnTo>
                    <a:pt x="544957" y="121412"/>
                  </a:lnTo>
                  <a:lnTo>
                    <a:pt x="551488" y="123316"/>
                  </a:lnTo>
                  <a:lnTo>
                    <a:pt x="551049" y="123316"/>
                  </a:lnTo>
                  <a:lnTo>
                    <a:pt x="543813" y="141097"/>
                  </a:lnTo>
                  <a:lnTo>
                    <a:pt x="543813" y="144272"/>
                  </a:lnTo>
                  <a:lnTo>
                    <a:pt x="550291" y="142240"/>
                  </a:lnTo>
                  <a:lnTo>
                    <a:pt x="555371" y="138810"/>
                  </a:lnTo>
                  <a:lnTo>
                    <a:pt x="559054" y="133857"/>
                  </a:lnTo>
                  <a:lnTo>
                    <a:pt x="562737" y="129031"/>
                  </a:lnTo>
                  <a:lnTo>
                    <a:pt x="564642" y="123316"/>
                  </a:lnTo>
                  <a:lnTo>
                    <a:pt x="564642" y="112013"/>
                  </a:lnTo>
                  <a:lnTo>
                    <a:pt x="563499" y="108076"/>
                  </a:lnTo>
                  <a:lnTo>
                    <a:pt x="561213" y="104901"/>
                  </a:lnTo>
                  <a:lnTo>
                    <a:pt x="559054" y="101726"/>
                  </a:lnTo>
                  <a:lnTo>
                    <a:pt x="556132" y="100203"/>
                  </a:lnTo>
                  <a:close/>
                </a:path>
                <a:path w="565150" h="144779">
                  <a:moveTo>
                    <a:pt x="201549" y="1524"/>
                  </a:moveTo>
                  <a:lnTo>
                    <a:pt x="171069" y="1524"/>
                  </a:lnTo>
                  <a:lnTo>
                    <a:pt x="171069" y="123190"/>
                  </a:lnTo>
                  <a:lnTo>
                    <a:pt x="188468" y="123190"/>
                  </a:lnTo>
                  <a:lnTo>
                    <a:pt x="188468" y="70231"/>
                  </a:lnTo>
                  <a:lnTo>
                    <a:pt x="227457" y="70231"/>
                  </a:lnTo>
                  <a:lnTo>
                    <a:pt x="224917" y="67944"/>
                  </a:lnTo>
                  <a:lnTo>
                    <a:pt x="221106" y="65404"/>
                  </a:lnTo>
                  <a:lnTo>
                    <a:pt x="227711" y="62865"/>
                  </a:lnTo>
                  <a:lnTo>
                    <a:pt x="232791" y="58928"/>
                  </a:lnTo>
                  <a:lnTo>
                    <a:pt x="235724" y="54737"/>
                  </a:lnTo>
                  <a:lnTo>
                    <a:pt x="188468" y="54737"/>
                  </a:lnTo>
                  <a:lnTo>
                    <a:pt x="188468" y="16382"/>
                  </a:lnTo>
                  <a:lnTo>
                    <a:pt x="235955" y="16382"/>
                  </a:lnTo>
                  <a:lnTo>
                    <a:pt x="235519" y="15644"/>
                  </a:lnTo>
                  <a:lnTo>
                    <a:pt x="230759" y="10668"/>
                  </a:lnTo>
                  <a:lnTo>
                    <a:pt x="224855" y="6667"/>
                  </a:lnTo>
                  <a:lnTo>
                    <a:pt x="218011" y="3810"/>
                  </a:lnTo>
                  <a:lnTo>
                    <a:pt x="210238" y="2095"/>
                  </a:lnTo>
                  <a:lnTo>
                    <a:pt x="201549" y="1524"/>
                  </a:lnTo>
                  <a:close/>
                </a:path>
                <a:path w="565150" h="144779">
                  <a:moveTo>
                    <a:pt x="227457" y="70231"/>
                  </a:moveTo>
                  <a:lnTo>
                    <a:pt x="198628" y="70231"/>
                  </a:lnTo>
                  <a:lnTo>
                    <a:pt x="202692" y="70865"/>
                  </a:lnTo>
                  <a:lnTo>
                    <a:pt x="205105" y="72262"/>
                  </a:lnTo>
                  <a:lnTo>
                    <a:pt x="234315" y="108965"/>
                  </a:lnTo>
                  <a:lnTo>
                    <a:pt x="237744" y="113665"/>
                  </a:lnTo>
                  <a:lnTo>
                    <a:pt x="238252" y="114426"/>
                  </a:lnTo>
                  <a:lnTo>
                    <a:pt x="238632" y="114934"/>
                  </a:lnTo>
                  <a:lnTo>
                    <a:pt x="238760" y="115188"/>
                  </a:lnTo>
                  <a:lnTo>
                    <a:pt x="244094" y="123190"/>
                  </a:lnTo>
                  <a:lnTo>
                    <a:pt x="264794" y="123190"/>
                  </a:lnTo>
                  <a:lnTo>
                    <a:pt x="258318" y="114553"/>
                  </a:lnTo>
                  <a:lnTo>
                    <a:pt x="255778" y="110997"/>
                  </a:lnTo>
                  <a:lnTo>
                    <a:pt x="252349" y="105790"/>
                  </a:lnTo>
                  <a:lnTo>
                    <a:pt x="248157" y="98932"/>
                  </a:lnTo>
                  <a:lnTo>
                    <a:pt x="243395" y="91285"/>
                  </a:lnTo>
                  <a:lnTo>
                    <a:pt x="239204" y="84899"/>
                  </a:lnTo>
                  <a:lnTo>
                    <a:pt x="235585" y="79752"/>
                  </a:lnTo>
                  <a:lnTo>
                    <a:pt x="232537" y="75818"/>
                  </a:lnTo>
                  <a:lnTo>
                    <a:pt x="228727" y="71374"/>
                  </a:lnTo>
                  <a:lnTo>
                    <a:pt x="227457" y="70231"/>
                  </a:lnTo>
                  <a:close/>
                </a:path>
                <a:path w="565150" h="144779">
                  <a:moveTo>
                    <a:pt x="312293" y="16890"/>
                  </a:moveTo>
                  <a:lnTo>
                    <a:pt x="294767" y="16890"/>
                  </a:lnTo>
                  <a:lnTo>
                    <a:pt x="294767" y="123190"/>
                  </a:lnTo>
                  <a:lnTo>
                    <a:pt x="312293" y="123190"/>
                  </a:lnTo>
                  <a:lnTo>
                    <a:pt x="312293" y="16890"/>
                  </a:lnTo>
                  <a:close/>
                </a:path>
                <a:path w="565150" h="144779">
                  <a:moveTo>
                    <a:pt x="235955" y="16382"/>
                  </a:moveTo>
                  <a:lnTo>
                    <a:pt x="202184" y="16382"/>
                  </a:lnTo>
                  <a:lnTo>
                    <a:pt x="208280" y="17018"/>
                  </a:lnTo>
                  <a:lnTo>
                    <a:pt x="215646" y="19557"/>
                  </a:lnTo>
                  <a:lnTo>
                    <a:pt x="218567" y="21716"/>
                  </a:lnTo>
                  <a:lnTo>
                    <a:pt x="220599" y="24891"/>
                  </a:lnTo>
                  <a:lnTo>
                    <a:pt x="222655" y="28027"/>
                  </a:lnTo>
                  <a:lnTo>
                    <a:pt x="223647" y="31496"/>
                  </a:lnTo>
                  <a:lnTo>
                    <a:pt x="223647" y="39115"/>
                  </a:lnTo>
                  <a:lnTo>
                    <a:pt x="222789" y="42544"/>
                  </a:lnTo>
                  <a:lnTo>
                    <a:pt x="222757" y="42671"/>
                  </a:lnTo>
                  <a:lnTo>
                    <a:pt x="220853" y="45719"/>
                  </a:lnTo>
                  <a:lnTo>
                    <a:pt x="219149" y="48640"/>
                  </a:lnTo>
                  <a:lnTo>
                    <a:pt x="219075" y="48768"/>
                  </a:lnTo>
                  <a:lnTo>
                    <a:pt x="216535" y="51053"/>
                  </a:lnTo>
                  <a:lnTo>
                    <a:pt x="213232" y="52450"/>
                  </a:lnTo>
                  <a:lnTo>
                    <a:pt x="209931" y="53975"/>
                  </a:lnTo>
                  <a:lnTo>
                    <a:pt x="203835" y="54737"/>
                  </a:lnTo>
                  <a:lnTo>
                    <a:pt x="235724" y="54737"/>
                  </a:lnTo>
                  <a:lnTo>
                    <a:pt x="239816" y="48768"/>
                  </a:lnTo>
                  <a:lnTo>
                    <a:pt x="239903" y="48640"/>
                  </a:lnTo>
                  <a:lnTo>
                    <a:pt x="241643" y="42671"/>
                  </a:lnTo>
                  <a:lnTo>
                    <a:pt x="241681" y="35432"/>
                  </a:lnTo>
                  <a:lnTo>
                    <a:pt x="240992" y="28027"/>
                  </a:lnTo>
                  <a:lnTo>
                    <a:pt x="239023" y="21716"/>
                  </a:lnTo>
                  <a:lnTo>
                    <a:pt x="238934" y="21431"/>
                  </a:lnTo>
                  <a:lnTo>
                    <a:pt x="235955" y="16382"/>
                  </a:lnTo>
                  <a:close/>
                </a:path>
                <a:path w="565150" h="144779">
                  <a:moveTo>
                    <a:pt x="354711" y="1396"/>
                  </a:moveTo>
                  <a:lnTo>
                    <a:pt x="253111" y="1396"/>
                  </a:lnTo>
                  <a:lnTo>
                    <a:pt x="253111" y="16890"/>
                  </a:lnTo>
                  <a:lnTo>
                    <a:pt x="354711" y="16890"/>
                  </a:lnTo>
                  <a:lnTo>
                    <a:pt x="354711" y="1396"/>
                  </a:lnTo>
                  <a:close/>
                </a:path>
                <a:path w="565150" h="144779">
                  <a:moveTo>
                    <a:pt x="389255" y="1524"/>
                  </a:moveTo>
                  <a:lnTo>
                    <a:pt x="371856" y="1524"/>
                  </a:lnTo>
                  <a:lnTo>
                    <a:pt x="371856" y="123190"/>
                  </a:lnTo>
                  <a:lnTo>
                    <a:pt x="389255" y="123190"/>
                  </a:lnTo>
                  <a:lnTo>
                    <a:pt x="389255" y="1524"/>
                  </a:lnTo>
                  <a:close/>
                </a:path>
                <a:path w="565150" h="144779">
                  <a:moveTo>
                    <a:pt x="151130" y="1524"/>
                  </a:moveTo>
                  <a:lnTo>
                    <a:pt x="82168" y="1524"/>
                  </a:lnTo>
                  <a:lnTo>
                    <a:pt x="82168" y="123062"/>
                  </a:lnTo>
                  <a:lnTo>
                    <a:pt x="152781" y="123062"/>
                  </a:lnTo>
                  <a:lnTo>
                    <a:pt x="152781" y="107568"/>
                  </a:lnTo>
                  <a:lnTo>
                    <a:pt x="99568" y="107568"/>
                  </a:lnTo>
                  <a:lnTo>
                    <a:pt x="99568" y="69722"/>
                  </a:lnTo>
                  <a:lnTo>
                    <a:pt x="149352" y="69722"/>
                  </a:lnTo>
                  <a:lnTo>
                    <a:pt x="149352" y="54101"/>
                  </a:lnTo>
                  <a:lnTo>
                    <a:pt x="99568" y="54101"/>
                  </a:lnTo>
                  <a:lnTo>
                    <a:pt x="99568" y="17018"/>
                  </a:lnTo>
                  <a:lnTo>
                    <a:pt x="151130" y="17018"/>
                  </a:lnTo>
                  <a:lnTo>
                    <a:pt x="151130" y="1524"/>
                  </a:lnTo>
                  <a:close/>
                </a:path>
                <a:path w="565150" h="144779">
                  <a:moveTo>
                    <a:pt x="64897" y="1524"/>
                  </a:moveTo>
                  <a:lnTo>
                    <a:pt x="0" y="1524"/>
                  </a:lnTo>
                  <a:lnTo>
                    <a:pt x="0" y="123190"/>
                  </a:lnTo>
                  <a:lnTo>
                    <a:pt x="17399" y="123190"/>
                  </a:lnTo>
                  <a:lnTo>
                    <a:pt x="17399" y="66547"/>
                  </a:lnTo>
                  <a:lnTo>
                    <a:pt x="64897" y="66547"/>
                  </a:lnTo>
                  <a:lnTo>
                    <a:pt x="64897" y="51053"/>
                  </a:lnTo>
                  <a:lnTo>
                    <a:pt x="17399" y="51053"/>
                  </a:lnTo>
                  <a:lnTo>
                    <a:pt x="17399" y="17018"/>
                  </a:lnTo>
                  <a:lnTo>
                    <a:pt x="64897" y="17018"/>
                  </a:lnTo>
                  <a:lnTo>
                    <a:pt x="64897" y="1524"/>
                  </a:lnTo>
                  <a:close/>
                </a:path>
                <a:path w="565150" h="144779">
                  <a:moveTo>
                    <a:pt x="483997" y="0"/>
                  </a:moveTo>
                  <a:lnTo>
                    <a:pt x="477138" y="0"/>
                  </a:lnTo>
                  <a:lnTo>
                    <a:pt x="463637" y="1141"/>
                  </a:lnTo>
                  <a:lnTo>
                    <a:pt x="422034" y="27781"/>
                  </a:lnTo>
                  <a:lnTo>
                    <a:pt x="411480" y="63500"/>
                  </a:lnTo>
                  <a:lnTo>
                    <a:pt x="412621" y="75930"/>
                  </a:lnTo>
                  <a:lnTo>
                    <a:pt x="439378" y="114675"/>
                  </a:lnTo>
                  <a:lnTo>
                    <a:pt x="477900" y="124587"/>
                  </a:lnTo>
                  <a:lnTo>
                    <a:pt x="488973" y="123969"/>
                  </a:lnTo>
                  <a:lnTo>
                    <a:pt x="500094" y="122126"/>
                  </a:lnTo>
                  <a:lnTo>
                    <a:pt x="511262" y="119068"/>
                  </a:lnTo>
                  <a:lnTo>
                    <a:pt x="522478" y="114807"/>
                  </a:lnTo>
                  <a:lnTo>
                    <a:pt x="522478" y="109474"/>
                  </a:lnTo>
                  <a:lnTo>
                    <a:pt x="478409" y="109474"/>
                  </a:lnTo>
                  <a:lnTo>
                    <a:pt x="468143" y="108642"/>
                  </a:lnTo>
                  <a:lnTo>
                    <a:pt x="432943" y="81232"/>
                  </a:lnTo>
                  <a:lnTo>
                    <a:pt x="429513" y="62484"/>
                  </a:lnTo>
                  <a:lnTo>
                    <a:pt x="430371" y="52960"/>
                  </a:lnTo>
                  <a:lnTo>
                    <a:pt x="458469" y="18907"/>
                  </a:lnTo>
                  <a:lnTo>
                    <a:pt x="476757" y="15493"/>
                  </a:lnTo>
                  <a:lnTo>
                    <a:pt x="519938" y="15493"/>
                  </a:lnTo>
                  <a:lnTo>
                    <a:pt x="519938" y="10413"/>
                  </a:lnTo>
                  <a:lnTo>
                    <a:pt x="510540" y="6476"/>
                  </a:lnTo>
                  <a:lnTo>
                    <a:pt x="502793" y="3682"/>
                  </a:lnTo>
                  <a:lnTo>
                    <a:pt x="496697" y="2285"/>
                  </a:lnTo>
                  <a:lnTo>
                    <a:pt x="490474" y="762"/>
                  </a:lnTo>
                  <a:lnTo>
                    <a:pt x="483997" y="0"/>
                  </a:lnTo>
                  <a:close/>
                </a:path>
                <a:path w="565150" h="144779">
                  <a:moveTo>
                    <a:pt x="522478" y="63246"/>
                  </a:moveTo>
                  <a:lnTo>
                    <a:pt x="481584" y="63246"/>
                  </a:lnTo>
                  <a:lnTo>
                    <a:pt x="481584" y="78740"/>
                  </a:lnTo>
                  <a:lnTo>
                    <a:pt x="505079" y="78740"/>
                  </a:lnTo>
                  <a:lnTo>
                    <a:pt x="505079" y="104140"/>
                  </a:lnTo>
                  <a:lnTo>
                    <a:pt x="478409" y="109474"/>
                  </a:lnTo>
                  <a:lnTo>
                    <a:pt x="522478" y="109474"/>
                  </a:lnTo>
                  <a:lnTo>
                    <a:pt x="522478" y="63246"/>
                  </a:lnTo>
                  <a:close/>
                </a:path>
                <a:path w="565150" h="144779">
                  <a:moveTo>
                    <a:pt x="519938" y="15493"/>
                  </a:moveTo>
                  <a:lnTo>
                    <a:pt x="476757" y="15493"/>
                  </a:lnTo>
                  <a:lnTo>
                    <a:pt x="488445" y="16349"/>
                  </a:lnTo>
                  <a:lnTo>
                    <a:pt x="487829" y="16349"/>
                  </a:lnTo>
                  <a:lnTo>
                    <a:pt x="498300" y="18653"/>
                  </a:lnTo>
                  <a:lnTo>
                    <a:pt x="509101" y="22619"/>
                  </a:lnTo>
                  <a:lnTo>
                    <a:pt x="519938" y="28193"/>
                  </a:lnTo>
                  <a:lnTo>
                    <a:pt x="519938" y="154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833245" y="5363337"/>
              <a:ext cx="565150" cy="144780"/>
            </a:xfrm>
            <a:custGeom>
              <a:avLst/>
              <a:gdLst/>
              <a:ahLst/>
              <a:cxnLst/>
              <a:rect l="l" t="t" r="r" b="b"/>
              <a:pathLst>
                <a:path w="565150" h="144779">
                  <a:moveTo>
                    <a:pt x="552577" y="100203"/>
                  </a:moveTo>
                  <a:lnTo>
                    <a:pt x="556132" y="100203"/>
                  </a:lnTo>
                  <a:lnTo>
                    <a:pt x="559054" y="101726"/>
                  </a:lnTo>
                  <a:lnTo>
                    <a:pt x="561213" y="104901"/>
                  </a:lnTo>
                  <a:lnTo>
                    <a:pt x="563499" y="108076"/>
                  </a:lnTo>
                  <a:lnTo>
                    <a:pt x="564642" y="112013"/>
                  </a:lnTo>
                  <a:lnTo>
                    <a:pt x="564642" y="116966"/>
                  </a:lnTo>
                  <a:lnTo>
                    <a:pt x="564642" y="123316"/>
                  </a:lnTo>
                  <a:lnTo>
                    <a:pt x="562737" y="129031"/>
                  </a:lnTo>
                  <a:lnTo>
                    <a:pt x="559054" y="133857"/>
                  </a:lnTo>
                  <a:lnTo>
                    <a:pt x="555371" y="138810"/>
                  </a:lnTo>
                  <a:lnTo>
                    <a:pt x="550291" y="142240"/>
                  </a:lnTo>
                  <a:lnTo>
                    <a:pt x="543813" y="144272"/>
                  </a:lnTo>
                  <a:lnTo>
                    <a:pt x="543813" y="141097"/>
                  </a:lnTo>
                  <a:lnTo>
                    <a:pt x="546354" y="138556"/>
                  </a:lnTo>
                  <a:lnTo>
                    <a:pt x="548132" y="136016"/>
                  </a:lnTo>
                  <a:lnTo>
                    <a:pt x="549275" y="133476"/>
                  </a:lnTo>
                  <a:lnTo>
                    <a:pt x="550291" y="130937"/>
                  </a:lnTo>
                  <a:lnTo>
                    <a:pt x="550926" y="127507"/>
                  </a:lnTo>
                  <a:lnTo>
                    <a:pt x="551053" y="123190"/>
                  </a:lnTo>
                  <a:lnTo>
                    <a:pt x="544957" y="121412"/>
                  </a:lnTo>
                  <a:lnTo>
                    <a:pt x="541782" y="117601"/>
                  </a:lnTo>
                  <a:lnTo>
                    <a:pt x="541782" y="111759"/>
                  </a:lnTo>
                  <a:lnTo>
                    <a:pt x="541782" y="108712"/>
                  </a:lnTo>
                  <a:lnTo>
                    <a:pt x="542925" y="105918"/>
                  </a:lnTo>
                  <a:lnTo>
                    <a:pt x="544957" y="103631"/>
                  </a:lnTo>
                  <a:lnTo>
                    <a:pt x="547116" y="101346"/>
                  </a:lnTo>
                  <a:lnTo>
                    <a:pt x="549656" y="100203"/>
                  </a:lnTo>
                  <a:lnTo>
                    <a:pt x="552577" y="100203"/>
                  </a:lnTo>
                  <a:close/>
                </a:path>
                <a:path w="565150" h="144779">
                  <a:moveTo>
                    <a:pt x="188468" y="16382"/>
                  </a:moveTo>
                  <a:lnTo>
                    <a:pt x="188468" y="54737"/>
                  </a:lnTo>
                  <a:lnTo>
                    <a:pt x="195072" y="54737"/>
                  </a:lnTo>
                  <a:lnTo>
                    <a:pt x="203835" y="54737"/>
                  </a:lnTo>
                  <a:lnTo>
                    <a:pt x="209931" y="53975"/>
                  </a:lnTo>
                  <a:lnTo>
                    <a:pt x="213232" y="52450"/>
                  </a:lnTo>
                  <a:lnTo>
                    <a:pt x="216535" y="51053"/>
                  </a:lnTo>
                  <a:lnTo>
                    <a:pt x="219075" y="48768"/>
                  </a:lnTo>
                  <a:lnTo>
                    <a:pt x="220853" y="45719"/>
                  </a:lnTo>
                  <a:lnTo>
                    <a:pt x="222757" y="42671"/>
                  </a:lnTo>
                  <a:lnTo>
                    <a:pt x="223647" y="39115"/>
                  </a:lnTo>
                  <a:lnTo>
                    <a:pt x="223647" y="35306"/>
                  </a:lnTo>
                  <a:lnTo>
                    <a:pt x="223647" y="31496"/>
                  </a:lnTo>
                  <a:lnTo>
                    <a:pt x="222631" y="27940"/>
                  </a:lnTo>
                  <a:lnTo>
                    <a:pt x="220599" y="24891"/>
                  </a:lnTo>
                  <a:lnTo>
                    <a:pt x="218567" y="21716"/>
                  </a:lnTo>
                  <a:lnTo>
                    <a:pt x="215646" y="19557"/>
                  </a:lnTo>
                  <a:lnTo>
                    <a:pt x="211962" y="18287"/>
                  </a:lnTo>
                  <a:lnTo>
                    <a:pt x="208280" y="17018"/>
                  </a:lnTo>
                  <a:lnTo>
                    <a:pt x="202184" y="16382"/>
                  </a:lnTo>
                  <a:lnTo>
                    <a:pt x="193675" y="16382"/>
                  </a:lnTo>
                  <a:lnTo>
                    <a:pt x="188468" y="16382"/>
                  </a:lnTo>
                  <a:close/>
                </a:path>
                <a:path w="565150" h="144779">
                  <a:moveTo>
                    <a:pt x="371856" y="1524"/>
                  </a:moveTo>
                  <a:lnTo>
                    <a:pt x="389255" y="1524"/>
                  </a:lnTo>
                  <a:lnTo>
                    <a:pt x="389255" y="123190"/>
                  </a:lnTo>
                  <a:lnTo>
                    <a:pt x="371856" y="123190"/>
                  </a:lnTo>
                  <a:lnTo>
                    <a:pt x="371856" y="1524"/>
                  </a:lnTo>
                  <a:close/>
                </a:path>
                <a:path w="565150" h="144779">
                  <a:moveTo>
                    <a:pt x="171069" y="1524"/>
                  </a:moveTo>
                  <a:lnTo>
                    <a:pt x="201549" y="1524"/>
                  </a:lnTo>
                  <a:lnTo>
                    <a:pt x="210238" y="2095"/>
                  </a:lnTo>
                  <a:lnTo>
                    <a:pt x="240992" y="28027"/>
                  </a:lnTo>
                  <a:lnTo>
                    <a:pt x="241681" y="35432"/>
                  </a:lnTo>
                  <a:lnTo>
                    <a:pt x="241681" y="42544"/>
                  </a:lnTo>
                  <a:lnTo>
                    <a:pt x="221106" y="65404"/>
                  </a:lnTo>
                  <a:lnTo>
                    <a:pt x="224917" y="67944"/>
                  </a:lnTo>
                  <a:lnTo>
                    <a:pt x="248157" y="98932"/>
                  </a:lnTo>
                  <a:lnTo>
                    <a:pt x="252349" y="105790"/>
                  </a:lnTo>
                  <a:lnTo>
                    <a:pt x="255778" y="110997"/>
                  </a:lnTo>
                  <a:lnTo>
                    <a:pt x="258318" y="114553"/>
                  </a:lnTo>
                  <a:lnTo>
                    <a:pt x="264794" y="123190"/>
                  </a:lnTo>
                  <a:lnTo>
                    <a:pt x="244094" y="123190"/>
                  </a:lnTo>
                  <a:lnTo>
                    <a:pt x="238760" y="115188"/>
                  </a:lnTo>
                  <a:lnTo>
                    <a:pt x="238632" y="114934"/>
                  </a:lnTo>
                  <a:lnTo>
                    <a:pt x="238252" y="114426"/>
                  </a:lnTo>
                  <a:lnTo>
                    <a:pt x="237744" y="113665"/>
                  </a:lnTo>
                  <a:lnTo>
                    <a:pt x="234315" y="108965"/>
                  </a:lnTo>
                  <a:lnTo>
                    <a:pt x="228981" y="100075"/>
                  </a:lnTo>
                  <a:lnTo>
                    <a:pt x="223138" y="90550"/>
                  </a:lnTo>
                  <a:lnTo>
                    <a:pt x="219582" y="85597"/>
                  </a:lnTo>
                  <a:lnTo>
                    <a:pt x="216281" y="81534"/>
                  </a:lnTo>
                  <a:lnTo>
                    <a:pt x="213232" y="78612"/>
                  </a:lnTo>
                  <a:lnTo>
                    <a:pt x="210185" y="75691"/>
                  </a:lnTo>
                  <a:lnTo>
                    <a:pt x="207518" y="73532"/>
                  </a:lnTo>
                  <a:lnTo>
                    <a:pt x="205105" y="72262"/>
                  </a:lnTo>
                  <a:lnTo>
                    <a:pt x="202692" y="70865"/>
                  </a:lnTo>
                  <a:lnTo>
                    <a:pt x="198628" y="70231"/>
                  </a:lnTo>
                  <a:lnTo>
                    <a:pt x="192912" y="70231"/>
                  </a:lnTo>
                  <a:lnTo>
                    <a:pt x="188468" y="70231"/>
                  </a:lnTo>
                  <a:lnTo>
                    <a:pt x="188468" y="123190"/>
                  </a:lnTo>
                  <a:lnTo>
                    <a:pt x="171069" y="123190"/>
                  </a:lnTo>
                  <a:lnTo>
                    <a:pt x="171069" y="1524"/>
                  </a:lnTo>
                  <a:close/>
                </a:path>
                <a:path w="565150" h="144779">
                  <a:moveTo>
                    <a:pt x="82168" y="1524"/>
                  </a:moveTo>
                  <a:lnTo>
                    <a:pt x="151130" y="1524"/>
                  </a:lnTo>
                  <a:lnTo>
                    <a:pt x="151130" y="17018"/>
                  </a:lnTo>
                  <a:lnTo>
                    <a:pt x="99568" y="17018"/>
                  </a:lnTo>
                  <a:lnTo>
                    <a:pt x="99568" y="54101"/>
                  </a:lnTo>
                  <a:lnTo>
                    <a:pt x="149352" y="54101"/>
                  </a:lnTo>
                  <a:lnTo>
                    <a:pt x="149352" y="69722"/>
                  </a:lnTo>
                  <a:lnTo>
                    <a:pt x="99568" y="69722"/>
                  </a:lnTo>
                  <a:lnTo>
                    <a:pt x="99568" y="107568"/>
                  </a:lnTo>
                  <a:lnTo>
                    <a:pt x="152781" y="107568"/>
                  </a:lnTo>
                  <a:lnTo>
                    <a:pt x="152781" y="123062"/>
                  </a:lnTo>
                  <a:lnTo>
                    <a:pt x="82168" y="123062"/>
                  </a:lnTo>
                  <a:lnTo>
                    <a:pt x="82168" y="1524"/>
                  </a:lnTo>
                  <a:close/>
                </a:path>
                <a:path w="565150" h="144779">
                  <a:moveTo>
                    <a:pt x="0" y="1524"/>
                  </a:moveTo>
                  <a:lnTo>
                    <a:pt x="64897" y="1524"/>
                  </a:lnTo>
                  <a:lnTo>
                    <a:pt x="64897" y="17018"/>
                  </a:lnTo>
                  <a:lnTo>
                    <a:pt x="17399" y="17018"/>
                  </a:lnTo>
                  <a:lnTo>
                    <a:pt x="17399" y="51053"/>
                  </a:lnTo>
                  <a:lnTo>
                    <a:pt x="64897" y="51053"/>
                  </a:lnTo>
                  <a:lnTo>
                    <a:pt x="64897" y="66547"/>
                  </a:lnTo>
                  <a:lnTo>
                    <a:pt x="17399" y="66547"/>
                  </a:lnTo>
                  <a:lnTo>
                    <a:pt x="17399" y="123190"/>
                  </a:lnTo>
                  <a:lnTo>
                    <a:pt x="0" y="123190"/>
                  </a:lnTo>
                  <a:lnTo>
                    <a:pt x="0" y="1524"/>
                  </a:lnTo>
                  <a:close/>
                </a:path>
                <a:path w="565150" h="144779">
                  <a:moveTo>
                    <a:pt x="253111" y="1396"/>
                  </a:moveTo>
                  <a:lnTo>
                    <a:pt x="354711" y="1396"/>
                  </a:lnTo>
                  <a:lnTo>
                    <a:pt x="354711" y="16890"/>
                  </a:lnTo>
                  <a:lnTo>
                    <a:pt x="312293" y="16890"/>
                  </a:lnTo>
                  <a:lnTo>
                    <a:pt x="312293" y="123190"/>
                  </a:lnTo>
                  <a:lnTo>
                    <a:pt x="294767" y="123190"/>
                  </a:lnTo>
                  <a:lnTo>
                    <a:pt x="294767" y="16890"/>
                  </a:lnTo>
                  <a:lnTo>
                    <a:pt x="253111" y="16890"/>
                  </a:lnTo>
                  <a:lnTo>
                    <a:pt x="253111" y="1396"/>
                  </a:lnTo>
                  <a:close/>
                </a:path>
                <a:path w="565150" h="144779">
                  <a:moveTo>
                    <a:pt x="477138" y="0"/>
                  </a:moveTo>
                  <a:lnTo>
                    <a:pt x="483997" y="0"/>
                  </a:lnTo>
                  <a:lnTo>
                    <a:pt x="490474" y="762"/>
                  </a:lnTo>
                  <a:lnTo>
                    <a:pt x="496697" y="2285"/>
                  </a:lnTo>
                  <a:lnTo>
                    <a:pt x="502793" y="3682"/>
                  </a:lnTo>
                  <a:lnTo>
                    <a:pt x="510540" y="6476"/>
                  </a:lnTo>
                  <a:lnTo>
                    <a:pt x="519938" y="10413"/>
                  </a:lnTo>
                  <a:lnTo>
                    <a:pt x="519938" y="28193"/>
                  </a:lnTo>
                  <a:lnTo>
                    <a:pt x="509101" y="22619"/>
                  </a:lnTo>
                  <a:lnTo>
                    <a:pt x="498300" y="18653"/>
                  </a:lnTo>
                  <a:lnTo>
                    <a:pt x="487523" y="16281"/>
                  </a:lnTo>
                  <a:lnTo>
                    <a:pt x="476757" y="15493"/>
                  </a:lnTo>
                  <a:lnTo>
                    <a:pt x="467232" y="16349"/>
                  </a:lnTo>
                  <a:lnTo>
                    <a:pt x="432943" y="44211"/>
                  </a:lnTo>
                  <a:lnTo>
                    <a:pt x="429513" y="62484"/>
                  </a:lnTo>
                  <a:lnTo>
                    <a:pt x="430371" y="72316"/>
                  </a:lnTo>
                  <a:lnTo>
                    <a:pt x="458866" y="106156"/>
                  </a:lnTo>
                  <a:lnTo>
                    <a:pt x="478409" y="109474"/>
                  </a:lnTo>
                  <a:lnTo>
                    <a:pt x="483889" y="109166"/>
                  </a:lnTo>
                  <a:lnTo>
                    <a:pt x="489870" y="108251"/>
                  </a:lnTo>
                  <a:lnTo>
                    <a:pt x="496375" y="106741"/>
                  </a:lnTo>
                  <a:lnTo>
                    <a:pt x="503428" y="104647"/>
                  </a:lnTo>
                  <a:lnTo>
                    <a:pt x="505079" y="104140"/>
                  </a:lnTo>
                  <a:lnTo>
                    <a:pt x="505079" y="78740"/>
                  </a:lnTo>
                  <a:lnTo>
                    <a:pt x="481584" y="78740"/>
                  </a:lnTo>
                  <a:lnTo>
                    <a:pt x="481584" y="63246"/>
                  </a:lnTo>
                  <a:lnTo>
                    <a:pt x="522478" y="63246"/>
                  </a:lnTo>
                  <a:lnTo>
                    <a:pt x="522478" y="114807"/>
                  </a:lnTo>
                  <a:lnTo>
                    <a:pt x="511262" y="119068"/>
                  </a:lnTo>
                  <a:lnTo>
                    <a:pt x="500094" y="122126"/>
                  </a:lnTo>
                  <a:lnTo>
                    <a:pt x="488973" y="123969"/>
                  </a:lnTo>
                  <a:lnTo>
                    <a:pt x="477900" y="124587"/>
                  </a:lnTo>
                  <a:lnTo>
                    <a:pt x="463520" y="123489"/>
                  </a:lnTo>
                  <a:lnTo>
                    <a:pt x="421713" y="97647"/>
                  </a:lnTo>
                  <a:lnTo>
                    <a:pt x="411480" y="63500"/>
                  </a:lnTo>
                  <a:lnTo>
                    <a:pt x="412648" y="50450"/>
                  </a:lnTo>
                  <a:lnTo>
                    <a:pt x="440205" y="10233"/>
                  </a:lnTo>
                  <a:lnTo>
                    <a:pt x="463637" y="1141"/>
                  </a:lnTo>
                  <a:lnTo>
                    <a:pt x="477138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9" name="object 69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470023" y="5358765"/>
            <a:ext cx="1464056" cy="173228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015485" y="5400294"/>
            <a:ext cx="81280" cy="9207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179823" y="5360289"/>
            <a:ext cx="964819" cy="171703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205984" y="5360161"/>
            <a:ext cx="455803" cy="132334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740653" y="5400294"/>
            <a:ext cx="81280" cy="92075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05485" y="5657126"/>
            <a:ext cx="2401925" cy="173520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07745" y="6084201"/>
            <a:ext cx="1336929" cy="153403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912366" y="6085065"/>
            <a:ext cx="1343152" cy="172300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3318636" y="6083846"/>
            <a:ext cx="1900047" cy="173520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284851" y="6084201"/>
            <a:ext cx="540004" cy="133731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500087" y="6349377"/>
            <a:ext cx="3053499" cy="206692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7348855" y="3682110"/>
            <a:ext cx="3470275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u="sng" spc="-70" dirty="0" err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  <a:hlinkClick r:id="rId56"/>
              </a:rPr>
              <a:t>ffigaro</a:t>
            </a:r>
            <a:r>
              <a:rPr sz="1800" u="sng" spc="-7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  <a:hlinkClick r:id="rId56"/>
              </a:rPr>
              <a:t>@sp.senai.br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pt-BR" sz="1800" spc="-85" dirty="0">
                <a:solidFill>
                  <a:srgbClr val="373D40"/>
                </a:solidFill>
                <a:latin typeface="Trebuchet MS"/>
                <a:cs typeface="Trebuchet MS"/>
              </a:rPr>
              <a:t>Fernando Oliveira Figaro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373D40"/>
                </a:solidFill>
                <a:latin typeface="Trebuchet MS"/>
                <a:cs typeface="Trebuchet MS"/>
              </a:rPr>
              <a:t>Instrutor</a:t>
            </a:r>
            <a:r>
              <a:rPr sz="1800" spc="-4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73D40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73D40"/>
                </a:solidFill>
                <a:latin typeface="Trebuchet MS"/>
                <a:cs typeface="Trebuchet MS"/>
              </a:rPr>
              <a:t>Formação</a:t>
            </a:r>
            <a:r>
              <a:rPr sz="1800" spc="-3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73D40"/>
                </a:solidFill>
                <a:latin typeface="Trebuchet MS"/>
                <a:cs typeface="Trebuchet MS"/>
              </a:rPr>
              <a:t>Profissional</a:t>
            </a:r>
            <a:r>
              <a:rPr sz="1800" spc="-5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73D40"/>
                </a:solidFill>
                <a:latin typeface="Trebuchet MS"/>
                <a:cs typeface="Trebuchet MS"/>
              </a:rPr>
              <a:t>III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888480" y="3691128"/>
            <a:ext cx="375285" cy="1382395"/>
            <a:chOff x="6888480" y="3691128"/>
            <a:chExt cx="375285" cy="1382395"/>
          </a:xfrm>
        </p:grpSpPr>
        <p:pic>
          <p:nvPicPr>
            <p:cNvPr id="84" name="object 8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894576" y="3691128"/>
              <a:ext cx="361188" cy="359663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888480" y="4195572"/>
              <a:ext cx="359664" cy="361188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902196" y="4713732"/>
              <a:ext cx="361188" cy="3596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1418</Words>
  <Application>Microsoft Office PowerPoint</Application>
  <PresentationFormat>Widescreen</PresentationFormat>
  <Paragraphs>185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 MT</vt:lpstr>
      <vt:lpstr>Calibri</vt:lpstr>
      <vt:lpstr>Trebuchet MS</vt:lpstr>
      <vt:lpstr>Office Theme</vt:lpstr>
      <vt:lpstr>PROGRAMAÇÃO EM PYTHON</vt:lpstr>
      <vt:lpstr>PROGRAMAÇÃO EM PYTHON</vt:lpstr>
      <vt:lpstr>PROGRAMAÇÃO EM PYTHON</vt:lpstr>
      <vt:lpstr>Apresentação do PowerPoint</vt:lpstr>
      <vt:lpstr>Apresentação do PowerPoint</vt:lpstr>
      <vt:lpstr>Apresentação do PowerPoint</vt:lpstr>
      <vt:lpstr>Apresentação do PowerPoint</vt:lpstr>
      <vt:lpstr>Dispositivos de Entrada:</vt:lpstr>
      <vt:lpstr>Dispositivos de Saída:</vt:lpstr>
      <vt:lpstr>PROGRAMAÇÃO EM PYTHON</vt:lpstr>
      <vt:lpstr>Um programa de computador é uma sequência organizada de instruções escritas em uma linguagem de programação.</vt:lpstr>
      <vt:lpstr>Software de Sistema:</vt:lpstr>
      <vt:lpstr>Apresentação do PowerPoint</vt:lpstr>
      <vt:lpstr>PROGRAMAÇÃO EM PYTHON</vt:lpstr>
      <vt:lpstr>Apresentação do PowerPoint</vt:lpstr>
      <vt:lpstr>Apresentação do PowerPoint</vt:lpstr>
      <vt:lpstr>Apresentação do PowerPoint</vt:lpstr>
      <vt:lpstr>PROGRAMAÇÃO EM PYTHON</vt:lpstr>
      <vt:lpstr>PROGRAMAÇÃO EM PYTHON</vt:lpstr>
      <vt:lpstr>PROGRAMAÇÃO EM PYTHON</vt:lpstr>
      <vt:lpstr>EXERCÍCIOS</vt:lpstr>
      <vt:lpstr> 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Hardware</dc:title>
  <dc:creator>JackDenio</dc:creator>
  <cp:lastModifiedBy>Fernando Oliveira Figaro</cp:lastModifiedBy>
  <cp:revision>2</cp:revision>
  <dcterms:created xsi:type="dcterms:W3CDTF">2026-01-05T19:31:58Z</dcterms:created>
  <dcterms:modified xsi:type="dcterms:W3CDTF">2026-01-09T23:33:59Z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2026-01-05T00:00:00Z</vt:filetime>
  </property>
  <property fmtid="{D5CDD505-2E9C-101B-9397-08002B2CF9AE}" pid="5" name="Producer">
    <vt:lpwstr>Microsoft® PowerPoint® 2019</vt:lpwstr>
  </property>
</Properties>
</file>