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57169" y="720293"/>
            <a:ext cx="530034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19"/>
                </a:lnTo>
                <a:lnTo>
                  <a:pt x="8991600" y="1645919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19"/>
                </a:moveTo>
                <a:lnTo>
                  <a:pt x="8991600" y="1645919"/>
                </a:lnTo>
                <a:lnTo>
                  <a:pt x="8991600" y="0"/>
                </a:lnTo>
                <a:lnTo>
                  <a:pt x="0" y="0"/>
                </a:lnTo>
                <a:lnTo>
                  <a:pt x="0" y="1645919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232" y="0"/>
                </a:moveTo>
                <a:lnTo>
                  <a:pt x="0" y="0"/>
                </a:lnTo>
                <a:lnTo>
                  <a:pt x="0" y="6858000"/>
                </a:lnTo>
                <a:lnTo>
                  <a:pt x="8333232" y="6858000"/>
                </a:lnTo>
                <a:lnTo>
                  <a:pt x="833323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232" y="6858000"/>
                </a:lnTo>
                <a:lnTo>
                  <a:pt x="83332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605" y="273557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3168396" y="0"/>
                </a:moveTo>
                <a:lnTo>
                  <a:pt x="0" y="0"/>
                </a:lnTo>
                <a:lnTo>
                  <a:pt x="0" y="973836"/>
                </a:lnTo>
                <a:lnTo>
                  <a:pt x="3168396" y="973836"/>
                </a:lnTo>
                <a:lnTo>
                  <a:pt x="31683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605" y="273557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0" y="973836"/>
                </a:moveTo>
                <a:lnTo>
                  <a:pt x="3168396" y="973836"/>
                </a:lnTo>
                <a:lnTo>
                  <a:pt x="3168396" y="0"/>
                </a:lnTo>
                <a:lnTo>
                  <a:pt x="0" y="0"/>
                </a:lnTo>
                <a:lnTo>
                  <a:pt x="0" y="973836"/>
                </a:lnTo>
                <a:close/>
              </a:path>
            </a:pathLst>
          </a:custGeom>
          <a:ln w="320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74058" y="569214"/>
            <a:ext cx="522287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4058" y="1430527"/>
            <a:ext cx="7625715" cy="2846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g"/><Relationship Id="rId11" Type="http://schemas.openxmlformats.org/officeDocument/2006/relationships/image" Target="../media/image26.png"/><Relationship Id="rId5" Type="http://schemas.openxmlformats.org/officeDocument/2006/relationships/image" Target="../media/image16.png"/><Relationship Id="rId10" Type="http://schemas.openxmlformats.org/officeDocument/2006/relationships/image" Target="../media/image25.jp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31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jpg"/><Relationship Id="rId7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34.jpg"/><Relationship Id="rId5" Type="http://schemas.openxmlformats.org/officeDocument/2006/relationships/image" Target="../media/image8.png"/><Relationship Id="rId10" Type="http://schemas.openxmlformats.org/officeDocument/2006/relationships/image" Target="../media/image33.jpg"/><Relationship Id="rId4" Type="http://schemas.openxmlformats.org/officeDocument/2006/relationships/image" Target="../media/image7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10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10" Type="http://schemas.openxmlformats.org/officeDocument/2006/relationships/image" Target="../media/image36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10" Type="http://schemas.openxmlformats.org/officeDocument/2006/relationships/image" Target="../media/image39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10" Type="http://schemas.openxmlformats.org/officeDocument/2006/relationships/image" Target="../media/image40.jp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2.jp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9" Type="http://schemas.openxmlformats.org/officeDocument/2006/relationships/image" Target="../media/image80.png"/><Relationship Id="rId21" Type="http://schemas.openxmlformats.org/officeDocument/2006/relationships/image" Target="../media/image62.png"/><Relationship Id="rId34" Type="http://schemas.openxmlformats.org/officeDocument/2006/relationships/image" Target="../media/image75.png"/><Relationship Id="rId42" Type="http://schemas.openxmlformats.org/officeDocument/2006/relationships/image" Target="../media/image83.png"/><Relationship Id="rId47" Type="http://schemas.openxmlformats.org/officeDocument/2006/relationships/image" Target="../media/image88.png"/><Relationship Id="rId50" Type="http://schemas.openxmlformats.org/officeDocument/2006/relationships/image" Target="../media/image91.png"/><Relationship Id="rId55" Type="http://schemas.openxmlformats.org/officeDocument/2006/relationships/image" Target="../media/image2.jpg"/><Relationship Id="rId7" Type="http://schemas.openxmlformats.org/officeDocument/2006/relationships/image" Target="../media/image48.png"/><Relationship Id="rId2" Type="http://schemas.openxmlformats.org/officeDocument/2006/relationships/image" Target="../media/image6.png"/><Relationship Id="rId16" Type="http://schemas.openxmlformats.org/officeDocument/2006/relationships/image" Target="../media/image57.png"/><Relationship Id="rId29" Type="http://schemas.openxmlformats.org/officeDocument/2006/relationships/image" Target="../media/image70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32" Type="http://schemas.openxmlformats.org/officeDocument/2006/relationships/image" Target="../media/image73.png"/><Relationship Id="rId37" Type="http://schemas.openxmlformats.org/officeDocument/2006/relationships/image" Target="../media/image78.png"/><Relationship Id="rId40" Type="http://schemas.openxmlformats.org/officeDocument/2006/relationships/image" Target="../media/image81.png"/><Relationship Id="rId45" Type="http://schemas.openxmlformats.org/officeDocument/2006/relationships/image" Target="../media/image86.png"/><Relationship Id="rId53" Type="http://schemas.openxmlformats.org/officeDocument/2006/relationships/image" Target="../media/image94.png"/><Relationship Id="rId58" Type="http://schemas.openxmlformats.org/officeDocument/2006/relationships/image" Target="../media/image97.png"/><Relationship Id="rId5" Type="http://schemas.openxmlformats.org/officeDocument/2006/relationships/image" Target="../media/image46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43" Type="http://schemas.openxmlformats.org/officeDocument/2006/relationships/image" Target="../media/image84.png"/><Relationship Id="rId48" Type="http://schemas.openxmlformats.org/officeDocument/2006/relationships/image" Target="../media/image89.png"/><Relationship Id="rId56" Type="http://schemas.openxmlformats.org/officeDocument/2006/relationships/image" Target="../media/image96.jpg"/><Relationship Id="rId8" Type="http://schemas.openxmlformats.org/officeDocument/2006/relationships/image" Target="../media/image49.png"/><Relationship Id="rId51" Type="http://schemas.openxmlformats.org/officeDocument/2006/relationships/image" Target="../media/image92.png"/><Relationship Id="rId3" Type="http://schemas.openxmlformats.org/officeDocument/2006/relationships/image" Target="../media/image44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image" Target="../media/image79.png"/><Relationship Id="rId46" Type="http://schemas.openxmlformats.org/officeDocument/2006/relationships/image" Target="../media/image87.png"/><Relationship Id="rId59" Type="http://schemas.openxmlformats.org/officeDocument/2006/relationships/image" Target="../media/image98.png"/><Relationship Id="rId20" Type="http://schemas.openxmlformats.org/officeDocument/2006/relationships/image" Target="../media/image61.png"/><Relationship Id="rId41" Type="http://schemas.openxmlformats.org/officeDocument/2006/relationships/image" Target="../media/image82.png"/><Relationship Id="rId54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36" Type="http://schemas.openxmlformats.org/officeDocument/2006/relationships/image" Target="../media/image77.png"/><Relationship Id="rId49" Type="http://schemas.openxmlformats.org/officeDocument/2006/relationships/image" Target="../media/image90.png"/><Relationship Id="rId57" Type="http://schemas.openxmlformats.org/officeDocument/2006/relationships/hyperlink" Target="mailto:daniel.petinice@sp.senai.br" TargetMode="External"/><Relationship Id="rId10" Type="http://schemas.openxmlformats.org/officeDocument/2006/relationships/image" Target="../media/image51.png"/><Relationship Id="rId31" Type="http://schemas.openxmlformats.org/officeDocument/2006/relationships/image" Target="../media/image72.png"/><Relationship Id="rId44" Type="http://schemas.openxmlformats.org/officeDocument/2006/relationships/image" Target="../media/image85.png"/><Relationship Id="rId52" Type="http://schemas.openxmlformats.org/officeDocument/2006/relationships/image" Target="../media/image93.png"/><Relationship Id="rId60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210" y="1844167"/>
            <a:ext cx="700341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b="0" spc="415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sz="3800" b="0" spc="2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b="0" spc="165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3800" b="0" spc="2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b="0" spc="3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3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116835" y="2580132"/>
            <a:ext cx="8028940" cy="1645920"/>
            <a:chOff x="2116835" y="2580132"/>
            <a:chExt cx="8028940" cy="16459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6835" y="2747772"/>
              <a:ext cx="2293619" cy="1478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523" y="2631948"/>
              <a:ext cx="2142744" cy="1594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943" y="2580132"/>
              <a:ext cx="1658111" cy="15941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3"/>
              <a:ext cx="787907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995" y="2246376"/>
              <a:ext cx="5404866" cy="796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851" y="2562225"/>
              <a:ext cx="649732" cy="2198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6404" y="2561335"/>
              <a:ext cx="898398" cy="2207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542" y="633171"/>
            <a:ext cx="88709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142" y="1129030"/>
            <a:ext cx="46907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36575" algn="l"/>
                <a:tab pos="2052955" algn="l"/>
                <a:tab pos="2868930" algn="l"/>
                <a:tab pos="4109085" algn="l"/>
              </a:tabLst>
            </a:pPr>
            <a:r>
              <a:rPr sz="2000" spc="30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7317" y="3176382"/>
          <a:ext cx="3018155" cy="90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ts val="2260"/>
                        </a:lnSpc>
                        <a:buFont typeface="Microsoft Sans Serif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Constantes;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Microsoft Sans Serif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Listas;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ts val="2360"/>
                        </a:lnSpc>
                        <a:buFont typeface="Microsoft Sans Serif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4976" y="2359152"/>
            <a:ext cx="5725667" cy="375513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241" y="217741"/>
            <a:ext cx="5069205" cy="1175385"/>
            <a:chOff x="789241" y="217741"/>
            <a:chExt cx="5069205" cy="1175385"/>
          </a:xfrm>
        </p:grpSpPr>
        <p:sp>
          <p:nvSpPr>
            <p:cNvPr id="16" name="object 16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33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b="0" spc="3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135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b="0" spc="3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30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05433" y="233934"/>
            <a:ext cx="5036820" cy="1143000"/>
          </a:xfrm>
          <a:custGeom>
            <a:avLst/>
            <a:gdLst/>
            <a:ahLst/>
            <a:cxnLst/>
            <a:rect l="l" t="t" r="r" b="b"/>
            <a:pathLst>
              <a:path w="5036820" h="1143000">
                <a:moveTo>
                  <a:pt x="0" y="1142999"/>
                </a:moveTo>
                <a:lnTo>
                  <a:pt x="5036820" y="1142999"/>
                </a:lnTo>
                <a:lnTo>
                  <a:pt x="5036820" y="0"/>
                </a:lnTo>
                <a:lnTo>
                  <a:pt x="0" y="0"/>
                </a:lnTo>
                <a:lnTo>
                  <a:pt x="0" y="1142999"/>
                </a:lnTo>
                <a:close/>
              </a:path>
            </a:pathLst>
          </a:custGeom>
          <a:ln w="3200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33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b="0" spc="3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135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b="0" spc="3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30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136392" y="2261603"/>
            <a:ext cx="5406390" cy="798195"/>
            <a:chOff x="3136392" y="2261603"/>
            <a:chExt cx="5406390" cy="7981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6392" y="2261603"/>
              <a:ext cx="5406389" cy="7978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0251" y="2575686"/>
              <a:ext cx="1067181" cy="28981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25907" y="3556995"/>
            <a:ext cx="1134237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1344295" algn="l"/>
                <a:tab pos="3008630" algn="l"/>
                <a:tab pos="3694429" algn="l"/>
                <a:tab pos="5319395" algn="l"/>
                <a:tab pos="6713855" algn="l"/>
                <a:tab pos="7247890" algn="l"/>
                <a:tab pos="8608695" algn="l"/>
                <a:tab pos="10257790" algn="l"/>
                <a:tab pos="11027410" algn="l"/>
              </a:tabLst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Definição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058" y="1063244"/>
            <a:ext cx="76250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latin typeface="Trebuchet MS"/>
                <a:cs typeface="Trebuchet MS"/>
              </a:rPr>
              <a:t>Constantes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valores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que,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uma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vez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atribuídos,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não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0000"/>
                </a:solidFill>
                <a:latin typeface="Trebuchet MS"/>
                <a:cs typeface="Trebuchet MS"/>
              </a:rPr>
              <a:t>devem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ser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FF0000"/>
                </a:solidFill>
                <a:latin typeface="Trebuchet MS"/>
                <a:cs typeface="Trebuchet MS"/>
              </a:rPr>
              <a:t>modificados</a:t>
            </a:r>
            <a:r>
              <a:rPr sz="24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FF0000"/>
                </a:solidFill>
                <a:latin typeface="Trebuchet MS"/>
                <a:cs typeface="Trebuchet MS"/>
              </a:rPr>
              <a:t>durante</a:t>
            </a:r>
            <a:r>
              <a:rPr sz="240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FF0000"/>
                </a:solidFill>
                <a:latin typeface="Trebuchet MS"/>
                <a:cs typeface="Trebuchet MS"/>
              </a:rPr>
              <a:t>execução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Trebuchet MS"/>
                <a:cs typeface="Trebuchet MS"/>
              </a:rPr>
              <a:t>programa</a:t>
            </a:r>
            <a:r>
              <a:rPr sz="2400" spc="-3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4058" y="2285745"/>
            <a:ext cx="7624445" cy="260286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5"/>
              </a:spcBef>
            </a:pPr>
            <a:r>
              <a:rPr sz="2400" b="1" dirty="0">
                <a:latin typeface="Trebuchet MS"/>
                <a:cs typeface="Trebuchet MS"/>
              </a:rPr>
              <a:t>Diferença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spc="80" dirty="0">
                <a:latin typeface="Trebuchet MS"/>
                <a:cs typeface="Trebuchet MS"/>
              </a:rPr>
              <a:t>em</a:t>
            </a:r>
            <a:r>
              <a:rPr sz="2400" b="1" spc="-10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relação</a:t>
            </a:r>
            <a:r>
              <a:rPr sz="2400" b="1" spc="-9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às</a:t>
            </a:r>
            <a:r>
              <a:rPr sz="2400" b="1" spc="-10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variáveis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spc="-20" dirty="0">
                <a:latin typeface="Trebuchet MS"/>
                <a:cs typeface="Trebuchet MS"/>
              </a:rPr>
              <a:t>Enquanto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Trebuchet MS"/>
                <a:cs typeface="Trebuchet MS"/>
              </a:rPr>
              <a:t>variáveis</a:t>
            </a:r>
            <a:r>
              <a:rPr sz="2400" spc="1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podem</a:t>
            </a:r>
            <a:r>
              <a:rPr sz="2400" spc="1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ter</a:t>
            </a:r>
            <a:r>
              <a:rPr sz="2400" spc="1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seus</a:t>
            </a:r>
            <a:r>
              <a:rPr sz="2400" spc="1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valores</a:t>
            </a:r>
            <a:r>
              <a:rPr sz="2400" spc="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Trebuchet MS"/>
                <a:cs typeface="Trebuchet MS"/>
              </a:rPr>
              <a:t>alterados</a:t>
            </a:r>
            <a:r>
              <a:rPr sz="2400" spc="-100" dirty="0">
                <a:latin typeface="Trebuchet MS"/>
                <a:cs typeface="Trebuchet MS"/>
              </a:rPr>
              <a:t>,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C86730"/>
                </a:solidFill>
                <a:latin typeface="Trebuchet MS"/>
                <a:cs typeface="Trebuchet MS"/>
              </a:rPr>
              <a:t>as </a:t>
            </a:r>
            <a:r>
              <a:rPr sz="2400" b="1" dirty="0">
                <a:solidFill>
                  <a:srgbClr val="C86730"/>
                </a:solidFill>
                <a:latin typeface="Trebuchet MS"/>
                <a:cs typeface="Trebuchet MS"/>
              </a:rPr>
              <a:t>constantes</a:t>
            </a:r>
            <a:r>
              <a:rPr sz="2400" b="1" spc="-3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C86730"/>
                </a:solidFill>
                <a:latin typeface="Trebuchet MS"/>
                <a:cs typeface="Trebuchet MS"/>
              </a:rPr>
              <a:t>permanecem</a:t>
            </a:r>
            <a:r>
              <a:rPr sz="2400" b="1" spc="-2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b="1" spc="-45" dirty="0">
                <a:solidFill>
                  <a:srgbClr val="C86730"/>
                </a:solidFill>
                <a:latin typeface="Trebuchet MS"/>
                <a:cs typeface="Trebuchet MS"/>
              </a:rPr>
              <a:t>fixas</a:t>
            </a:r>
            <a:r>
              <a:rPr sz="2400" b="1" spc="-20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C86730"/>
                </a:solidFill>
                <a:latin typeface="Trebuchet MS"/>
                <a:cs typeface="Trebuchet MS"/>
              </a:rPr>
              <a:t>no</a:t>
            </a:r>
            <a:r>
              <a:rPr sz="2400" b="1" spc="-25" dirty="0">
                <a:solidFill>
                  <a:srgbClr val="C8673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C86730"/>
                </a:solidFill>
                <a:latin typeface="Trebuchet MS"/>
                <a:cs typeface="Trebuchet MS"/>
              </a:rPr>
              <a:t>programa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180" dirty="0">
                <a:latin typeface="Trebuchet MS"/>
                <a:cs typeface="Trebuchet MS"/>
              </a:rPr>
              <a:t>No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entanto,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Python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possui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uma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particularidade: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linguagem </a:t>
            </a:r>
            <a:r>
              <a:rPr sz="2400" dirty="0">
                <a:latin typeface="Trebuchet MS"/>
                <a:cs typeface="Trebuchet MS"/>
              </a:rPr>
              <a:t>não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oferece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uma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palavra-</a:t>
            </a:r>
            <a:r>
              <a:rPr sz="2400" spc="-65" dirty="0">
                <a:latin typeface="Trebuchet MS"/>
                <a:cs typeface="Trebuchet MS"/>
              </a:rPr>
              <a:t>chave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mecanismo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nativo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para </a:t>
            </a:r>
            <a:r>
              <a:rPr sz="2400" spc="-145" dirty="0">
                <a:latin typeface="Trebuchet MS"/>
                <a:cs typeface="Trebuchet MS"/>
              </a:rPr>
              <a:t>garantir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imutabilidade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valores.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668" y="2305050"/>
            <a:ext cx="2130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0" dirty="0">
                <a:solidFill>
                  <a:srgbClr val="FFFFFF"/>
                </a:solidFill>
                <a:latin typeface="Trebuchet MS"/>
                <a:cs typeface="Trebuchet MS"/>
              </a:rPr>
              <a:t>Constantes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6908" y="3302508"/>
            <a:ext cx="3072384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76231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02590" algn="l"/>
                <a:tab pos="978535" algn="l"/>
                <a:tab pos="4298315" algn="l"/>
                <a:tab pos="7463790" algn="l"/>
              </a:tabLst>
            </a:pPr>
            <a:r>
              <a:rPr b="0" spc="300" dirty="0">
                <a:latin typeface="Trebuchet MS"/>
                <a:cs typeface="Trebuchet MS"/>
              </a:rPr>
              <a:t>O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25" dirty="0">
                <a:latin typeface="Trebuchet MS"/>
                <a:cs typeface="Trebuchet MS"/>
              </a:rPr>
              <a:t>uso</a:t>
            </a:r>
            <a:r>
              <a:rPr b="0" dirty="0">
                <a:latin typeface="Trebuchet MS"/>
                <a:cs typeface="Trebuchet MS"/>
              </a:rPr>
              <a:t>	de</a:t>
            </a:r>
            <a:r>
              <a:rPr b="0" spc="40" dirty="0">
                <a:latin typeface="Trebuchet MS"/>
                <a:cs typeface="Trebuchet MS"/>
              </a:rPr>
              <a:t> </a:t>
            </a:r>
            <a:r>
              <a:rPr b="0" spc="-90" dirty="0">
                <a:latin typeface="Trebuchet MS"/>
                <a:cs typeface="Trebuchet MS"/>
              </a:rPr>
              <a:t>constantes</a:t>
            </a:r>
            <a:r>
              <a:rPr b="0" spc="45" dirty="0">
                <a:latin typeface="Trebuchet MS"/>
                <a:cs typeface="Trebuchet MS"/>
              </a:rPr>
              <a:t> </a:t>
            </a:r>
            <a:r>
              <a:rPr b="0" spc="-65" dirty="0">
                <a:latin typeface="Trebuchet MS"/>
                <a:cs typeface="Trebuchet MS"/>
              </a:rPr>
              <a:t>melhora</a:t>
            </a:r>
            <a:r>
              <a:rPr b="0" spc="45" dirty="0">
                <a:latin typeface="Trebuchet MS"/>
                <a:cs typeface="Trebuchet MS"/>
              </a:rPr>
              <a:t> </a:t>
            </a:r>
            <a:r>
              <a:rPr b="0" spc="-50" dirty="0">
                <a:latin typeface="Trebuchet MS"/>
                <a:cs typeface="Trebuchet MS"/>
              </a:rPr>
              <a:t>a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180" dirty="0">
                <a:latin typeface="Trebuchet MS"/>
                <a:cs typeface="Trebuchet MS"/>
              </a:rPr>
              <a:t>legibilidade,</a:t>
            </a:r>
            <a:r>
              <a:rPr b="0" spc="80" dirty="0">
                <a:latin typeface="Trebuchet MS"/>
                <a:cs typeface="Trebuchet MS"/>
              </a:rPr>
              <a:t> </a:t>
            </a:r>
            <a:r>
              <a:rPr b="0" spc="-35" dirty="0">
                <a:latin typeface="Trebuchet MS"/>
                <a:cs typeface="Trebuchet MS"/>
              </a:rPr>
              <a:t>manutenção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204" dirty="0">
                <a:latin typeface="Trebuchet MS"/>
                <a:cs typeface="Trebuchet MS"/>
              </a:rPr>
              <a:t>e </a:t>
            </a:r>
            <a:r>
              <a:rPr b="0" spc="-150" dirty="0">
                <a:latin typeface="Trebuchet MS"/>
                <a:cs typeface="Trebuchet MS"/>
              </a:rPr>
              <a:t>segurança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do</a:t>
            </a:r>
            <a:r>
              <a:rPr b="0" spc="-7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código.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9BAEB5"/>
              </a:buClr>
              <a:buFont typeface="Microsoft Sans Serif"/>
              <a:buChar char="•"/>
              <a:tabLst>
                <a:tab pos="241300" algn="l"/>
              </a:tabLst>
            </a:pPr>
            <a:r>
              <a:rPr b="1" spc="-35" dirty="0">
                <a:latin typeface="Trebuchet MS"/>
                <a:cs typeface="Trebuchet MS"/>
              </a:rPr>
              <a:t>Legibilidade:</a:t>
            </a:r>
            <a:r>
              <a:rPr b="1" spc="-140" dirty="0">
                <a:latin typeface="Trebuchet MS"/>
                <a:cs typeface="Trebuchet MS"/>
              </a:rPr>
              <a:t> </a:t>
            </a:r>
            <a:r>
              <a:rPr dirty="0"/>
              <a:t>Nomes</a:t>
            </a:r>
            <a:r>
              <a:rPr spc="-50" dirty="0"/>
              <a:t> </a:t>
            </a:r>
            <a:r>
              <a:rPr spc="-75" dirty="0"/>
              <a:t>descritivos</a:t>
            </a:r>
            <a:r>
              <a:rPr spc="-10" dirty="0"/>
              <a:t> </a:t>
            </a:r>
            <a:r>
              <a:rPr spc="-135" dirty="0"/>
              <a:t>evitam</a:t>
            </a:r>
            <a:r>
              <a:rPr spc="-5" dirty="0"/>
              <a:t> </a:t>
            </a:r>
            <a:r>
              <a:rPr spc="-40" dirty="0"/>
              <a:t>"números</a:t>
            </a:r>
            <a:r>
              <a:rPr spc="-5" dirty="0"/>
              <a:t> </a:t>
            </a:r>
            <a:r>
              <a:rPr spc="-85" dirty="0"/>
              <a:t>mágicos"</a:t>
            </a:r>
            <a:r>
              <a:rPr spc="-10" dirty="0"/>
              <a:t> </a:t>
            </a:r>
            <a:r>
              <a:rPr dirty="0"/>
              <a:t>e</a:t>
            </a:r>
            <a:r>
              <a:rPr spc="-5" dirty="0"/>
              <a:t> </a:t>
            </a:r>
            <a:r>
              <a:rPr spc="-35" dirty="0"/>
              <a:t>tornam </a:t>
            </a:r>
            <a:r>
              <a:rPr dirty="0"/>
              <a:t>o</a:t>
            </a:r>
            <a:r>
              <a:rPr spc="-50" dirty="0"/>
              <a:t> </a:t>
            </a:r>
            <a:r>
              <a:rPr spc="-80" dirty="0"/>
              <a:t>código</a:t>
            </a:r>
            <a:r>
              <a:rPr spc="-40" dirty="0"/>
              <a:t> </a:t>
            </a:r>
            <a:r>
              <a:rPr spc="-130" dirty="0"/>
              <a:t>mais</a:t>
            </a:r>
            <a:r>
              <a:rPr spc="-60" dirty="0"/>
              <a:t> </a:t>
            </a:r>
            <a:r>
              <a:rPr spc="-10" dirty="0"/>
              <a:t>claro.</a:t>
            </a:r>
          </a:p>
          <a:p>
            <a:pPr marL="241300" marR="5080" indent="-228600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Microsoft Sans Serif"/>
              <a:buChar char="•"/>
              <a:tabLst>
                <a:tab pos="241300" algn="l"/>
              </a:tabLst>
            </a:pPr>
            <a:r>
              <a:rPr b="1" dirty="0">
                <a:latin typeface="Trebuchet MS"/>
                <a:cs typeface="Trebuchet MS"/>
              </a:rPr>
              <a:t>Prevenção</a:t>
            </a:r>
            <a:r>
              <a:rPr b="1" spc="-9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de</a:t>
            </a:r>
            <a:r>
              <a:rPr b="1" spc="-25" dirty="0">
                <a:latin typeface="Trebuchet MS"/>
                <a:cs typeface="Trebuchet MS"/>
              </a:rPr>
              <a:t> erros:</a:t>
            </a:r>
            <a:r>
              <a:rPr b="1" spc="-125" dirty="0">
                <a:latin typeface="Trebuchet MS"/>
                <a:cs typeface="Trebuchet MS"/>
              </a:rPr>
              <a:t> </a:t>
            </a:r>
            <a:r>
              <a:rPr spc="-75" dirty="0"/>
              <a:t>Indicar</a:t>
            </a:r>
            <a:r>
              <a:rPr spc="-35" dirty="0"/>
              <a:t> </a:t>
            </a:r>
            <a:r>
              <a:rPr spc="-25" dirty="0"/>
              <a:t>que</a:t>
            </a:r>
            <a:r>
              <a:rPr spc="-30" dirty="0"/>
              <a:t> </a:t>
            </a:r>
            <a:r>
              <a:rPr dirty="0"/>
              <a:t>um</a:t>
            </a:r>
            <a:r>
              <a:rPr spc="-30" dirty="0"/>
              <a:t> </a:t>
            </a:r>
            <a:r>
              <a:rPr spc="-45" dirty="0"/>
              <a:t>valor</a:t>
            </a:r>
            <a:r>
              <a:rPr spc="-35" dirty="0"/>
              <a:t> </a:t>
            </a:r>
            <a:r>
              <a:rPr dirty="0"/>
              <a:t>não</a:t>
            </a:r>
            <a:r>
              <a:rPr spc="-30" dirty="0"/>
              <a:t> </a:t>
            </a:r>
            <a:r>
              <a:rPr spc="-75" dirty="0"/>
              <a:t>deve</a:t>
            </a:r>
            <a:r>
              <a:rPr spc="-30" dirty="0"/>
              <a:t> </a:t>
            </a:r>
            <a:r>
              <a:rPr spc="-60" dirty="0"/>
              <a:t>mudar</a:t>
            </a:r>
            <a:r>
              <a:rPr spc="-45" dirty="0"/>
              <a:t> reduz</a:t>
            </a:r>
            <a:r>
              <a:rPr spc="-20" dirty="0"/>
              <a:t> </a:t>
            </a:r>
            <a:r>
              <a:rPr spc="-50" dirty="0"/>
              <a:t>a </a:t>
            </a:r>
            <a:r>
              <a:rPr spc="-135" dirty="0"/>
              <a:t>chance</a:t>
            </a:r>
            <a:r>
              <a:rPr spc="-45" dirty="0"/>
              <a:t> </a:t>
            </a:r>
            <a:r>
              <a:rPr spc="-120" dirty="0"/>
              <a:t>de</a:t>
            </a:r>
            <a:r>
              <a:rPr spc="-5" dirty="0"/>
              <a:t> </a:t>
            </a:r>
            <a:r>
              <a:rPr spc="-110" dirty="0"/>
              <a:t>modificações</a:t>
            </a:r>
            <a:r>
              <a:rPr spc="-50" dirty="0"/>
              <a:t> acidentais.</a:t>
            </a:r>
          </a:p>
          <a:p>
            <a:pPr marL="241300" marR="6985" indent="-228600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Microsoft Sans Serif"/>
              <a:buChar char="•"/>
              <a:tabLst>
                <a:tab pos="241300" algn="l"/>
                <a:tab pos="3195955" algn="l"/>
                <a:tab pos="4062095" algn="l"/>
                <a:tab pos="4530090" algn="l"/>
                <a:tab pos="5348605" algn="l"/>
                <a:tab pos="5815965" algn="l"/>
                <a:tab pos="6544945" algn="l"/>
                <a:tab pos="7340600" algn="l"/>
              </a:tabLst>
            </a:pPr>
            <a:r>
              <a:rPr b="1" spc="-10" dirty="0">
                <a:latin typeface="Trebuchet MS"/>
                <a:cs typeface="Trebuchet MS"/>
              </a:rPr>
              <a:t>Reutilização:</a:t>
            </a:r>
            <a:r>
              <a:rPr b="1" spc="90" dirty="0">
                <a:latin typeface="Trebuchet MS"/>
                <a:cs typeface="Trebuchet MS"/>
              </a:rPr>
              <a:t> </a:t>
            </a:r>
            <a:r>
              <a:rPr spc="-10" dirty="0"/>
              <a:t>Constantes</a:t>
            </a:r>
            <a:r>
              <a:rPr dirty="0"/>
              <a:t>	</a:t>
            </a:r>
            <a:r>
              <a:rPr spc="-10" dirty="0"/>
              <a:t>podem</a:t>
            </a:r>
            <a:r>
              <a:rPr dirty="0"/>
              <a:t>	</a:t>
            </a:r>
            <a:r>
              <a:rPr spc="-25" dirty="0"/>
              <a:t>ser</a:t>
            </a:r>
            <a:r>
              <a:rPr dirty="0"/>
              <a:t>	</a:t>
            </a:r>
            <a:r>
              <a:rPr spc="-10" dirty="0"/>
              <a:t>usadas</a:t>
            </a:r>
            <a:r>
              <a:rPr dirty="0"/>
              <a:t>	</a:t>
            </a:r>
            <a:r>
              <a:rPr spc="-25" dirty="0"/>
              <a:t>em</a:t>
            </a:r>
            <a:r>
              <a:rPr dirty="0"/>
              <a:t>	</a:t>
            </a:r>
            <a:r>
              <a:rPr spc="-10" dirty="0"/>
              <a:t>várias</a:t>
            </a:r>
            <a:r>
              <a:rPr dirty="0"/>
              <a:t>	</a:t>
            </a:r>
            <a:r>
              <a:rPr spc="-10" dirty="0"/>
              <a:t>partes</a:t>
            </a:r>
            <a:r>
              <a:rPr dirty="0"/>
              <a:t>	</a:t>
            </a:r>
            <a:r>
              <a:rPr spc="-55" dirty="0"/>
              <a:t>do </a:t>
            </a:r>
            <a:r>
              <a:rPr spc="-85" dirty="0"/>
              <a:t>código</a:t>
            </a:r>
            <a:r>
              <a:rPr spc="-45" dirty="0"/>
              <a:t> </a:t>
            </a:r>
            <a:r>
              <a:rPr spc="-110" dirty="0"/>
              <a:t>sem</a:t>
            </a:r>
            <a:r>
              <a:rPr spc="-30" dirty="0"/>
              <a:t> </a:t>
            </a:r>
            <a:r>
              <a:rPr spc="-114" dirty="0"/>
              <a:t>necessidade</a:t>
            </a:r>
            <a:r>
              <a:rPr spc="-10" dirty="0"/>
              <a:t> </a:t>
            </a:r>
            <a:r>
              <a:rPr spc="-114" dirty="0"/>
              <a:t>de</a:t>
            </a:r>
            <a:r>
              <a:rPr spc="-25" dirty="0"/>
              <a:t> </a:t>
            </a:r>
            <a:r>
              <a:rPr spc="-100" dirty="0"/>
              <a:t>lembrar</a:t>
            </a:r>
            <a:r>
              <a:rPr spc="-65" dirty="0"/>
              <a:t> </a:t>
            </a:r>
            <a:r>
              <a:rPr spc="-95" dirty="0"/>
              <a:t>valores</a:t>
            </a:r>
            <a:r>
              <a:rPr spc="-40" dirty="0"/>
              <a:t> </a:t>
            </a:r>
            <a:r>
              <a:rPr spc="-10" dirty="0"/>
              <a:t>exatos.</a:t>
            </a: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Microsoft Sans Serif"/>
              <a:buChar char="•"/>
              <a:tabLst>
                <a:tab pos="240665" algn="l"/>
              </a:tabLst>
            </a:pPr>
            <a:r>
              <a:rPr b="1" dirty="0">
                <a:latin typeface="Trebuchet MS"/>
                <a:cs typeface="Trebuchet MS"/>
              </a:rPr>
              <a:t>Documentação</a:t>
            </a:r>
            <a:r>
              <a:rPr b="1" spc="100" dirty="0">
                <a:latin typeface="Trebuchet MS"/>
                <a:cs typeface="Trebuchet MS"/>
              </a:rPr>
              <a:t> </a:t>
            </a:r>
            <a:r>
              <a:rPr b="1" spc="-35" dirty="0">
                <a:latin typeface="Trebuchet MS"/>
                <a:cs typeface="Trebuchet MS"/>
              </a:rPr>
              <a:t>implícita:</a:t>
            </a:r>
            <a:r>
              <a:rPr b="1" spc="-150" dirty="0">
                <a:latin typeface="Trebuchet MS"/>
                <a:cs typeface="Trebuchet MS"/>
              </a:rPr>
              <a:t> </a:t>
            </a:r>
            <a:r>
              <a:rPr dirty="0"/>
              <a:t>Nomes</a:t>
            </a:r>
            <a:r>
              <a:rPr spc="85" dirty="0"/>
              <a:t> </a:t>
            </a:r>
            <a:r>
              <a:rPr spc="-120" dirty="0"/>
              <a:t>significativos</a:t>
            </a:r>
            <a:r>
              <a:rPr spc="90" dirty="0"/>
              <a:t> </a:t>
            </a:r>
            <a:r>
              <a:rPr spc="-175" dirty="0"/>
              <a:t>ajudam</a:t>
            </a:r>
            <a:r>
              <a:rPr spc="70" dirty="0"/>
              <a:t> </a:t>
            </a:r>
            <a:r>
              <a:rPr spc="-204" dirty="0"/>
              <a:t>a</a:t>
            </a:r>
            <a:r>
              <a:rPr spc="90" dirty="0"/>
              <a:t> </a:t>
            </a:r>
            <a:r>
              <a:rPr spc="-95" dirty="0"/>
              <a:t>entender</a:t>
            </a:r>
            <a:r>
              <a:rPr spc="80" dirty="0"/>
              <a:t> </a:t>
            </a:r>
            <a:r>
              <a:rPr spc="-50" dirty="0"/>
              <a:t>o</a:t>
            </a: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pc="-55" dirty="0"/>
              <a:t>propósito</a:t>
            </a:r>
            <a:r>
              <a:rPr spc="-100" dirty="0"/>
              <a:t> </a:t>
            </a:r>
            <a:r>
              <a:rPr dirty="0"/>
              <a:t>do</a:t>
            </a:r>
            <a:r>
              <a:rPr spc="-65" dirty="0"/>
              <a:t> </a:t>
            </a:r>
            <a:r>
              <a:rPr spc="-85" dirty="0"/>
              <a:t>valor</a:t>
            </a:r>
            <a:r>
              <a:rPr spc="-80" dirty="0"/>
              <a:t> </a:t>
            </a:r>
            <a:r>
              <a:rPr spc="-110" dirty="0"/>
              <a:t>sem</a:t>
            </a:r>
            <a:r>
              <a:rPr spc="-55" dirty="0"/>
              <a:t> </a:t>
            </a:r>
            <a:r>
              <a:rPr spc="-85" dirty="0"/>
              <a:t>comentários</a:t>
            </a:r>
            <a:r>
              <a:rPr spc="-80" dirty="0"/>
              <a:t> </a:t>
            </a:r>
            <a:r>
              <a:rPr spc="-35" dirty="0"/>
              <a:t>adicionais.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0668" y="2305050"/>
            <a:ext cx="2130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0" dirty="0">
                <a:solidFill>
                  <a:srgbClr val="FFFFFF"/>
                </a:solidFill>
                <a:latin typeface="Trebuchet MS"/>
                <a:cs typeface="Trebuchet MS"/>
              </a:rPr>
              <a:t>Constantes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6908" y="3302508"/>
            <a:ext cx="3072384" cy="307238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97096" y="4724400"/>
            <a:ext cx="1077468" cy="107899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461761" y="4749495"/>
            <a:ext cx="47339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Trebuchet MS"/>
                <a:cs typeface="Trebuchet MS"/>
              </a:rPr>
              <a:t>Mesmo</a:t>
            </a:r>
            <a:r>
              <a:rPr sz="18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0000"/>
                </a:solidFill>
                <a:latin typeface="Trebuchet MS"/>
                <a:cs typeface="Trebuchet MS"/>
              </a:rPr>
              <a:t>que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FF0000"/>
                </a:solidFill>
                <a:latin typeface="Trebuchet MS"/>
                <a:cs typeface="Trebuchet MS"/>
              </a:rPr>
              <a:t>seja</a:t>
            </a:r>
            <a:r>
              <a:rPr sz="18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possível</a:t>
            </a:r>
            <a:r>
              <a:rPr sz="18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0000"/>
                </a:solidFill>
                <a:latin typeface="Trebuchet MS"/>
                <a:cs typeface="Trebuchet MS"/>
              </a:rPr>
              <a:t>reatribuir</a:t>
            </a:r>
            <a:r>
              <a:rPr sz="18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Trebuchet MS"/>
                <a:cs typeface="Trebuchet MS"/>
              </a:rPr>
              <a:t>valor</a:t>
            </a:r>
            <a:r>
              <a:rPr sz="1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0000"/>
                </a:solidFill>
                <a:latin typeface="Trebuchet MS"/>
                <a:cs typeface="Trebuchet MS"/>
              </a:rPr>
              <a:t>uma</a:t>
            </a:r>
            <a:r>
              <a:rPr sz="1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0000"/>
                </a:solidFill>
                <a:latin typeface="Trebuchet MS"/>
                <a:cs typeface="Trebuchet MS"/>
              </a:rPr>
              <a:t>"constante",</a:t>
            </a:r>
            <a:r>
              <a:rPr sz="1800" spc="-2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FF0000"/>
                </a:solidFill>
                <a:latin typeface="Trebuchet MS"/>
                <a:cs typeface="Trebuchet MS"/>
              </a:rPr>
              <a:t>fazer</a:t>
            </a:r>
            <a:r>
              <a:rPr sz="1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isso</a:t>
            </a:r>
            <a:r>
              <a:rPr sz="1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FF0000"/>
                </a:solidFill>
                <a:latin typeface="Trebuchet MS"/>
                <a:cs typeface="Trebuchet MS"/>
              </a:rPr>
              <a:t>vai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Trebuchet MS"/>
                <a:cs typeface="Trebuchet MS"/>
              </a:rPr>
              <a:t>contra</a:t>
            </a:r>
            <a:r>
              <a:rPr sz="18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1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FF0000"/>
                </a:solidFill>
                <a:latin typeface="Trebuchet MS"/>
                <a:cs typeface="Trebuchet MS"/>
              </a:rPr>
              <a:t>boas</a:t>
            </a:r>
            <a:r>
              <a:rPr sz="1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0000"/>
                </a:solidFill>
                <a:latin typeface="Trebuchet MS"/>
                <a:cs typeface="Trebuchet MS"/>
              </a:rPr>
              <a:t>práticas</a:t>
            </a:r>
            <a:r>
              <a:rPr sz="18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Trebuchet MS"/>
                <a:cs typeface="Trebuchet MS"/>
              </a:rPr>
              <a:t>pode</a:t>
            </a:r>
            <a:r>
              <a:rPr sz="18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gerar</a:t>
            </a:r>
            <a:r>
              <a:rPr sz="1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confusão </a:t>
            </a:r>
            <a:r>
              <a:rPr sz="1800" spc="-30" dirty="0">
                <a:solidFill>
                  <a:srgbClr val="FF0000"/>
                </a:solidFill>
                <a:latin typeface="Trebuchet MS"/>
                <a:cs typeface="Trebuchet MS"/>
              </a:rPr>
              <a:t>no</a:t>
            </a:r>
            <a:r>
              <a:rPr sz="18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rebuchet MS"/>
                <a:cs typeface="Trebuchet MS"/>
              </a:rPr>
              <a:t>código.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Convenções</a:t>
            </a:r>
            <a:r>
              <a:rPr spc="-30" dirty="0"/>
              <a:t> </a:t>
            </a:r>
            <a:r>
              <a:rPr dirty="0"/>
              <a:t>para</a:t>
            </a:r>
            <a:r>
              <a:rPr spc="-20" dirty="0"/>
              <a:t> </a:t>
            </a:r>
            <a:r>
              <a:rPr dirty="0"/>
              <a:t>Definir</a:t>
            </a:r>
            <a:r>
              <a:rPr spc="-10" dirty="0"/>
              <a:t> Constantes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058" y="1064208"/>
            <a:ext cx="76250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latin typeface="Trebuchet MS"/>
                <a:cs typeface="Trebuchet MS"/>
              </a:rPr>
              <a:t>A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prática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mais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comum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é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utilizar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nomes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em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letras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maiúsculas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separar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45" dirty="0">
                <a:latin typeface="Trebuchet MS"/>
                <a:cs typeface="Trebuchet MS"/>
              </a:rPr>
              <a:t>palavras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sublinhados.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4058" y="3835120"/>
            <a:ext cx="7625080" cy="14979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2000" b="1" dirty="0">
                <a:latin typeface="Trebuchet MS"/>
                <a:cs typeface="Trebuchet MS"/>
              </a:rPr>
              <a:t>Atribuição</a:t>
            </a:r>
            <a:r>
              <a:rPr sz="2000" b="1" spc="10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Inicial</a:t>
            </a:r>
            <a:endParaRPr sz="2000">
              <a:latin typeface="Trebuchet MS"/>
              <a:cs typeface="Trebuchet MS"/>
            </a:endParaRPr>
          </a:p>
          <a:p>
            <a:pPr marL="680085" marR="5080" algn="just">
              <a:lnSpc>
                <a:spcPct val="100000"/>
              </a:lnSpc>
              <a:spcBef>
                <a:spcPts val="994"/>
              </a:spcBef>
            </a:pPr>
            <a:r>
              <a:rPr sz="2000" spc="55" dirty="0">
                <a:latin typeface="Trebuchet MS"/>
                <a:cs typeface="Trebuchet MS"/>
              </a:rPr>
              <a:t>As </a:t>
            </a:r>
            <a:r>
              <a:rPr sz="2000" spc="-60" dirty="0">
                <a:latin typeface="Trebuchet MS"/>
                <a:cs typeface="Trebuchet MS"/>
              </a:rPr>
              <a:t>constantes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devem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ser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definidas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</a:t>
            </a:r>
            <a:r>
              <a:rPr sz="2000" spc="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início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5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programa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do </a:t>
            </a:r>
            <a:r>
              <a:rPr sz="2000" spc="-80" dirty="0">
                <a:latin typeface="Trebuchet MS"/>
                <a:cs typeface="Trebuchet MS"/>
              </a:rPr>
              <a:t>módulo,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garantindo</a:t>
            </a:r>
            <a:r>
              <a:rPr sz="2000" spc="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que</a:t>
            </a:r>
            <a:r>
              <a:rPr sz="2000" spc="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seu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valor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seja</a:t>
            </a:r>
            <a:r>
              <a:rPr sz="2000" spc="2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facilmente</a:t>
            </a:r>
            <a:r>
              <a:rPr sz="2000" spc="2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identificado</a:t>
            </a:r>
            <a:r>
              <a:rPr sz="2000" spc="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e </a:t>
            </a:r>
            <a:r>
              <a:rPr sz="2000" spc="-145" dirty="0">
                <a:latin typeface="Trebuchet MS"/>
                <a:cs typeface="Trebuchet MS"/>
              </a:rPr>
              <a:t>alterado,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se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necessário,</a:t>
            </a:r>
            <a:r>
              <a:rPr sz="2000" spc="-27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em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um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único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local.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668" y="2305050"/>
            <a:ext cx="2130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0" dirty="0">
                <a:solidFill>
                  <a:srgbClr val="FFFFFF"/>
                </a:solidFill>
                <a:latin typeface="Trebuchet MS"/>
                <a:cs typeface="Trebuchet MS"/>
              </a:rPr>
              <a:t>Constantes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6908" y="3302508"/>
            <a:ext cx="3072384" cy="307238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55008" y="1988820"/>
            <a:ext cx="5839968" cy="124815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55947" y="4547615"/>
            <a:ext cx="579120" cy="5806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414626"/>
            <a:ext cx="7509509" cy="981075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400" b="1" dirty="0">
                <a:latin typeface="Trebuchet MS"/>
                <a:cs typeface="Trebuchet MS"/>
              </a:rPr>
              <a:t>Convenções</a:t>
            </a:r>
            <a:r>
              <a:rPr sz="2400" b="1" spc="-3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para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Definir</a:t>
            </a:r>
            <a:r>
              <a:rPr sz="2400" b="1" spc="-10" dirty="0">
                <a:latin typeface="Trebuchet MS"/>
                <a:cs typeface="Trebuchet MS"/>
              </a:rPr>
              <a:t> Constantes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000" spc="150" dirty="0">
                <a:latin typeface="Trebuchet MS"/>
                <a:cs typeface="Trebuchet MS"/>
              </a:rPr>
              <a:t>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prática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mais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comum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é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utilizar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nomes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em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letras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maiúsculas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separar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as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52641" y="3610355"/>
            <a:ext cx="3444240" cy="2764790"/>
            <a:chOff x="152641" y="3610355"/>
            <a:chExt cx="3444240" cy="276479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1"/>
              <a:ext cx="2842260" cy="27508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79"/>
              <a:ext cx="1350264" cy="19491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0668" y="2305050"/>
            <a:ext cx="2130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0" dirty="0">
                <a:solidFill>
                  <a:srgbClr val="FFFFFF"/>
                </a:solidFill>
                <a:latin typeface="Trebuchet MS"/>
                <a:cs typeface="Trebuchet MS"/>
              </a:rPr>
              <a:t>Constantes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65676" y="1748027"/>
            <a:ext cx="7411211" cy="168097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16323" y="3811523"/>
            <a:ext cx="929639" cy="92963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05984" y="3998976"/>
            <a:ext cx="2276856" cy="36423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285359" y="4423359"/>
            <a:ext cx="49612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90" dirty="0">
                <a:solidFill>
                  <a:srgbClr val="006FC0"/>
                </a:solidFill>
                <a:latin typeface="Trebuchet MS"/>
                <a:cs typeface="Trebuchet MS"/>
              </a:rPr>
              <a:t>:.2f</a:t>
            </a:r>
            <a:r>
              <a:rPr sz="1800" b="1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Significa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que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número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deve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ser </a:t>
            </a:r>
            <a:r>
              <a:rPr sz="1800" spc="-10" dirty="0">
                <a:latin typeface="Trebuchet MS"/>
                <a:cs typeface="Trebuchet MS"/>
              </a:rPr>
              <a:t>formatado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45" dirty="0">
                <a:latin typeface="Trebuchet MS"/>
                <a:cs typeface="Trebuchet MS"/>
              </a:rPr>
              <a:t>como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float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(f)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exibido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com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u="sng" spc="-10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rebuchet MS"/>
                <a:cs typeface="Trebuchet MS"/>
              </a:rPr>
              <a:t>duas</a:t>
            </a:r>
            <a:r>
              <a:rPr sz="1800" u="sng" spc="-3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spc="-12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rebuchet MS"/>
                <a:cs typeface="Trebuchet MS"/>
              </a:rPr>
              <a:t>casas</a:t>
            </a:r>
            <a:r>
              <a:rPr sz="1800" u="sng" spc="-6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spc="-114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rebuchet MS"/>
                <a:cs typeface="Trebuchet MS"/>
              </a:rPr>
              <a:t>decimais</a:t>
            </a:r>
            <a:r>
              <a:rPr sz="1800" u="sng" spc="-4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(.2).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058" y="440944"/>
            <a:ext cx="7625080" cy="260350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400" b="1" spc="-10" dirty="0">
                <a:latin typeface="Trebuchet MS"/>
                <a:cs typeface="Trebuchet MS"/>
              </a:rPr>
              <a:t>Definição</a:t>
            </a:r>
            <a:endParaRPr sz="2400">
              <a:latin typeface="Trebuchet MS"/>
              <a:cs typeface="Trebuchet MS"/>
            </a:endParaRPr>
          </a:p>
          <a:p>
            <a:pPr marL="12700" marR="6350">
              <a:lnSpc>
                <a:spcPct val="100000"/>
              </a:lnSpc>
              <a:spcBef>
                <a:spcPts val="1010"/>
              </a:spcBef>
            </a:pPr>
            <a:r>
              <a:rPr sz="2400" spc="-85" dirty="0">
                <a:latin typeface="Trebuchet MS"/>
                <a:cs typeface="Trebuchet MS"/>
              </a:rPr>
              <a:t>Listas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Trebuchet MS"/>
                <a:cs typeface="Trebuchet MS"/>
              </a:rPr>
              <a:t>uma</a:t>
            </a:r>
            <a:r>
              <a:rPr sz="2400" spc="-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Trebuchet MS"/>
                <a:cs typeface="Trebuchet MS"/>
              </a:rPr>
              <a:t>das</a:t>
            </a:r>
            <a:r>
              <a:rPr sz="2400" spc="-85" dirty="0">
                <a:solidFill>
                  <a:srgbClr val="006FC0"/>
                </a:solidFill>
                <a:latin typeface="Trebuchet MS"/>
                <a:cs typeface="Trebuchet MS"/>
              </a:rPr>
              <a:t> estruturas</a:t>
            </a:r>
            <a:r>
              <a:rPr sz="2400" spc="-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-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Trebuchet MS"/>
                <a:cs typeface="Trebuchet MS"/>
              </a:rPr>
              <a:t>dados</a:t>
            </a:r>
            <a:r>
              <a:rPr sz="2400" spc="-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Trebuchet MS"/>
                <a:cs typeface="Trebuchet MS"/>
              </a:rPr>
              <a:t>mais</a:t>
            </a:r>
            <a:r>
              <a:rPr sz="2400" spc="-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Trebuchet MS"/>
                <a:cs typeface="Trebuchet MS"/>
              </a:rPr>
              <a:t>fundamentais</a:t>
            </a:r>
            <a:r>
              <a:rPr sz="2400" spc="-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e </a:t>
            </a:r>
            <a:r>
              <a:rPr sz="2400" spc="-140" dirty="0">
                <a:solidFill>
                  <a:srgbClr val="006FC0"/>
                </a:solidFill>
                <a:latin typeface="Trebuchet MS"/>
                <a:cs typeface="Trebuchet MS"/>
              </a:rPr>
              <a:t>versáteis</a:t>
            </a:r>
            <a:r>
              <a:rPr sz="2400" spc="-2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Trebuchet MS"/>
                <a:cs typeface="Trebuchet MS"/>
              </a:rPr>
              <a:t>da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Trebuchet MS"/>
                <a:cs typeface="Trebuchet MS"/>
              </a:rPr>
              <a:t>linguagem</a:t>
            </a:r>
            <a:r>
              <a:rPr sz="2400" spc="-9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sz="2400" spc="-10" dirty="0">
                <a:latin typeface="Trebuchet MS"/>
                <a:cs typeface="Trebuchet MS"/>
              </a:rPr>
              <a:t>Elas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permitem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armazenar</a:t>
            </a:r>
            <a:r>
              <a:rPr sz="2400" b="1" spc="10" dirty="0">
                <a:latin typeface="Trebuchet MS"/>
                <a:cs typeface="Trebuchet MS"/>
              </a:rPr>
              <a:t> 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coleções</a:t>
            </a:r>
            <a:r>
              <a:rPr sz="2400" u="sng" spc="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ordenadas</a:t>
            </a:r>
            <a:r>
              <a:rPr sz="2400" u="sng" spc="1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</a:t>
            </a:r>
            <a:r>
              <a:rPr sz="2400" u="sng" spc="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itens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e </a:t>
            </a:r>
            <a:r>
              <a:rPr sz="2400" spc="-95" dirty="0">
                <a:solidFill>
                  <a:srgbClr val="00AF50"/>
                </a:solidFill>
                <a:latin typeface="Trebuchet MS"/>
                <a:cs typeface="Trebuchet MS"/>
              </a:rPr>
              <a:t>oferecem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uma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0AF50"/>
                </a:solidFill>
                <a:latin typeface="Trebuchet MS"/>
                <a:cs typeface="Trebuchet MS"/>
              </a:rPr>
              <a:t>variedade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de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0AF50"/>
                </a:solidFill>
                <a:latin typeface="Trebuchet MS"/>
                <a:cs typeface="Trebuchet MS"/>
              </a:rPr>
              <a:t>operações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Trebuchet MS"/>
                <a:cs typeface="Trebuchet MS"/>
              </a:rPr>
              <a:t>para</a:t>
            </a:r>
            <a:r>
              <a:rPr sz="2400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0AF50"/>
                </a:solidFill>
                <a:latin typeface="Trebuchet MS"/>
                <a:cs typeface="Trebuchet MS"/>
              </a:rPr>
              <a:t>manipulação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Trebuchet MS"/>
                <a:cs typeface="Trebuchet MS"/>
              </a:rPr>
              <a:t>e </a:t>
            </a:r>
            <a:r>
              <a:rPr sz="2400" spc="-105" dirty="0">
                <a:solidFill>
                  <a:srgbClr val="00AF50"/>
                </a:solidFill>
                <a:latin typeface="Trebuchet MS"/>
                <a:cs typeface="Trebuchet MS"/>
              </a:rPr>
              <a:t>acesso</a:t>
            </a:r>
            <a:r>
              <a:rPr sz="2400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0AF50"/>
                </a:solidFill>
                <a:latin typeface="Trebuchet MS"/>
                <a:cs typeface="Trebuchet MS"/>
              </a:rPr>
              <a:t>aos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Trebuchet MS"/>
                <a:cs typeface="Trebuchet MS"/>
              </a:rPr>
              <a:t>dados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0749" y="2305050"/>
            <a:ext cx="1049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Listas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0" y="3101339"/>
            <a:ext cx="3817620" cy="3208020"/>
            <a:chOff x="0" y="3101339"/>
            <a:chExt cx="3817620" cy="320802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101339"/>
              <a:ext cx="3817619" cy="19019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4880" y="4311395"/>
              <a:ext cx="1999488" cy="19979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1163" y="4283963"/>
              <a:ext cx="1997964" cy="1997964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30623" y="3268979"/>
            <a:ext cx="7473696" cy="2471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12192000" cy="6858000"/>
            <a:chOff x="0" y="-2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12192000" cy="685800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58767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833323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333232" y="6858000"/>
                  </a:lnTo>
                  <a:lnTo>
                    <a:pt x="83332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232" y="6858000"/>
                </a:lnTo>
                <a:lnTo>
                  <a:pt x="83332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7" name="object 7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Características</a:t>
            </a:r>
            <a:r>
              <a:rPr spc="10" dirty="0"/>
              <a:t> </a:t>
            </a:r>
            <a:r>
              <a:rPr dirty="0"/>
              <a:t>das</a:t>
            </a:r>
            <a:r>
              <a:rPr spc="10" dirty="0"/>
              <a:t> </a:t>
            </a:r>
            <a:r>
              <a:rPr spc="-10" dirty="0"/>
              <a:t>Listas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74058" y="1064208"/>
            <a:ext cx="76250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9BAEB5"/>
              </a:buClr>
              <a:buFont typeface="Microsoft Sans Serif"/>
              <a:buChar char="•"/>
              <a:tabLst>
                <a:tab pos="240665" algn="l"/>
              </a:tabLst>
            </a:pPr>
            <a:r>
              <a:rPr sz="2000" b="1" spc="-30" dirty="0">
                <a:latin typeface="Trebuchet MS"/>
                <a:cs typeface="Trebuchet MS"/>
              </a:rPr>
              <a:t>Acessibilidade:</a:t>
            </a:r>
            <a:r>
              <a:rPr sz="2000" b="1" spc="-210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Os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itens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da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lista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são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acessados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através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de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um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número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</a:pPr>
            <a:r>
              <a:rPr sz="2000" spc="-120" dirty="0">
                <a:latin typeface="Trebuchet MS"/>
                <a:cs typeface="Trebuchet MS"/>
              </a:rPr>
              <a:t>chamado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índice,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começando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74058" y="3961002"/>
            <a:ext cx="7625715" cy="137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Microsoft Sans Serif"/>
              <a:buChar char="•"/>
              <a:tabLst>
                <a:tab pos="241300" algn="l"/>
              </a:tabLst>
            </a:pPr>
            <a:r>
              <a:rPr sz="2000" b="1" dirty="0">
                <a:latin typeface="Trebuchet MS"/>
                <a:cs typeface="Trebuchet MS"/>
              </a:rPr>
              <a:t>Mutáveis:</a:t>
            </a:r>
            <a:r>
              <a:rPr sz="2000" b="1" spc="-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É</a:t>
            </a:r>
            <a:r>
              <a:rPr sz="2000" spc="2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possível</a:t>
            </a:r>
            <a:r>
              <a:rPr sz="2000" spc="40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alterar,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adicionar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</a:t>
            </a:r>
            <a:r>
              <a:rPr sz="2000" spc="4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remover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elementos</a:t>
            </a:r>
            <a:r>
              <a:rPr sz="2000" spc="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após</a:t>
            </a:r>
            <a:r>
              <a:rPr sz="2000" spc="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a </a:t>
            </a:r>
            <a:r>
              <a:rPr sz="2000" spc="-114" dirty="0">
                <a:latin typeface="Trebuchet MS"/>
                <a:cs typeface="Trebuchet MS"/>
              </a:rPr>
              <a:t>criação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da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lista.</a:t>
            </a:r>
            <a:endParaRPr sz="20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Microsoft Sans Serif"/>
              <a:buChar char="•"/>
              <a:tabLst>
                <a:tab pos="240665" algn="l"/>
              </a:tabLst>
            </a:pPr>
            <a:r>
              <a:rPr sz="2000" b="1" dirty="0">
                <a:latin typeface="Trebuchet MS"/>
                <a:cs typeface="Trebuchet MS"/>
              </a:rPr>
              <a:t>Heterogêneas:</a:t>
            </a:r>
            <a:r>
              <a:rPr sz="2000" b="1" spc="1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Podem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conter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elementos</a:t>
            </a:r>
            <a:r>
              <a:rPr sz="2000" spc="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tipos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diferentes,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como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</a:pPr>
            <a:r>
              <a:rPr sz="2000" spc="-110" dirty="0">
                <a:latin typeface="Trebuchet MS"/>
                <a:cs typeface="Trebuchet MS"/>
              </a:rPr>
              <a:t>números,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strings,</a:t>
            </a:r>
            <a:r>
              <a:rPr sz="2000" spc="-22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booleanos,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até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outras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listas.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0749" y="2305050"/>
            <a:ext cx="1049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Listas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0" y="3101339"/>
            <a:ext cx="3817620" cy="3208020"/>
            <a:chOff x="0" y="3101339"/>
            <a:chExt cx="3817620" cy="3208020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3101339"/>
              <a:ext cx="3817619" cy="190195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4880" y="4311395"/>
              <a:ext cx="1999488" cy="199796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1163" y="4283963"/>
              <a:ext cx="1997964" cy="1997964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91228" y="1850135"/>
            <a:ext cx="6134100" cy="202996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91228" y="5559552"/>
            <a:ext cx="6134100" cy="4373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52641" y="3610355"/>
            <a:ext cx="3444240" cy="2764790"/>
            <a:chOff x="152641" y="3610355"/>
            <a:chExt cx="3444240" cy="276479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1"/>
              <a:ext cx="2842260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79"/>
              <a:ext cx="1350264" cy="19491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420749" y="2305050"/>
            <a:ext cx="1049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70" dirty="0">
                <a:solidFill>
                  <a:srgbClr val="FFFFFF"/>
                </a:solidFill>
                <a:latin typeface="Trebuchet MS"/>
                <a:cs typeface="Trebuchet MS"/>
              </a:rPr>
              <a:t>Listas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76115" y="272795"/>
            <a:ext cx="7891272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52641" y="3610355"/>
            <a:ext cx="3444240" cy="2764790"/>
            <a:chOff x="152641" y="3610355"/>
            <a:chExt cx="3444240" cy="276479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1"/>
              <a:ext cx="2842260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79"/>
              <a:ext cx="1350264" cy="19491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420749" y="2305050"/>
            <a:ext cx="1049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70" dirty="0">
                <a:solidFill>
                  <a:srgbClr val="FFFFFF"/>
                </a:solidFill>
                <a:latin typeface="Trebuchet MS"/>
                <a:cs typeface="Trebuchet MS"/>
              </a:rPr>
              <a:t>Listas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89476" y="272795"/>
            <a:ext cx="7525511" cy="52471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20749" y="2305050"/>
            <a:ext cx="1049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Listas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01339"/>
            <a:ext cx="3817620" cy="2898775"/>
            <a:chOff x="0" y="3101339"/>
            <a:chExt cx="3817620" cy="289877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9847" y="4360163"/>
              <a:ext cx="1581912" cy="16398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3101339"/>
              <a:ext cx="3817619" cy="190195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274058" y="570737"/>
            <a:ext cx="40887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rebuchet MS"/>
                <a:cs typeface="Trebuchet MS"/>
              </a:rPr>
              <a:t>Operações</a:t>
            </a:r>
            <a:r>
              <a:rPr sz="2200" b="1" spc="50" dirty="0">
                <a:latin typeface="Trebuchet MS"/>
                <a:cs typeface="Trebuchet MS"/>
              </a:rPr>
              <a:t> </a:t>
            </a:r>
            <a:r>
              <a:rPr sz="2200" b="1" spc="80" dirty="0">
                <a:latin typeface="Trebuchet MS"/>
                <a:cs typeface="Trebuchet MS"/>
              </a:rPr>
              <a:t>Comuns</a:t>
            </a:r>
            <a:r>
              <a:rPr sz="2200" b="1" spc="75" dirty="0">
                <a:latin typeface="Trebuchet MS"/>
                <a:cs typeface="Trebuchet MS"/>
              </a:rPr>
              <a:t> com</a:t>
            </a:r>
            <a:r>
              <a:rPr sz="2200" b="1" spc="4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Listas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6758" y="1370482"/>
            <a:ext cx="6879590" cy="169163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27965" indent="-227965">
              <a:lnSpc>
                <a:spcPct val="100000"/>
              </a:lnSpc>
              <a:spcBef>
                <a:spcPts val="1095"/>
              </a:spcBef>
              <a:buClr>
                <a:srgbClr val="9BAEB5"/>
              </a:buClr>
              <a:buFont typeface="Microsoft Sans Serif"/>
              <a:buChar char="•"/>
              <a:tabLst>
                <a:tab pos="227965" algn="l"/>
              </a:tabLst>
            </a:pPr>
            <a:r>
              <a:rPr sz="1900" b="1" dirty="0">
                <a:latin typeface="Trebuchet MS"/>
                <a:cs typeface="Trebuchet MS"/>
              </a:rPr>
              <a:t>Adicionando</a:t>
            </a:r>
            <a:r>
              <a:rPr sz="1900" b="1" spc="13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elementos:</a:t>
            </a:r>
            <a:endParaRPr sz="1900">
              <a:latin typeface="Trebuchet MS"/>
              <a:cs typeface="Trebuchet MS"/>
            </a:endParaRPr>
          </a:p>
          <a:p>
            <a:pPr marL="456565" lvl="1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Microsoft Sans Serif"/>
              <a:buChar char="•"/>
              <a:tabLst>
                <a:tab pos="456565" algn="l"/>
              </a:tabLst>
            </a:pPr>
            <a:r>
              <a:rPr sz="1900" b="1" spc="-20" dirty="0">
                <a:solidFill>
                  <a:srgbClr val="006FC0"/>
                </a:solidFill>
                <a:latin typeface="Trebuchet MS"/>
                <a:cs typeface="Trebuchet MS"/>
              </a:rPr>
              <a:t>append(item):</a:t>
            </a:r>
            <a:r>
              <a:rPr sz="1900" b="1" spc="-1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Adiciona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um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item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ao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170" dirty="0">
                <a:latin typeface="Trebuchet MS"/>
                <a:cs typeface="Trebuchet MS"/>
              </a:rPr>
              <a:t>final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da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lista.</a:t>
            </a:r>
            <a:endParaRPr sz="1900">
              <a:latin typeface="Trebuchet MS"/>
              <a:cs typeface="Trebuchet MS"/>
            </a:endParaRPr>
          </a:p>
          <a:p>
            <a:pPr marL="456565" lvl="1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Microsoft Sans Serif"/>
              <a:buChar char="•"/>
              <a:tabLst>
                <a:tab pos="456565" algn="l"/>
              </a:tabLst>
            </a:pPr>
            <a:r>
              <a:rPr sz="1900" b="1" spc="-35" dirty="0">
                <a:solidFill>
                  <a:srgbClr val="006FC0"/>
                </a:solidFill>
                <a:latin typeface="Trebuchet MS"/>
                <a:cs typeface="Trebuchet MS"/>
              </a:rPr>
              <a:t>insert(índice,</a:t>
            </a:r>
            <a:r>
              <a:rPr sz="1900" b="1" spc="-1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900" b="1" spc="-25" dirty="0">
                <a:solidFill>
                  <a:srgbClr val="006FC0"/>
                </a:solidFill>
                <a:latin typeface="Trebuchet MS"/>
                <a:cs typeface="Trebuchet MS"/>
              </a:rPr>
              <a:t>item):</a:t>
            </a:r>
            <a:r>
              <a:rPr sz="1900" b="1" spc="-2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Insere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um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item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em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uma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posição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específica.</a:t>
            </a:r>
            <a:endParaRPr sz="1900">
              <a:latin typeface="Trebuchet MS"/>
              <a:cs typeface="Trebuchet MS"/>
            </a:endParaRPr>
          </a:p>
          <a:p>
            <a:pPr marL="2279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Microsoft Sans Serif"/>
              <a:buChar char="•"/>
              <a:tabLst>
                <a:tab pos="227965" algn="l"/>
              </a:tabLst>
            </a:pPr>
            <a:r>
              <a:rPr sz="1900" b="1" dirty="0">
                <a:latin typeface="Trebuchet MS"/>
                <a:cs typeface="Trebuchet MS"/>
              </a:rPr>
              <a:t>Modificando</a:t>
            </a:r>
            <a:r>
              <a:rPr sz="1900" b="1" spc="3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elementos: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4058" y="3163569"/>
            <a:ext cx="7625080" cy="3104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solidFill>
                  <a:srgbClr val="9BAEB5"/>
                </a:solidFill>
                <a:latin typeface="Microsoft Sans Serif"/>
                <a:cs typeface="Microsoft Sans Serif"/>
              </a:rPr>
              <a:t>•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35"/>
              </a:spcBef>
            </a:pPr>
            <a:endParaRPr sz="190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Clr>
                <a:srgbClr val="9BAEB5"/>
              </a:buClr>
              <a:buFont typeface="Microsoft Sans Serif"/>
              <a:buChar char="•"/>
              <a:tabLst>
                <a:tab pos="240665" algn="l"/>
              </a:tabLst>
            </a:pPr>
            <a:r>
              <a:rPr sz="1900" b="1" dirty="0">
                <a:latin typeface="Trebuchet MS"/>
                <a:cs typeface="Trebuchet MS"/>
              </a:rPr>
              <a:t>Removendo</a:t>
            </a:r>
            <a:r>
              <a:rPr sz="1900" b="1" spc="3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elementos:</a:t>
            </a:r>
            <a:endParaRPr sz="1900">
              <a:latin typeface="Trebuchet MS"/>
              <a:cs typeface="Trebuchet MS"/>
            </a:endParaRPr>
          </a:p>
          <a:p>
            <a:pPr marL="469265" lvl="1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Microsoft Sans Serif"/>
              <a:buChar char="•"/>
              <a:tabLst>
                <a:tab pos="469265" algn="l"/>
              </a:tabLst>
            </a:pPr>
            <a:r>
              <a:rPr sz="1900" b="1" spc="-10" dirty="0">
                <a:solidFill>
                  <a:srgbClr val="006FC0"/>
                </a:solidFill>
                <a:latin typeface="Trebuchet MS"/>
                <a:cs typeface="Trebuchet MS"/>
              </a:rPr>
              <a:t>del</a:t>
            </a:r>
            <a:r>
              <a:rPr sz="1900" b="1" spc="-35" dirty="0">
                <a:solidFill>
                  <a:srgbClr val="006FC0"/>
                </a:solidFill>
                <a:latin typeface="Trebuchet MS"/>
                <a:cs typeface="Trebuchet MS"/>
              </a:rPr>
              <a:t> lista[índice]:</a:t>
            </a:r>
            <a:r>
              <a:rPr sz="1900" b="1" spc="-2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Remove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elemento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no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índice</a:t>
            </a:r>
            <a:r>
              <a:rPr sz="1900" spc="-50" dirty="0">
                <a:latin typeface="Trebuchet MS"/>
                <a:cs typeface="Trebuchet MS"/>
              </a:rPr>
              <a:t> especificado.</a:t>
            </a:r>
            <a:endParaRPr sz="1900">
              <a:latin typeface="Trebuchet MS"/>
              <a:cs typeface="Trebuchet MS"/>
            </a:endParaRPr>
          </a:p>
          <a:p>
            <a:pPr marL="469265" lvl="1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Microsoft Sans Serif"/>
              <a:buChar char="•"/>
              <a:tabLst>
                <a:tab pos="469265" algn="l"/>
              </a:tabLst>
            </a:pPr>
            <a:r>
              <a:rPr sz="1900" b="1" spc="-10" dirty="0">
                <a:solidFill>
                  <a:srgbClr val="006FC0"/>
                </a:solidFill>
                <a:latin typeface="Trebuchet MS"/>
                <a:cs typeface="Trebuchet MS"/>
              </a:rPr>
              <a:t>remove(valor):</a:t>
            </a:r>
            <a:r>
              <a:rPr sz="1900" b="1" spc="-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Remove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primeira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ocorrência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5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um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valor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específico.</a:t>
            </a:r>
            <a:endParaRPr sz="1900">
              <a:latin typeface="Trebuchet MS"/>
              <a:cs typeface="Trebuchet MS"/>
            </a:endParaRPr>
          </a:p>
          <a:p>
            <a:pPr marL="469900" marR="5080" lvl="1" indent="-228600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Microsoft Sans Serif"/>
              <a:buChar char="•"/>
              <a:tabLst>
                <a:tab pos="469900" algn="l"/>
              </a:tabLst>
            </a:pPr>
            <a:r>
              <a:rPr sz="1900" b="1" spc="-20" dirty="0">
                <a:solidFill>
                  <a:srgbClr val="006FC0"/>
                </a:solidFill>
                <a:latin typeface="Trebuchet MS"/>
                <a:cs typeface="Trebuchet MS"/>
              </a:rPr>
              <a:t>pop(índice):</a:t>
            </a:r>
            <a:r>
              <a:rPr sz="1900" b="1" spc="-1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Remove</a:t>
            </a:r>
            <a:r>
              <a:rPr sz="1900" dirty="0">
                <a:latin typeface="Trebuchet MS"/>
                <a:cs typeface="Trebuchet MS"/>
              </a:rPr>
              <a:t> e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retorna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elemento</a:t>
            </a:r>
            <a:r>
              <a:rPr sz="1900" spc="7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no</a:t>
            </a:r>
            <a:r>
              <a:rPr sz="1900" spc="55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índice</a:t>
            </a:r>
            <a:r>
              <a:rPr sz="1900" spc="7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especificado;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se </a:t>
            </a:r>
            <a:r>
              <a:rPr sz="1900" spc="-120" dirty="0">
                <a:latin typeface="Trebuchet MS"/>
                <a:cs typeface="Trebuchet MS"/>
              </a:rPr>
              <a:t>omitido,</a:t>
            </a:r>
            <a:r>
              <a:rPr sz="1900" spc="-22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remove</a:t>
            </a:r>
            <a:r>
              <a:rPr sz="1900" dirty="0">
                <a:latin typeface="Trebuchet MS"/>
                <a:cs typeface="Trebuchet MS"/>
              </a:rPr>
              <a:t> o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último.</a:t>
            </a:r>
            <a:endParaRPr sz="1900">
              <a:latin typeface="Trebuchet MS"/>
              <a:cs typeface="Trebuchet MS"/>
            </a:endParaRPr>
          </a:p>
          <a:p>
            <a:pPr marL="469265" lvl="1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Microsoft Sans Serif"/>
              <a:buChar char="•"/>
              <a:tabLst>
                <a:tab pos="469265" algn="l"/>
              </a:tabLst>
            </a:pPr>
            <a:r>
              <a:rPr sz="1900" b="1" spc="-35" dirty="0">
                <a:solidFill>
                  <a:srgbClr val="006FC0"/>
                </a:solidFill>
                <a:latin typeface="Trebuchet MS"/>
                <a:cs typeface="Trebuchet MS"/>
              </a:rPr>
              <a:t>clear():</a:t>
            </a:r>
            <a:r>
              <a:rPr sz="1900" b="1" spc="-2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Remove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35" dirty="0">
                <a:latin typeface="Trebuchet MS"/>
                <a:cs typeface="Trebuchet MS"/>
              </a:rPr>
              <a:t>todos </a:t>
            </a:r>
            <a:r>
              <a:rPr sz="1900" dirty="0">
                <a:latin typeface="Trebuchet MS"/>
                <a:cs typeface="Trebuchet MS"/>
              </a:rPr>
              <a:t>os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elementos,</a:t>
            </a:r>
            <a:r>
              <a:rPr sz="1900" spc="-23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esvaziando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lista.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21352" y="3159251"/>
            <a:ext cx="5362956" cy="7528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52641" y="3610355"/>
            <a:ext cx="3444240" cy="2764790"/>
            <a:chOff x="152641" y="3610355"/>
            <a:chExt cx="3444240" cy="276479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1"/>
              <a:ext cx="2842260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79"/>
              <a:ext cx="1350264" cy="19491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0749" y="2305050"/>
            <a:ext cx="1049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Listas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76115" y="1484375"/>
            <a:ext cx="7955280" cy="4116324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064253" y="439039"/>
            <a:ext cx="1598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90" dirty="0">
                <a:latin typeface="Trebuchet MS"/>
                <a:cs typeface="Trebuchet MS"/>
              </a:rPr>
              <a:t>Parte</a:t>
            </a:r>
            <a:r>
              <a:rPr sz="3600" b="0" spc="-75" dirty="0">
                <a:latin typeface="Trebuchet MS"/>
                <a:cs typeface="Trebuchet MS"/>
              </a:rPr>
              <a:t> </a:t>
            </a:r>
            <a:r>
              <a:rPr sz="3600" b="0" spc="-50" dirty="0">
                <a:latin typeface="Trebuchet MS"/>
                <a:cs typeface="Trebuchet MS"/>
              </a:rPr>
              <a:t>01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716" y="1089660"/>
            <a:ext cx="2268220" cy="586740"/>
            <a:chOff x="1156716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52641" y="3610355"/>
            <a:ext cx="3444240" cy="2764790"/>
            <a:chOff x="152641" y="3610355"/>
            <a:chExt cx="3444240" cy="276479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1"/>
              <a:ext cx="2842260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79"/>
              <a:ext cx="1350264" cy="19491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0749" y="2305050"/>
            <a:ext cx="10496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Listas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064253" y="439039"/>
            <a:ext cx="1598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90" dirty="0">
                <a:latin typeface="Trebuchet MS"/>
                <a:cs typeface="Trebuchet MS"/>
              </a:rPr>
              <a:t>Parte</a:t>
            </a:r>
            <a:r>
              <a:rPr sz="3600" b="0" spc="-75" dirty="0">
                <a:latin typeface="Trebuchet MS"/>
                <a:cs typeface="Trebuchet MS"/>
              </a:rPr>
              <a:t> </a:t>
            </a:r>
            <a:r>
              <a:rPr sz="3600" b="0" spc="-50" dirty="0">
                <a:latin typeface="Trebuchet MS"/>
                <a:cs typeface="Trebuchet MS"/>
              </a:rPr>
              <a:t>02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89832" y="1502663"/>
            <a:ext cx="7988807" cy="33619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98391" y="0"/>
              <a:ext cx="8293734" cy="6858000"/>
            </a:xfrm>
            <a:custGeom>
              <a:avLst/>
              <a:gdLst/>
              <a:ahLst/>
              <a:cxnLst/>
              <a:rect l="l" t="t" r="r" b="b"/>
              <a:pathLst>
                <a:path w="8293734" h="6858000">
                  <a:moveTo>
                    <a:pt x="0" y="0"/>
                  </a:moveTo>
                  <a:lnTo>
                    <a:pt x="0" y="6858000"/>
                  </a:lnTo>
                  <a:lnTo>
                    <a:pt x="8293607" y="6858000"/>
                  </a:lnTo>
                  <a:lnTo>
                    <a:pt x="82936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98391" y="0"/>
              <a:ext cx="8293734" cy="6858000"/>
            </a:xfrm>
            <a:custGeom>
              <a:avLst/>
              <a:gdLst/>
              <a:ahLst/>
              <a:cxnLst/>
              <a:rect l="l" t="t" r="r" b="b"/>
              <a:pathLst>
                <a:path w="8293734" h="6858000">
                  <a:moveTo>
                    <a:pt x="8293608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293607" y="6858000"/>
                  </a:lnTo>
                </a:path>
              </a:pathLst>
            </a:custGeom>
            <a:ln w="1219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52" y="1089660"/>
            <a:ext cx="11927205" cy="5666740"/>
            <a:chOff x="73152" y="1089660"/>
            <a:chExt cx="11927205" cy="566674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152" y="4009641"/>
              <a:ext cx="3622548" cy="2746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0040" y="2811780"/>
              <a:ext cx="7869935" cy="168097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051172" y="91211"/>
            <a:ext cx="7617459" cy="1729739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5"/>
              </a:spcBef>
            </a:pPr>
            <a:r>
              <a:rPr sz="1900" b="1" dirty="0">
                <a:latin typeface="Trebuchet MS"/>
                <a:cs typeface="Trebuchet MS"/>
              </a:rPr>
              <a:t>Programa</a:t>
            </a:r>
            <a:r>
              <a:rPr sz="1900" b="1" spc="13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Cadastro</a:t>
            </a:r>
            <a:r>
              <a:rPr sz="1900" b="1" spc="204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-</a:t>
            </a:r>
            <a:r>
              <a:rPr sz="1900" b="1" spc="165" dirty="0">
                <a:latin typeface="Trebuchet MS"/>
                <a:cs typeface="Trebuchet MS"/>
              </a:rPr>
              <a:t> </a:t>
            </a:r>
            <a:r>
              <a:rPr sz="1900" b="1" spc="155" dirty="0">
                <a:latin typeface="Trebuchet MS"/>
                <a:cs typeface="Trebuchet MS"/>
              </a:rPr>
              <a:t>FABPROG</a:t>
            </a:r>
            <a:endParaRPr sz="19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1900" spc="-60" dirty="0">
                <a:latin typeface="Trebuchet MS"/>
                <a:cs typeface="Trebuchet MS"/>
              </a:rPr>
              <a:t>Imagine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que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você</a:t>
            </a:r>
            <a:r>
              <a:rPr sz="1900" spc="-45" dirty="0">
                <a:latin typeface="Trebuchet MS"/>
                <a:cs typeface="Trebuchet MS"/>
              </a:rPr>
              <a:t> precisa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criar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agenda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de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contatos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para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45" dirty="0">
                <a:latin typeface="Trebuchet MS"/>
                <a:cs typeface="Trebuchet MS"/>
              </a:rPr>
              <a:t>organizar </a:t>
            </a:r>
            <a:r>
              <a:rPr sz="1900" spc="-50" dirty="0">
                <a:latin typeface="Trebuchet MS"/>
                <a:cs typeface="Trebuchet MS"/>
              </a:rPr>
              <a:t>e </a:t>
            </a:r>
            <a:r>
              <a:rPr sz="1900" spc="-40" dirty="0">
                <a:latin typeface="Trebuchet MS"/>
                <a:cs typeface="Trebuchet MS"/>
              </a:rPr>
              <a:t>facilitar</a:t>
            </a:r>
            <a:r>
              <a:rPr sz="1900" spc="3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32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comunicação</a:t>
            </a:r>
            <a:r>
              <a:rPr sz="1900" spc="3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com</a:t>
            </a:r>
            <a:r>
              <a:rPr sz="1900" spc="3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pessoas</a:t>
            </a:r>
            <a:r>
              <a:rPr sz="1900" spc="3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</a:t>
            </a:r>
            <a:r>
              <a:rPr sz="1900" spc="3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seu</a:t>
            </a:r>
            <a:r>
              <a:rPr sz="1900" spc="33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convívio.</a:t>
            </a:r>
            <a:r>
              <a:rPr sz="1900" spc="21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Seu</a:t>
            </a:r>
            <a:r>
              <a:rPr sz="1900" spc="3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desafio</a:t>
            </a:r>
            <a:r>
              <a:rPr sz="1900" spc="33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é </a:t>
            </a:r>
            <a:r>
              <a:rPr sz="1900" spc="-40" dirty="0">
                <a:latin typeface="Trebuchet MS"/>
                <a:cs typeface="Trebuchet MS"/>
              </a:rPr>
              <a:t>desenvolver</a:t>
            </a:r>
            <a:r>
              <a:rPr sz="1900" spc="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um</a:t>
            </a:r>
            <a:r>
              <a:rPr sz="1900" spc="5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programa</a:t>
            </a:r>
            <a:r>
              <a:rPr sz="1900" spc="5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interativo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que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permita</a:t>
            </a:r>
            <a:r>
              <a:rPr sz="1900" spc="5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ao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usuário</a:t>
            </a:r>
            <a:r>
              <a:rPr sz="1900" spc="5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realizar</a:t>
            </a:r>
            <a:r>
              <a:rPr sz="1900" spc="5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as </a:t>
            </a:r>
            <a:r>
              <a:rPr sz="1900" spc="-110" dirty="0">
                <a:latin typeface="Trebuchet MS"/>
                <a:cs typeface="Trebuchet MS"/>
              </a:rPr>
              <a:t>seguintes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operações:</a:t>
            </a:r>
            <a:r>
              <a:rPr sz="1900" spc="-19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cadastro,</a:t>
            </a:r>
            <a:r>
              <a:rPr sz="1900" spc="-18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consulta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exclusão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dados.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51172" y="2338577"/>
            <a:ext cx="527621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320" dirty="0">
                <a:latin typeface="Trebuchet MS"/>
                <a:cs typeface="Trebuchet MS"/>
              </a:rPr>
              <a:t>O</a:t>
            </a:r>
            <a:r>
              <a:rPr sz="1900" b="1" spc="-3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programa</a:t>
            </a:r>
            <a:r>
              <a:rPr sz="1900" b="1" spc="-15" dirty="0">
                <a:latin typeface="Trebuchet MS"/>
                <a:cs typeface="Trebuchet MS"/>
              </a:rPr>
              <a:t> </a:t>
            </a:r>
            <a:r>
              <a:rPr sz="1900" b="1" spc="-45" dirty="0">
                <a:latin typeface="Trebuchet MS"/>
                <a:cs typeface="Trebuchet MS"/>
              </a:rPr>
              <a:t>deve</a:t>
            </a:r>
            <a:r>
              <a:rPr sz="1900" b="1" spc="-2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apresentar</a:t>
            </a:r>
            <a:r>
              <a:rPr sz="1900" b="1" spc="2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o</a:t>
            </a:r>
            <a:r>
              <a:rPr sz="1900" b="1" spc="-25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seguinte menu: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51172" y="4710287"/>
            <a:ext cx="7618730" cy="115062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900" b="1" spc="-10" dirty="0">
                <a:latin typeface="Trebuchet MS"/>
                <a:cs typeface="Trebuchet MS"/>
              </a:rPr>
              <a:t>Objetivo: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1385570" algn="l"/>
                <a:tab pos="1638935" algn="l"/>
                <a:tab pos="2338070" algn="l"/>
                <a:tab pos="2728595" algn="l"/>
                <a:tab pos="3185795" algn="l"/>
                <a:tab pos="4057650" algn="l"/>
                <a:tab pos="4447540" algn="l"/>
                <a:tab pos="5427980" algn="l"/>
                <a:tab pos="6319520" algn="l"/>
                <a:tab pos="7379970" algn="l"/>
              </a:tabLst>
            </a:pPr>
            <a:r>
              <a:rPr sz="1900" spc="-10" dirty="0">
                <a:latin typeface="Trebuchet MS"/>
                <a:cs typeface="Trebuchet MS"/>
              </a:rPr>
              <a:t>Desenvolver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50" dirty="0">
                <a:latin typeface="Trebuchet MS"/>
                <a:cs typeface="Trebuchet MS"/>
              </a:rPr>
              <a:t>a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lógica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25" dirty="0">
                <a:latin typeface="Trebuchet MS"/>
                <a:cs typeface="Trebuchet MS"/>
              </a:rPr>
              <a:t>de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25" dirty="0">
                <a:latin typeface="Trebuchet MS"/>
                <a:cs typeface="Trebuchet MS"/>
              </a:rPr>
              <a:t>um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sistema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25" dirty="0">
                <a:latin typeface="Trebuchet MS"/>
                <a:cs typeface="Trebuchet MS"/>
              </a:rPr>
              <a:t>de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cadastro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simples,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10" dirty="0">
                <a:latin typeface="Trebuchet MS"/>
                <a:cs typeface="Trebuchet MS"/>
              </a:rPr>
              <a:t>aplicando</a:t>
            </a:r>
            <a:r>
              <a:rPr sz="1900" dirty="0">
                <a:latin typeface="Trebuchet MS"/>
                <a:cs typeface="Trebuchet MS"/>
              </a:rPr>
              <a:t>	</a:t>
            </a:r>
            <a:r>
              <a:rPr sz="1900" spc="-25" dirty="0">
                <a:latin typeface="Trebuchet MS"/>
                <a:cs typeface="Trebuchet MS"/>
              </a:rPr>
              <a:t>os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-85" dirty="0">
                <a:latin typeface="Trebuchet MS"/>
                <a:cs typeface="Trebuchet MS"/>
              </a:rPr>
              <a:t>conceitos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laços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repetição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manipulação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listas.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044" y="2287650"/>
            <a:ext cx="36988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5160" marR="5080" indent="-63246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Apresentação</a:t>
            </a:r>
            <a:r>
              <a:rPr sz="2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2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FFFFFF"/>
                </a:solidFill>
                <a:latin typeface="Trebuchet MS"/>
                <a:cs typeface="Trebuchet MS"/>
              </a:rPr>
              <a:t>situação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4486656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4486656" y="1142999"/>
                  </a:lnTo>
                  <a:lnTo>
                    <a:pt x="448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05433" y="233934"/>
            <a:ext cx="4486910" cy="1143000"/>
          </a:xfrm>
          <a:custGeom>
            <a:avLst/>
            <a:gdLst/>
            <a:ahLst/>
            <a:cxnLst/>
            <a:rect l="l" t="t" r="r" b="b"/>
            <a:pathLst>
              <a:path w="4486910" h="1143000">
                <a:moveTo>
                  <a:pt x="0" y="1142999"/>
                </a:moveTo>
                <a:lnTo>
                  <a:pt x="4486656" y="1142999"/>
                </a:lnTo>
                <a:lnTo>
                  <a:pt x="4486656" y="0"/>
                </a:lnTo>
                <a:lnTo>
                  <a:pt x="0" y="0"/>
                </a:lnTo>
                <a:lnTo>
                  <a:pt x="0" y="1142999"/>
                </a:lnTo>
                <a:close/>
              </a:path>
            </a:pathLst>
          </a:custGeom>
          <a:ln w="320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6864" y="446278"/>
            <a:ext cx="2891790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z="2200" b="0" spc="31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sz="2200" b="0" spc="3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b="0" spc="105" dirty="0">
                <a:solidFill>
                  <a:srgbClr val="252525"/>
                </a:solidFill>
                <a:latin typeface="Trebuchet MS"/>
                <a:cs typeface="Trebuchet MS"/>
              </a:rPr>
              <a:t>EM </a:t>
            </a:r>
            <a:r>
              <a:rPr sz="2200" b="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3581" y="507839"/>
            <a:ext cx="5116830" cy="21818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800" b="1" dirty="0">
                <a:latin typeface="Trebuchet MS"/>
                <a:cs typeface="Trebuchet MS"/>
              </a:rPr>
              <a:t>Sobre</a:t>
            </a:r>
            <a:r>
              <a:rPr sz="1800" b="1" spc="9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Constantes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Microsoft Sans Serif"/>
              <a:buChar char="•"/>
              <a:tabLst>
                <a:tab pos="240665" algn="l"/>
              </a:tabLst>
            </a:pPr>
            <a:r>
              <a:rPr sz="1800" spc="265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que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diferencia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45" dirty="0">
                <a:latin typeface="Trebuchet MS"/>
                <a:cs typeface="Trebuchet MS"/>
              </a:rPr>
              <a:t>uma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constante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45" dirty="0">
                <a:latin typeface="Trebuchet MS"/>
                <a:cs typeface="Trebuchet MS"/>
              </a:rPr>
              <a:t>uma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variável?</a:t>
            </a:r>
            <a:endParaRPr sz="18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Microsoft Sans Serif"/>
              <a:buChar char="•"/>
              <a:tabLst>
                <a:tab pos="241300" algn="l"/>
                <a:tab pos="769620" algn="l"/>
                <a:tab pos="1310640" algn="l"/>
                <a:tab pos="2413000" algn="l"/>
                <a:tab pos="2711450" algn="l"/>
                <a:tab pos="3892550" algn="l"/>
                <a:tab pos="4319270" algn="l"/>
              </a:tabLst>
            </a:pPr>
            <a:r>
              <a:rPr sz="1800" spc="-25" dirty="0">
                <a:latin typeface="Trebuchet MS"/>
                <a:cs typeface="Trebuchet MS"/>
              </a:rPr>
              <a:t>Por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que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adotamos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50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convenção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de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0" dirty="0">
                <a:latin typeface="Trebuchet MS"/>
                <a:cs typeface="Trebuchet MS"/>
              </a:rPr>
              <a:t>escrever </a:t>
            </a:r>
            <a:r>
              <a:rPr sz="1800" spc="-90" dirty="0">
                <a:latin typeface="Trebuchet MS"/>
                <a:cs typeface="Trebuchet MS"/>
              </a:rPr>
              <a:t>constantes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em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letras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maiúsculas?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Microsoft Sans Serif"/>
              <a:buChar char="•"/>
              <a:tabLst>
                <a:tab pos="240665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2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229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definição</a:t>
            </a:r>
            <a:r>
              <a:rPr sz="1800" spc="2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22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constantes</a:t>
            </a:r>
            <a:r>
              <a:rPr sz="1800" spc="2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pode</a:t>
            </a:r>
            <a:r>
              <a:rPr sz="1800" spc="229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contribuir</a:t>
            </a:r>
            <a:endParaRPr sz="18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</a:pPr>
            <a:r>
              <a:rPr sz="1800" spc="-125" dirty="0">
                <a:latin typeface="Trebuchet MS"/>
                <a:cs typeface="Trebuchet MS"/>
              </a:rPr>
              <a:t>para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legibilidade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manutenção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código?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3581" y="3066161"/>
            <a:ext cx="5117465" cy="272859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800" b="1" dirty="0">
                <a:latin typeface="Trebuchet MS"/>
                <a:cs typeface="Trebuchet MS"/>
              </a:rPr>
              <a:t>Sobre</a:t>
            </a:r>
            <a:r>
              <a:rPr sz="1800" b="1" spc="7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Listas</a:t>
            </a:r>
            <a:endParaRPr sz="1800">
              <a:latin typeface="Trebuchet MS"/>
              <a:cs typeface="Trebuchet MS"/>
            </a:endParaRPr>
          </a:p>
          <a:p>
            <a:pPr marL="240029" marR="5080" indent="-227329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Microsoft Sans Serif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Quais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são</a:t>
            </a:r>
            <a:r>
              <a:rPr sz="1800" spc="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vantagens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desvantagens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utilizar 	</a:t>
            </a:r>
            <a:r>
              <a:rPr sz="1800" spc="-110" dirty="0">
                <a:latin typeface="Trebuchet MS"/>
                <a:cs typeface="Trebuchet MS"/>
              </a:rPr>
              <a:t>listas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em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determinados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contextos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</a:t>
            </a:r>
            <a:r>
              <a:rPr sz="1800" spc="-10" dirty="0">
                <a:latin typeface="Trebuchet MS"/>
                <a:cs typeface="Trebuchet MS"/>
              </a:rPr>
              <a:t> programação?</a:t>
            </a:r>
            <a:endParaRPr sz="1800">
              <a:latin typeface="Trebuchet MS"/>
              <a:cs typeface="Trebuchet MS"/>
            </a:endParaRPr>
          </a:p>
          <a:p>
            <a:pPr marL="240029" marR="5080" indent="-227329" algn="just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Microsoft Sans Serif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Quais</a:t>
            </a:r>
            <a:r>
              <a:rPr sz="1800" spc="18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métodos</a:t>
            </a:r>
            <a:r>
              <a:rPr sz="1800" spc="18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comuns</a:t>
            </a:r>
            <a:r>
              <a:rPr sz="1800" spc="18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você</a:t>
            </a:r>
            <a:r>
              <a:rPr sz="1800" spc="18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conhece</a:t>
            </a:r>
            <a:r>
              <a:rPr sz="1800" spc="180" dirty="0">
                <a:latin typeface="Trebuchet MS"/>
                <a:cs typeface="Trebuchet MS"/>
              </a:rPr>
              <a:t>  </a:t>
            </a:r>
            <a:r>
              <a:rPr sz="1800" spc="-65" dirty="0">
                <a:latin typeface="Trebuchet MS"/>
                <a:cs typeface="Trebuchet MS"/>
              </a:rPr>
              <a:t>para 	</a:t>
            </a:r>
            <a:r>
              <a:rPr sz="1800" spc="-120" dirty="0">
                <a:latin typeface="Trebuchet MS"/>
                <a:cs typeface="Trebuchet MS"/>
              </a:rPr>
              <a:t>manipulação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de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listas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quando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utilizá-</a:t>
            </a:r>
            <a:r>
              <a:rPr sz="1800" spc="-20" dirty="0">
                <a:latin typeface="Trebuchet MS"/>
                <a:cs typeface="Trebuchet MS"/>
              </a:rPr>
              <a:t>los?</a:t>
            </a:r>
            <a:endParaRPr sz="1800">
              <a:latin typeface="Trebuchet MS"/>
              <a:cs typeface="Trebuchet MS"/>
            </a:endParaRPr>
          </a:p>
          <a:p>
            <a:pPr marL="240029" marR="6350" indent="-227329" algn="just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Microsoft Sans Serif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Quais</a:t>
            </a:r>
            <a:r>
              <a:rPr sz="1800" spc="18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estratégias</a:t>
            </a:r>
            <a:r>
              <a:rPr sz="1800" spc="1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você</a:t>
            </a:r>
            <a:r>
              <a:rPr sz="1800" spc="1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pode</a:t>
            </a:r>
            <a:r>
              <a:rPr sz="1800" spc="17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utilizar</a:t>
            </a:r>
            <a:r>
              <a:rPr sz="1800" spc="1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</a:t>
            </a:r>
            <a:r>
              <a:rPr sz="1800" spc="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iterar 	</a:t>
            </a:r>
            <a:r>
              <a:rPr sz="1800" dirty="0">
                <a:latin typeface="Trebuchet MS"/>
                <a:cs typeface="Trebuchet MS"/>
              </a:rPr>
              <a:t>sobre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os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elementos</a:t>
            </a:r>
            <a:r>
              <a:rPr sz="1800" spc="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uma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lista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quais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são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as 	</a:t>
            </a:r>
            <a:r>
              <a:rPr sz="1800" spc="-105" dirty="0">
                <a:latin typeface="Trebuchet MS"/>
                <a:cs typeface="Trebuchet MS"/>
              </a:rPr>
              <a:t>implicações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cada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uma?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2278456"/>
            <a:ext cx="27374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Mediadoras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068" y="3067811"/>
            <a:ext cx="4994148" cy="280873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656" y="3569208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199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199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0005" y="444245"/>
            <a:ext cx="4494530" cy="1134110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 sz="2200">
              <a:latin typeface="Times New Roman"/>
              <a:cs typeface="Times New Roman"/>
            </a:endParaRPr>
          </a:p>
          <a:p>
            <a:pPr marL="1259205">
              <a:lnSpc>
                <a:spcPct val="100000"/>
              </a:lnSpc>
            </a:pPr>
            <a:r>
              <a:rPr sz="2200" b="0" spc="195" dirty="0">
                <a:solidFill>
                  <a:srgbClr val="252525"/>
                </a:solidFill>
                <a:latin typeface="Trebuchet MS"/>
                <a:cs typeface="Trebuchet MS"/>
              </a:rPr>
              <a:t>REFERÊNCIAS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2795" y="829436"/>
            <a:ext cx="4919980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795" y="1744065"/>
            <a:ext cx="4920615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100"/>
              </a:lnSpc>
              <a:spcBef>
                <a:spcPts val="100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3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8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6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300" y="2162936"/>
            <a:ext cx="506730" cy="153670"/>
            <a:chOff x="495300" y="2162936"/>
            <a:chExt cx="506730" cy="153670"/>
          </a:xfrm>
        </p:grpSpPr>
        <p:sp>
          <p:nvSpPr>
            <p:cNvPr id="9" name="object 9"/>
            <p:cNvSpPr/>
            <p:nvPr/>
          </p:nvSpPr>
          <p:spPr>
            <a:xfrm>
              <a:off x="499872" y="2167508"/>
              <a:ext cx="497840" cy="144780"/>
            </a:xfrm>
            <a:custGeom>
              <a:avLst/>
              <a:gdLst/>
              <a:ahLst/>
              <a:cxnLst/>
              <a:rect l="l" t="t" r="r" b="b"/>
              <a:pathLst>
                <a:path w="497840" h="144780">
                  <a:moveTo>
                    <a:pt x="488911" y="100202"/>
                  </a:moveTo>
                  <a:lnTo>
                    <a:pt x="482460" y="100202"/>
                  </a:lnTo>
                  <a:lnTo>
                    <a:pt x="479958" y="101345"/>
                  </a:lnTo>
                  <a:lnTo>
                    <a:pt x="475716" y="105917"/>
                  </a:lnTo>
                  <a:lnTo>
                    <a:pt x="474649" y="108712"/>
                  </a:lnTo>
                  <a:lnTo>
                    <a:pt x="474649" y="117601"/>
                  </a:lnTo>
                  <a:lnTo>
                    <a:pt x="477735" y="121412"/>
                  </a:lnTo>
                  <a:lnTo>
                    <a:pt x="484321" y="123316"/>
                  </a:lnTo>
                  <a:lnTo>
                    <a:pt x="483877" y="123316"/>
                  </a:lnTo>
                  <a:lnTo>
                    <a:pt x="476567" y="141096"/>
                  </a:lnTo>
                  <a:lnTo>
                    <a:pt x="476567" y="144271"/>
                  </a:lnTo>
                  <a:lnTo>
                    <a:pt x="483069" y="142239"/>
                  </a:lnTo>
                  <a:lnTo>
                    <a:pt x="488175" y="138811"/>
                  </a:lnTo>
                  <a:lnTo>
                    <a:pt x="491896" y="133857"/>
                  </a:lnTo>
                  <a:lnTo>
                    <a:pt x="495604" y="129031"/>
                  </a:lnTo>
                  <a:lnTo>
                    <a:pt x="497471" y="123316"/>
                  </a:lnTo>
                  <a:lnTo>
                    <a:pt x="497471" y="112013"/>
                  </a:lnTo>
                  <a:lnTo>
                    <a:pt x="496341" y="108076"/>
                  </a:lnTo>
                  <a:lnTo>
                    <a:pt x="491807" y="101726"/>
                  </a:lnTo>
                  <a:lnTo>
                    <a:pt x="488911" y="100202"/>
                  </a:lnTo>
                  <a:close/>
                </a:path>
                <a:path w="497840" h="144780">
                  <a:moveTo>
                    <a:pt x="64477" y="888"/>
                  </a:moveTo>
                  <a:lnTo>
                    <a:pt x="52235" y="888"/>
                  </a:lnTo>
                  <a:lnTo>
                    <a:pt x="0" y="123189"/>
                  </a:lnTo>
                  <a:lnTo>
                    <a:pt x="17894" y="123189"/>
                  </a:lnTo>
                  <a:lnTo>
                    <a:pt x="33083" y="87121"/>
                  </a:lnTo>
                  <a:lnTo>
                    <a:pt x="102929" y="87121"/>
                  </a:lnTo>
                  <a:lnTo>
                    <a:pt x="96020" y="71627"/>
                  </a:lnTo>
                  <a:lnTo>
                    <a:pt x="40004" y="71627"/>
                  </a:lnTo>
                  <a:lnTo>
                    <a:pt x="58204" y="27558"/>
                  </a:lnTo>
                  <a:lnTo>
                    <a:pt x="76370" y="27558"/>
                  </a:lnTo>
                  <a:lnTo>
                    <a:pt x="64477" y="888"/>
                  </a:lnTo>
                  <a:close/>
                </a:path>
                <a:path w="497840" h="144780">
                  <a:moveTo>
                    <a:pt x="102929" y="87121"/>
                  </a:moveTo>
                  <a:lnTo>
                    <a:pt x="84975" y="87121"/>
                  </a:lnTo>
                  <a:lnTo>
                    <a:pt x="101193" y="123189"/>
                  </a:lnTo>
                  <a:lnTo>
                    <a:pt x="119011" y="123189"/>
                  </a:lnTo>
                  <a:lnTo>
                    <a:pt x="102929" y="87121"/>
                  </a:lnTo>
                  <a:close/>
                </a:path>
                <a:path w="497840" h="144780">
                  <a:moveTo>
                    <a:pt x="76370" y="27558"/>
                  </a:moveTo>
                  <a:lnTo>
                    <a:pt x="58204" y="27558"/>
                  </a:lnTo>
                  <a:lnTo>
                    <a:pt x="77825" y="71627"/>
                  </a:lnTo>
                  <a:lnTo>
                    <a:pt x="96020" y="71627"/>
                  </a:lnTo>
                  <a:lnTo>
                    <a:pt x="76370" y="27558"/>
                  </a:lnTo>
                  <a:close/>
                </a:path>
                <a:path w="497840" h="144780">
                  <a:moveTo>
                    <a:pt x="378015" y="1524"/>
                  </a:moveTo>
                  <a:lnTo>
                    <a:pt x="309067" y="1524"/>
                  </a:lnTo>
                  <a:lnTo>
                    <a:pt x="309067" y="123062"/>
                  </a:lnTo>
                  <a:lnTo>
                    <a:pt x="379666" y="123062"/>
                  </a:lnTo>
                  <a:lnTo>
                    <a:pt x="379666" y="107568"/>
                  </a:lnTo>
                  <a:lnTo>
                    <a:pt x="326478" y="107568"/>
                  </a:lnTo>
                  <a:lnTo>
                    <a:pt x="326478" y="69723"/>
                  </a:lnTo>
                  <a:lnTo>
                    <a:pt x="376275" y="69723"/>
                  </a:lnTo>
                  <a:lnTo>
                    <a:pt x="376275" y="54101"/>
                  </a:lnTo>
                  <a:lnTo>
                    <a:pt x="326478" y="54101"/>
                  </a:lnTo>
                  <a:lnTo>
                    <a:pt x="326478" y="17017"/>
                  </a:lnTo>
                  <a:lnTo>
                    <a:pt x="378015" y="17017"/>
                  </a:lnTo>
                  <a:lnTo>
                    <a:pt x="378015" y="1524"/>
                  </a:lnTo>
                  <a:close/>
                </a:path>
                <a:path w="497840" h="144780">
                  <a:moveTo>
                    <a:pt x="204978" y="1524"/>
                  </a:moveTo>
                  <a:lnTo>
                    <a:pt x="187451" y="1524"/>
                  </a:lnTo>
                  <a:lnTo>
                    <a:pt x="239864" y="123698"/>
                  </a:lnTo>
                  <a:lnTo>
                    <a:pt x="243814" y="123698"/>
                  </a:lnTo>
                  <a:lnTo>
                    <a:pt x="259262" y="86994"/>
                  </a:lnTo>
                  <a:lnTo>
                    <a:pt x="241554" y="86994"/>
                  </a:lnTo>
                  <a:lnTo>
                    <a:pt x="204978" y="1524"/>
                  </a:lnTo>
                  <a:close/>
                </a:path>
                <a:path w="497840" h="144780">
                  <a:moveTo>
                    <a:pt x="149694" y="1524"/>
                  </a:moveTo>
                  <a:lnTo>
                    <a:pt x="132283" y="1524"/>
                  </a:lnTo>
                  <a:lnTo>
                    <a:pt x="132283" y="123189"/>
                  </a:lnTo>
                  <a:lnTo>
                    <a:pt x="204457" y="123189"/>
                  </a:lnTo>
                  <a:lnTo>
                    <a:pt x="204457" y="107314"/>
                  </a:lnTo>
                  <a:lnTo>
                    <a:pt x="149694" y="107314"/>
                  </a:lnTo>
                  <a:lnTo>
                    <a:pt x="149694" y="1524"/>
                  </a:lnTo>
                  <a:close/>
                </a:path>
                <a:path w="497840" h="144780">
                  <a:moveTo>
                    <a:pt x="295236" y="1524"/>
                  </a:moveTo>
                  <a:lnTo>
                    <a:pt x="277888" y="1524"/>
                  </a:lnTo>
                  <a:lnTo>
                    <a:pt x="241554" y="86994"/>
                  </a:lnTo>
                  <a:lnTo>
                    <a:pt x="259262" y="86994"/>
                  </a:lnTo>
                  <a:lnTo>
                    <a:pt x="295236" y="1524"/>
                  </a:lnTo>
                  <a:close/>
                </a:path>
                <a:path w="497840" h="144780">
                  <a:moveTo>
                    <a:pt x="393407" y="91439"/>
                  </a:moveTo>
                  <a:lnTo>
                    <a:pt x="393407" y="113537"/>
                  </a:lnTo>
                  <a:lnTo>
                    <a:pt x="401009" y="118371"/>
                  </a:lnTo>
                  <a:lnTo>
                    <a:pt x="409011" y="121824"/>
                  </a:lnTo>
                  <a:lnTo>
                    <a:pt x="417899" y="124015"/>
                  </a:lnTo>
                  <a:lnTo>
                    <a:pt x="418934" y="124015"/>
                  </a:lnTo>
                  <a:lnTo>
                    <a:pt x="426224" y="124587"/>
                  </a:lnTo>
                  <a:lnTo>
                    <a:pt x="456700" y="109219"/>
                  </a:lnTo>
                  <a:lnTo>
                    <a:pt x="426059" y="109219"/>
                  </a:lnTo>
                  <a:lnTo>
                    <a:pt x="417060" y="108120"/>
                  </a:lnTo>
                  <a:lnTo>
                    <a:pt x="408619" y="104806"/>
                  </a:lnTo>
                  <a:lnTo>
                    <a:pt x="400735" y="99254"/>
                  </a:lnTo>
                  <a:lnTo>
                    <a:pt x="393407" y="91439"/>
                  </a:lnTo>
                  <a:close/>
                </a:path>
                <a:path w="497840" h="144780">
                  <a:moveTo>
                    <a:pt x="428752" y="0"/>
                  </a:moveTo>
                  <a:lnTo>
                    <a:pt x="393104" y="22225"/>
                  </a:lnTo>
                  <a:lnTo>
                    <a:pt x="392887" y="22800"/>
                  </a:lnTo>
                  <a:lnTo>
                    <a:pt x="392887" y="38735"/>
                  </a:lnTo>
                  <a:lnTo>
                    <a:pt x="429094" y="72262"/>
                  </a:lnTo>
                  <a:lnTo>
                    <a:pt x="436105" y="77289"/>
                  </a:lnTo>
                  <a:lnTo>
                    <a:pt x="441113" y="82470"/>
                  </a:lnTo>
                  <a:lnTo>
                    <a:pt x="444119" y="87818"/>
                  </a:lnTo>
                  <a:lnTo>
                    <a:pt x="445122" y="93344"/>
                  </a:lnTo>
                  <a:lnTo>
                    <a:pt x="445122" y="97916"/>
                  </a:lnTo>
                  <a:lnTo>
                    <a:pt x="443306" y="101726"/>
                  </a:lnTo>
                  <a:lnTo>
                    <a:pt x="439634" y="104806"/>
                  </a:lnTo>
                  <a:lnTo>
                    <a:pt x="436054" y="107695"/>
                  </a:lnTo>
                  <a:lnTo>
                    <a:pt x="431507" y="109219"/>
                  </a:lnTo>
                  <a:lnTo>
                    <a:pt x="456700" y="109219"/>
                  </a:lnTo>
                  <a:lnTo>
                    <a:pt x="459043" y="104949"/>
                  </a:lnTo>
                  <a:lnTo>
                    <a:pt x="460880" y="98673"/>
                  </a:lnTo>
                  <a:lnTo>
                    <a:pt x="461492" y="91693"/>
                  </a:lnTo>
                  <a:lnTo>
                    <a:pt x="460188" y="82470"/>
                  </a:lnTo>
                  <a:lnTo>
                    <a:pt x="460101" y="81861"/>
                  </a:lnTo>
                  <a:lnTo>
                    <a:pt x="455930" y="72945"/>
                  </a:lnTo>
                  <a:lnTo>
                    <a:pt x="448976" y="64958"/>
                  </a:lnTo>
                  <a:lnTo>
                    <a:pt x="439242" y="57912"/>
                  </a:lnTo>
                  <a:lnTo>
                    <a:pt x="419963" y="46481"/>
                  </a:lnTo>
                  <a:lnTo>
                    <a:pt x="415632" y="43179"/>
                  </a:lnTo>
                  <a:lnTo>
                    <a:pt x="410248" y="36829"/>
                  </a:lnTo>
                  <a:lnTo>
                    <a:pt x="408901" y="33400"/>
                  </a:lnTo>
                  <a:lnTo>
                    <a:pt x="408901" y="25653"/>
                  </a:lnTo>
                  <a:lnTo>
                    <a:pt x="410730" y="22225"/>
                  </a:lnTo>
                  <a:lnTo>
                    <a:pt x="414388" y="19685"/>
                  </a:lnTo>
                  <a:lnTo>
                    <a:pt x="418045" y="17017"/>
                  </a:lnTo>
                  <a:lnTo>
                    <a:pt x="422719" y="15620"/>
                  </a:lnTo>
                  <a:lnTo>
                    <a:pt x="456704" y="15620"/>
                  </a:lnTo>
                  <a:lnTo>
                    <a:pt x="456704" y="8508"/>
                  </a:lnTo>
                  <a:lnTo>
                    <a:pt x="450186" y="4822"/>
                  </a:lnTo>
                  <a:lnTo>
                    <a:pt x="443642" y="2270"/>
                  </a:lnTo>
                  <a:lnTo>
                    <a:pt x="443848" y="2270"/>
                  </a:lnTo>
                  <a:lnTo>
                    <a:pt x="436326" y="569"/>
                  </a:lnTo>
                  <a:lnTo>
                    <a:pt x="436566" y="569"/>
                  </a:lnTo>
                  <a:lnTo>
                    <a:pt x="428752" y="0"/>
                  </a:lnTo>
                  <a:close/>
                </a:path>
                <a:path w="497840" h="144780">
                  <a:moveTo>
                    <a:pt x="456704" y="15620"/>
                  </a:moveTo>
                  <a:lnTo>
                    <a:pt x="428409" y="15620"/>
                  </a:lnTo>
                  <a:lnTo>
                    <a:pt x="435857" y="16426"/>
                  </a:lnTo>
                  <a:lnTo>
                    <a:pt x="443056" y="18827"/>
                  </a:lnTo>
                  <a:lnTo>
                    <a:pt x="450006" y="22800"/>
                  </a:lnTo>
                  <a:lnTo>
                    <a:pt x="456704" y="28320"/>
                  </a:lnTo>
                  <a:lnTo>
                    <a:pt x="456704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2162936"/>
              <a:ext cx="506615" cy="1534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9847" y="2164460"/>
            <a:ext cx="556895" cy="132715"/>
            <a:chOff x="1069847" y="2164460"/>
            <a:chExt cx="556895" cy="132715"/>
          </a:xfrm>
        </p:grpSpPr>
        <p:sp>
          <p:nvSpPr>
            <p:cNvPr id="12" name="object 12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404114" y="54990"/>
                  </a:moveTo>
                  <a:lnTo>
                    <a:pt x="385698" y="54990"/>
                  </a:lnTo>
                  <a:lnTo>
                    <a:pt x="390398" y="59689"/>
                  </a:lnTo>
                  <a:lnTo>
                    <a:pt x="390398" y="73532"/>
                  </a:lnTo>
                  <a:lnTo>
                    <a:pt x="363474" y="82803"/>
                  </a:lnTo>
                  <a:lnTo>
                    <a:pt x="358152" y="86105"/>
                  </a:lnTo>
                  <a:lnTo>
                    <a:pt x="351028" y="93979"/>
                  </a:lnTo>
                  <a:lnTo>
                    <a:pt x="349250" y="98425"/>
                  </a:lnTo>
                  <a:lnTo>
                    <a:pt x="349250" y="109092"/>
                  </a:lnTo>
                  <a:lnTo>
                    <a:pt x="351028" y="113664"/>
                  </a:lnTo>
                  <a:lnTo>
                    <a:pt x="354838" y="117347"/>
                  </a:lnTo>
                  <a:lnTo>
                    <a:pt x="358521" y="121030"/>
                  </a:lnTo>
                  <a:lnTo>
                    <a:pt x="363397" y="123062"/>
                  </a:lnTo>
                  <a:lnTo>
                    <a:pt x="375956" y="123062"/>
                  </a:lnTo>
                  <a:lnTo>
                    <a:pt x="383195" y="120395"/>
                  </a:lnTo>
                  <a:lnTo>
                    <a:pt x="383375" y="120395"/>
                  </a:lnTo>
                  <a:lnTo>
                    <a:pt x="390271" y="115062"/>
                  </a:lnTo>
                  <a:lnTo>
                    <a:pt x="417703" y="115062"/>
                  </a:lnTo>
                  <a:lnTo>
                    <a:pt x="417703" y="112013"/>
                  </a:lnTo>
                  <a:lnTo>
                    <a:pt x="372999" y="112013"/>
                  </a:lnTo>
                  <a:lnTo>
                    <a:pt x="370205" y="110997"/>
                  </a:lnTo>
                  <a:lnTo>
                    <a:pt x="368173" y="108838"/>
                  </a:lnTo>
                  <a:lnTo>
                    <a:pt x="366014" y="106806"/>
                  </a:lnTo>
                  <a:lnTo>
                    <a:pt x="364998" y="104139"/>
                  </a:lnTo>
                  <a:lnTo>
                    <a:pt x="364998" y="97536"/>
                  </a:lnTo>
                  <a:lnTo>
                    <a:pt x="390398" y="82041"/>
                  </a:lnTo>
                  <a:lnTo>
                    <a:pt x="406019" y="82041"/>
                  </a:lnTo>
                  <a:lnTo>
                    <a:pt x="406019" y="66801"/>
                  </a:lnTo>
                  <a:lnTo>
                    <a:pt x="405772" y="62364"/>
                  </a:lnTo>
                  <a:lnTo>
                    <a:pt x="405765" y="62229"/>
                  </a:lnTo>
                  <a:lnTo>
                    <a:pt x="405128" y="58197"/>
                  </a:lnTo>
                  <a:lnTo>
                    <a:pt x="405003" y="57403"/>
                  </a:lnTo>
                  <a:lnTo>
                    <a:pt x="404114" y="54990"/>
                  </a:lnTo>
                  <a:close/>
                </a:path>
                <a:path w="548005" h="123189">
                  <a:moveTo>
                    <a:pt x="417703" y="115062"/>
                  </a:moveTo>
                  <a:lnTo>
                    <a:pt x="390271" y="115062"/>
                  </a:lnTo>
                  <a:lnTo>
                    <a:pt x="391414" y="120395"/>
                  </a:lnTo>
                  <a:lnTo>
                    <a:pt x="395478" y="123062"/>
                  </a:lnTo>
                  <a:lnTo>
                    <a:pt x="404622" y="123062"/>
                  </a:lnTo>
                  <a:lnTo>
                    <a:pt x="406908" y="122681"/>
                  </a:lnTo>
                  <a:lnTo>
                    <a:pt x="409067" y="121792"/>
                  </a:lnTo>
                  <a:lnTo>
                    <a:pt x="411226" y="121030"/>
                  </a:lnTo>
                  <a:lnTo>
                    <a:pt x="414147" y="119379"/>
                  </a:lnTo>
                  <a:lnTo>
                    <a:pt x="417703" y="117093"/>
                  </a:lnTo>
                  <a:lnTo>
                    <a:pt x="417703" y="115062"/>
                  </a:lnTo>
                  <a:close/>
                </a:path>
                <a:path w="548005" h="123189">
                  <a:moveTo>
                    <a:pt x="406019" y="82041"/>
                  </a:moveTo>
                  <a:lnTo>
                    <a:pt x="390398" y="82041"/>
                  </a:lnTo>
                  <a:lnTo>
                    <a:pt x="390398" y="105790"/>
                  </a:lnTo>
                  <a:lnTo>
                    <a:pt x="386080" y="109981"/>
                  </a:lnTo>
                  <a:lnTo>
                    <a:pt x="381381" y="112013"/>
                  </a:lnTo>
                  <a:lnTo>
                    <a:pt x="417703" y="112013"/>
                  </a:lnTo>
                  <a:lnTo>
                    <a:pt x="417703" y="111632"/>
                  </a:lnTo>
                  <a:lnTo>
                    <a:pt x="406908" y="111632"/>
                  </a:lnTo>
                  <a:lnTo>
                    <a:pt x="406019" y="110362"/>
                  </a:lnTo>
                  <a:lnTo>
                    <a:pt x="406019" y="82041"/>
                  </a:lnTo>
                  <a:close/>
                </a:path>
                <a:path w="548005" h="123189">
                  <a:moveTo>
                    <a:pt x="417703" y="107441"/>
                  </a:moveTo>
                  <a:lnTo>
                    <a:pt x="414008" y="109981"/>
                  </a:lnTo>
                  <a:lnTo>
                    <a:pt x="413373" y="110362"/>
                  </a:lnTo>
                  <a:lnTo>
                    <a:pt x="410718" y="111632"/>
                  </a:lnTo>
                  <a:lnTo>
                    <a:pt x="417703" y="111632"/>
                  </a:lnTo>
                  <a:lnTo>
                    <a:pt x="417703" y="107441"/>
                  </a:lnTo>
                  <a:close/>
                </a:path>
                <a:path w="548005" h="123189">
                  <a:moveTo>
                    <a:pt x="385953" y="40004"/>
                  </a:moveTo>
                  <a:lnTo>
                    <a:pt x="377190" y="40004"/>
                  </a:lnTo>
                  <a:lnTo>
                    <a:pt x="369042" y="40693"/>
                  </a:lnTo>
                  <a:lnTo>
                    <a:pt x="361918" y="42751"/>
                  </a:lnTo>
                  <a:lnTo>
                    <a:pt x="355794" y="46166"/>
                  </a:lnTo>
                  <a:lnTo>
                    <a:pt x="350647" y="50926"/>
                  </a:lnTo>
                  <a:lnTo>
                    <a:pt x="350647" y="68199"/>
                  </a:lnTo>
                  <a:lnTo>
                    <a:pt x="356864" y="62364"/>
                  </a:lnTo>
                  <a:lnTo>
                    <a:pt x="363140" y="58197"/>
                  </a:lnTo>
                  <a:lnTo>
                    <a:pt x="369488" y="55697"/>
                  </a:lnTo>
                  <a:lnTo>
                    <a:pt x="374939" y="54990"/>
                  </a:lnTo>
                  <a:lnTo>
                    <a:pt x="404114" y="54990"/>
                  </a:lnTo>
                  <a:lnTo>
                    <a:pt x="401320" y="50164"/>
                  </a:lnTo>
                  <a:lnTo>
                    <a:pt x="399796" y="48259"/>
                  </a:lnTo>
                  <a:lnTo>
                    <a:pt x="398018" y="46862"/>
                  </a:lnTo>
                  <a:lnTo>
                    <a:pt x="392811" y="42290"/>
                  </a:lnTo>
                  <a:lnTo>
                    <a:pt x="385953" y="40004"/>
                  </a:lnTo>
                  <a:close/>
                </a:path>
                <a:path w="548005" h="123189">
                  <a:moveTo>
                    <a:pt x="332232" y="41528"/>
                  </a:moveTo>
                  <a:lnTo>
                    <a:pt x="316357" y="41528"/>
                  </a:lnTo>
                  <a:lnTo>
                    <a:pt x="316357" y="121665"/>
                  </a:lnTo>
                  <a:lnTo>
                    <a:pt x="332232" y="121665"/>
                  </a:lnTo>
                  <a:lnTo>
                    <a:pt x="332232" y="41528"/>
                  </a:lnTo>
                  <a:close/>
                </a:path>
                <a:path w="548005" h="123189">
                  <a:moveTo>
                    <a:pt x="213360" y="41528"/>
                  </a:moveTo>
                  <a:lnTo>
                    <a:pt x="197485" y="41528"/>
                  </a:lnTo>
                  <a:lnTo>
                    <a:pt x="197485" y="121665"/>
                  </a:lnTo>
                  <a:lnTo>
                    <a:pt x="213360" y="121665"/>
                  </a:lnTo>
                  <a:lnTo>
                    <a:pt x="213360" y="41528"/>
                  </a:lnTo>
                  <a:close/>
                </a:path>
                <a:path w="548005" h="123189">
                  <a:moveTo>
                    <a:pt x="447040" y="41528"/>
                  </a:moveTo>
                  <a:lnTo>
                    <a:pt x="431165" y="41528"/>
                  </a:lnTo>
                  <a:lnTo>
                    <a:pt x="431165" y="121665"/>
                  </a:lnTo>
                  <a:lnTo>
                    <a:pt x="447040" y="121665"/>
                  </a:lnTo>
                  <a:lnTo>
                    <a:pt x="447040" y="63500"/>
                  </a:lnTo>
                  <a:lnTo>
                    <a:pt x="450596" y="59689"/>
                  </a:lnTo>
                  <a:lnTo>
                    <a:pt x="453644" y="57022"/>
                  </a:lnTo>
                  <a:lnTo>
                    <a:pt x="459232" y="53975"/>
                  </a:lnTo>
                  <a:lnTo>
                    <a:pt x="462240" y="53222"/>
                  </a:lnTo>
                  <a:lnTo>
                    <a:pt x="493364" y="53222"/>
                  </a:lnTo>
                  <a:lnTo>
                    <a:pt x="492524" y="52069"/>
                  </a:lnTo>
                  <a:lnTo>
                    <a:pt x="447040" y="52069"/>
                  </a:lnTo>
                  <a:lnTo>
                    <a:pt x="447040" y="41528"/>
                  </a:lnTo>
                  <a:close/>
                </a:path>
                <a:path w="548005" h="123189">
                  <a:moveTo>
                    <a:pt x="493364" y="53222"/>
                  </a:moveTo>
                  <a:lnTo>
                    <a:pt x="471447" y="53222"/>
                  </a:lnTo>
                  <a:lnTo>
                    <a:pt x="475615" y="54990"/>
                  </a:lnTo>
                  <a:lnTo>
                    <a:pt x="478028" y="58546"/>
                  </a:lnTo>
                  <a:lnTo>
                    <a:pt x="480314" y="61975"/>
                  </a:lnTo>
                  <a:lnTo>
                    <a:pt x="481584" y="68199"/>
                  </a:lnTo>
                  <a:lnTo>
                    <a:pt x="481584" y="121665"/>
                  </a:lnTo>
                  <a:lnTo>
                    <a:pt x="497459" y="121665"/>
                  </a:lnTo>
                  <a:lnTo>
                    <a:pt x="497459" y="63500"/>
                  </a:lnTo>
                  <a:lnTo>
                    <a:pt x="503064" y="57022"/>
                  </a:lnTo>
                  <a:lnTo>
                    <a:pt x="505987" y="55371"/>
                  </a:lnTo>
                  <a:lnTo>
                    <a:pt x="507628" y="54482"/>
                  </a:lnTo>
                  <a:lnTo>
                    <a:pt x="494284" y="54482"/>
                  </a:lnTo>
                  <a:lnTo>
                    <a:pt x="493364" y="53222"/>
                  </a:lnTo>
                  <a:close/>
                </a:path>
                <a:path w="548005" h="123189">
                  <a:moveTo>
                    <a:pt x="543486" y="53593"/>
                  </a:moveTo>
                  <a:lnTo>
                    <a:pt x="520954" y="53593"/>
                  </a:lnTo>
                  <a:lnTo>
                    <a:pt x="524891" y="55371"/>
                  </a:lnTo>
                  <a:lnTo>
                    <a:pt x="527685" y="58927"/>
                  </a:lnTo>
                  <a:lnTo>
                    <a:pt x="530352" y="62483"/>
                  </a:lnTo>
                  <a:lnTo>
                    <a:pt x="531749" y="67563"/>
                  </a:lnTo>
                  <a:lnTo>
                    <a:pt x="531749" y="121665"/>
                  </a:lnTo>
                  <a:lnTo>
                    <a:pt x="547624" y="121665"/>
                  </a:lnTo>
                  <a:lnTo>
                    <a:pt x="547624" y="74421"/>
                  </a:lnTo>
                  <a:lnTo>
                    <a:pt x="547262" y="68199"/>
                  </a:lnTo>
                  <a:lnTo>
                    <a:pt x="547147" y="66228"/>
                  </a:lnTo>
                  <a:lnTo>
                    <a:pt x="545824" y="59689"/>
                  </a:lnTo>
                  <a:lnTo>
                    <a:pt x="545719" y="59166"/>
                  </a:lnTo>
                  <a:lnTo>
                    <a:pt x="543486" y="53593"/>
                  </a:lnTo>
                  <a:close/>
                </a:path>
                <a:path w="548005" h="123189">
                  <a:moveTo>
                    <a:pt x="528868" y="40004"/>
                  </a:moveTo>
                  <a:lnTo>
                    <a:pt x="519866" y="40004"/>
                  </a:lnTo>
                  <a:lnTo>
                    <a:pt x="513019" y="40909"/>
                  </a:lnTo>
                  <a:lnTo>
                    <a:pt x="513658" y="40909"/>
                  </a:lnTo>
                  <a:lnTo>
                    <a:pt x="508438" y="43037"/>
                  </a:lnTo>
                  <a:lnTo>
                    <a:pt x="507110" y="43624"/>
                  </a:lnTo>
                  <a:lnTo>
                    <a:pt x="502535" y="46809"/>
                  </a:lnTo>
                  <a:lnTo>
                    <a:pt x="500643" y="48148"/>
                  </a:lnTo>
                  <a:lnTo>
                    <a:pt x="494284" y="54482"/>
                  </a:lnTo>
                  <a:lnTo>
                    <a:pt x="507628" y="54482"/>
                  </a:lnTo>
                  <a:lnTo>
                    <a:pt x="509270" y="53593"/>
                  </a:lnTo>
                  <a:lnTo>
                    <a:pt x="543486" y="53593"/>
                  </a:lnTo>
                  <a:lnTo>
                    <a:pt x="543337" y="53222"/>
                  </a:lnTo>
                  <a:lnTo>
                    <a:pt x="540004" y="48387"/>
                  </a:lnTo>
                  <a:lnTo>
                    <a:pt x="535051" y="42671"/>
                  </a:lnTo>
                  <a:lnTo>
                    <a:pt x="528868" y="40004"/>
                  </a:lnTo>
                  <a:close/>
                </a:path>
                <a:path w="548005" h="123189">
                  <a:moveTo>
                    <a:pt x="470662" y="40004"/>
                  </a:moveTo>
                  <a:lnTo>
                    <a:pt x="463715" y="40909"/>
                  </a:lnTo>
                  <a:lnTo>
                    <a:pt x="464452" y="40909"/>
                  </a:lnTo>
                  <a:lnTo>
                    <a:pt x="458946" y="43037"/>
                  </a:lnTo>
                  <a:lnTo>
                    <a:pt x="453016" y="46809"/>
                  </a:lnTo>
                  <a:lnTo>
                    <a:pt x="447040" y="52069"/>
                  </a:lnTo>
                  <a:lnTo>
                    <a:pt x="492524" y="52069"/>
                  </a:lnTo>
                  <a:lnTo>
                    <a:pt x="489664" y="48148"/>
                  </a:lnTo>
                  <a:lnTo>
                    <a:pt x="484187" y="43624"/>
                  </a:lnTo>
                  <a:lnTo>
                    <a:pt x="477853" y="40909"/>
                  </a:lnTo>
                  <a:lnTo>
                    <a:pt x="470662" y="40004"/>
                  </a:lnTo>
                  <a:close/>
                </a:path>
                <a:path w="548005" h="123189">
                  <a:moveTo>
                    <a:pt x="326771" y="7874"/>
                  </a:moveTo>
                  <a:lnTo>
                    <a:pt x="321818" y="7874"/>
                  </a:lnTo>
                  <a:lnTo>
                    <a:pt x="319659" y="8889"/>
                  </a:lnTo>
                  <a:lnTo>
                    <a:pt x="317754" y="10667"/>
                  </a:lnTo>
                  <a:lnTo>
                    <a:pt x="315849" y="12572"/>
                  </a:lnTo>
                  <a:lnTo>
                    <a:pt x="314960" y="14731"/>
                  </a:lnTo>
                  <a:lnTo>
                    <a:pt x="315012" y="19812"/>
                  </a:lnTo>
                  <a:lnTo>
                    <a:pt x="315975" y="21970"/>
                  </a:lnTo>
                  <a:lnTo>
                    <a:pt x="319659" y="25653"/>
                  </a:lnTo>
                  <a:lnTo>
                    <a:pt x="321818" y="26669"/>
                  </a:lnTo>
                  <a:lnTo>
                    <a:pt x="326771" y="26669"/>
                  </a:lnTo>
                  <a:lnTo>
                    <a:pt x="329057" y="25653"/>
                  </a:lnTo>
                  <a:lnTo>
                    <a:pt x="330962" y="23875"/>
                  </a:lnTo>
                  <a:lnTo>
                    <a:pt x="332740" y="21970"/>
                  </a:lnTo>
                  <a:lnTo>
                    <a:pt x="333756" y="19812"/>
                  </a:lnTo>
                  <a:lnTo>
                    <a:pt x="333756" y="14731"/>
                  </a:lnTo>
                  <a:lnTo>
                    <a:pt x="332799" y="12572"/>
                  </a:lnTo>
                  <a:lnTo>
                    <a:pt x="331080" y="10667"/>
                  </a:lnTo>
                  <a:lnTo>
                    <a:pt x="329193" y="8889"/>
                  </a:lnTo>
                  <a:lnTo>
                    <a:pt x="329383" y="8889"/>
                  </a:lnTo>
                  <a:lnTo>
                    <a:pt x="326771" y="7874"/>
                  </a:lnTo>
                  <a:close/>
                </a:path>
                <a:path w="548005" h="123189">
                  <a:moveTo>
                    <a:pt x="207899" y="7874"/>
                  </a:moveTo>
                  <a:lnTo>
                    <a:pt x="202946" y="7874"/>
                  </a:lnTo>
                  <a:lnTo>
                    <a:pt x="200787" y="8889"/>
                  </a:lnTo>
                  <a:lnTo>
                    <a:pt x="198882" y="10667"/>
                  </a:lnTo>
                  <a:lnTo>
                    <a:pt x="196977" y="12572"/>
                  </a:lnTo>
                  <a:lnTo>
                    <a:pt x="196088" y="14731"/>
                  </a:lnTo>
                  <a:lnTo>
                    <a:pt x="196140" y="19812"/>
                  </a:lnTo>
                  <a:lnTo>
                    <a:pt x="197103" y="21970"/>
                  </a:lnTo>
                  <a:lnTo>
                    <a:pt x="200787" y="25653"/>
                  </a:lnTo>
                  <a:lnTo>
                    <a:pt x="202946" y="26669"/>
                  </a:lnTo>
                  <a:lnTo>
                    <a:pt x="207899" y="26669"/>
                  </a:lnTo>
                  <a:lnTo>
                    <a:pt x="210185" y="25653"/>
                  </a:lnTo>
                  <a:lnTo>
                    <a:pt x="212090" y="23875"/>
                  </a:lnTo>
                  <a:lnTo>
                    <a:pt x="213868" y="21970"/>
                  </a:lnTo>
                  <a:lnTo>
                    <a:pt x="214884" y="19812"/>
                  </a:lnTo>
                  <a:lnTo>
                    <a:pt x="214884" y="14731"/>
                  </a:lnTo>
                  <a:lnTo>
                    <a:pt x="213927" y="12572"/>
                  </a:lnTo>
                  <a:lnTo>
                    <a:pt x="212208" y="10667"/>
                  </a:lnTo>
                  <a:lnTo>
                    <a:pt x="210321" y="8889"/>
                  </a:lnTo>
                  <a:lnTo>
                    <a:pt x="210511" y="8889"/>
                  </a:lnTo>
                  <a:lnTo>
                    <a:pt x="207899" y="7874"/>
                  </a:lnTo>
                  <a:close/>
                </a:path>
                <a:path w="548005" h="123189">
                  <a:moveTo>
                    <a:pt x="292608" y="0"/>
                  </a:moveTo>
                  <a:lnTo>
                    <a:pt x="276733" y="0"/>
                  </a:lnTo>
                  <a:lnTo>
                    <a:pt x="276733" y="121665"/>
                  </a:lnTo>
                  <a:lnTo>
                    <a:pt x="292608" y="121665"/>
                  </a:lnTo>
                  <a:lnTo>
                    <a:pt x="292608" y="0"/>
                  </a:lnTo>
                  <a:close/>
                </a:path>
                <a:path w="548005" h="123189">
                  <a:moveTo>
                    <a:pt x="252984" y="0"/>
                  </a:moveTo>
                  <a:lnTo>
                    <a:pt x="237109" y="0"/>
                  </a:lnTo>
                  <a:lnTo>
                    <a:pt x="237109" y="121665"/>
                  </a:lnTo>
                  <a:lnTo>
                    <a:pt x="252984" y="121665"/>
                  </a:lnTo>
                  <a:lnTo>
                    <a:pt x="252984" y="0"/>
                  </a:lnTo>
                  <a:close/>
                </a:path>
                <a:path w="548005" h="123189">
                  <a:moveTo>
                    <a:pt x="17538" y="0"/>
                  </a:moveTo>
                  <a:lnTo>
                    <a:pt x="0" y="0"/>
                  </a:lnTo>
                  <a:lnTo>
                    <a:pt x="49021" y="122174"/>
                  </a:lnTo>
                  <a:lnTo>
                    <a:pt x="52755" y="122174"/>
                  </a:lnTo>
                  <a:lnTo>
                    <a:pt x="68282" y="83946"/>
                  </a:lnTo>
                  <a:lnTo>
                    <a:pt x="51066" y="83946"/>
                  </a:lnTo>
                  <a:lnTo>
                    <a:pt x="17538" y="0"/>
                  </a:lnTo>
                  <a:close/>
                </a:path>
                <a:path w="548005" h="123189">
                  <a:moveTo>
                    <a:pt x="110654" y="23240"/>
                  </a:moveTo>
                  <a:lnTo>
                    <a:pt x="92938" y="23240"/>
                  </a:lnTo>
                  <a:lnTo>
                    <a:pt x="132702" y="122174"/>
                  </a:lnTo>
                  <a:lnTo>
                    <a:pt x="136537" y="122174"/>
                  </a:lnTo>
                  <a:lnTo>
                    <a:pt x="151919" y="83946"/>
                  </a:lnTo>
                  <a:lnTo>
                    <a:pt x="135166" y="83946"/>
                  </a:lnTo>
                  <a:lnTo>
                    <a:pt x="110654" y="23240"/>
                  </a:lnTo>
                  <a:close/>
                </a:path>
                <a:path w="548005" h="123189">
                  <a:moveTo>
                    <a:pt x="101269" y="0"/>
                  </a:moveTo>
                  <a:lnTo>
                    <a:pt x="84797" y="0"/>
                  </a:lnTo>
                  <a:lnTo>
                    <a:pt x="51066" y="83946"/>
                  </a:lnTo>
                  <a:lnTo>
                    <a:pt x="68282" y="83946"/>
                  </a:lnTo>
                  <a:lnTo>
                    <a:pt x="92938" y="23240"/>
                  </a:lnTo>
                  <a:lnTo>
                    <a:pt x="110654" y="23240"/>
                  </a:lnTo>
                  <a:lnTo>
                    <a:pt x="101269" y="0"/>
                  </a:lnTo>
                  <a:close/>
                </a:path>
                <a:path w="548005" h="123189">
                  <a:moveTo>
                    <a:pt x="185699" y="0"/>
                  </a:moveTo>
                  <a:lnTo>
                    <a:pt x="168338" y="0"/>
                  </a:lnTo>
                  <a:lnTo>
                    <a:pt x="135166" y="83946"/>
                  </a:lnTo>
                  <a:lnTo>
                    <a:pt x="151919" y="83946"/>
                  </a:lnTo>
                  <a:lnTo>
                    <a:pt x="185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390398" y="82041"/>
                  </a:moveTo>
                  <a:lnTo>
                    <a:pt x="364998" y="97536"/>
                  </a:lnTo>
                  <a:lnTo>
                    <a:pt x="364998" y="100837"/>
                  </a:lnTo>
                  <a:lnTo>
                    <a:pt x="364998" y="104139"/>
                  </a:lnTo>
                  <a:lnTo>
                    <a:pt x="366014" y="106806"/>
                  </a:lnTo>
                  <a:lnTo>
                    <a:pt x="368173" y="108838"/>
                  </a:lnTo>
                  <a:lnTo>
                    <a:pt x="370205" y="110997"/>
                  </a:lnTo>
                  <a:lnTo>
                    <a:pt x="372999" y="112013"/>
                  </a:lnTo>
                  <a:lnTo>
                    <a:pt x="376428" y="112013"/>
                  </a:lnTo>
                  <a:lnTo>
                    <a:pt x="381381" y="112013"/>
                  </a:lnTo>
                  <a:lnTo>
                    <a:pt x="386080" y="109981"/>
                  </a:lnTo>
                  <a:lnTo>
                    <a:pt x="390398" y="105790"/>
                  </a:lnTo>
                  <a:lnTo>
                    <a:pt x="390398" y="82041"/>
                  </a:lnTo>
                  <a:close/>
                </a:path>
                <a:path w="548005" h="123189">
                  <a:moveTo>
                    <a:pt x="316357" y="41528"/>
                  </a:moveTo>
                  <a:lnTo>
                    <a:pt x="332232" y="41528"/>
                  </a:lnTo>
                  <a:lnTo>
                    <a:pt x="332232" y="121665"/>
                  </a:lnTo>
                  <a:lnTo>
                    <a:pt x="316357" y="121665"/>
                  </a:lnTo>
                  <a:lnTo>
                    <a:pt x="316357" y="41528"/>
                  </a:lnTo>
                  <a:close/>
                </a:path>
                <a:path w="548005" h="123189">
                  <a:moveTo>
                    <a:pt x="197485" y="41528"/>
                  </a:moveTo>
                  <a:lnTo>
                    <a:pt x="213360" y="41528"/>
                  </a:lnTo>
                  <a:lnTo>
                    <a:pt x="213360" y="121665"/>
                  </a:lnTo>
                  <a:lnTo>
                    <a:pt x="197485" y="121665"/>
                  </a:lnTo>
                  <a:lnTo>
                    <a:pt x="197485" y="41528"/>
                  </a:lnTo>
                  <a:close/>
                </a:path>
                <a:path w="548005" h="123189">
                  <a:moveTo>
                    <a:pt x="377190" y="40004"/>
                  </a:moveTo>
                  <a:lnTo>
                    <a:pt x="385953" y="40004"/>
                  </a:lnTo>
                  <a:lnTo>
                    <a:pt x="392811" y="42290"/>
                  </a:lnTo>
                  <a:lnTo>
                    <a:pt x="398018" y="46862"/>
                  </a:lnTo>
                  <a:lnTo>
                    <a:pt x="399796" y="48259"/>
                  </a:lnTo>
                  <a:lnTo>
                    <a:pt x="401320" y="50164"/>
                  </a:lnTo>
                  <a:lnTo>
                    <a:pt x="402717" y="52577"/>
                  </a:lnTo>
                  <a:lnTo>
                    <a:pt x="404114" y="54990"/>
                  </a:lnTo>
                  <a:lnTo>
                    <a:pt x="405003" y="57403"/>
                  </a:lnTo>
                  <a:lnTo>
                    <a:pt x="405384" y="59816"/>
                  </a:lnTo>
                  <a:lnTo>
                    <a:pt x="405765" y="62229"/>
                  </a:lnTo>
                  <a:lnTo>
                    <a:pt x="406019" y="66801"/>
                  </a:lnTo>
                  <a:lnTo>
                    <a:pt x="406019" y="73532"/>
                  </a:lnTo>
                  <a:lnTo>
                    <a:pt x="406019" y="107568"/>
                  </a:lnTo>
                  <a:lnTo>
                    <a:pt x="406019" y="110362"/>
                  </a:lnTo>
                  <a:lnTo>
                    <a:pt x="406908" y="111632"/>
                  </a:lnTo>
                  <a:lnTo>
                    <a:pt x="408813" y="111632"/>
                  </a:lnTo>
                  <a:lnTo>
                    <a:pt x="410718" y="111632"/>
                  </a:lnTo>
                  <a:lnTo>
                    <a:pt x="413639" y="110236"/>
                  </a:lnTo>
                  <a:lnTo>
                    <a:pt x="417703" y="107441"/>
                  </a:lnTo>
                  <a:lnTo>
                    <a:pt x="417703" y="117093"/>
                  </a:lnTo>
                  <a:lnTo>
                    <a:pt x="414147" y="119379"/>
                  </a:lnTo>
                  <a:lnTo>
                    <a:pt x="411226" y="121030"/>
                  </a:lnTo>
                  <a:lnTo>
                    <a:pt x="409067" y="121792"/>
                  </a:lnTo>
                  <a:lnTo>
                    <a:pt x="406908" y="122681"/>
                  </a:lnTo>
                  <a:lnTo>
                    <a:pt x="404622" y="123062"/>
                  </a:lnTo>
                  <a:lnTo>
                    <a:pt x="402209" y="123062"/>
                  </a:lnTo>
                  <a:lnTo>
                    <a:pt x="395478" y="123062"/>
                  </a:lnTo>
                  <a:lnTo>
                    <a:pt x="391414" y="120395"/>
                  </a:lnTo>
                  <a:lnTo>
                    <a:pt x="390271" y="115062"/>
                  </a:lnTo>
                  <a:lnTo>
                    <a:pt x="383540" y="120268"/>
                  </a:lnTo>
                  <a:lnTo>
                    <a:pt x="376301" y="122936"/>
                  </a:lnTo>
                  <a:lnTo>
                    <a:pt x="368681" y="122936"/>
                  </a:lnTo>
                  <a:lnTo>
                    <a:pt x="363093" y="122936"/>
                  </a:lnTo>
                  <a:lnTo>
                    <a:pt x="358521" y="121030"/>
                  </a:lnTo>
                  <a:lnTo>
                    <a:pt x="354838" y="117347"/>
                  </a:lnTo>
                  <a:lnTo>
                    <a:pt x="351028" y="113664"/>
                  </a:lnTo>
                  <a:lnTo>
                    <a:pt x="349250" y="109092"/>
                  </a:lnTo>
                  <a:lnTo>
                    <a:pt x="349250" y="103504"/>
                  </a:lnTo>
                  <a:lnTo>
                    <a:pt x="349250" y="98425"/>
                  </a:lnTo>
                  <a:lnTo>
                    <a:pt x="351028" y="93979"/>
                  </a:lnTo>
                  <a:lnTo>
                    <a:pt x="354711" y="89915"/>
                  </a:lnTo>
                  <a:lnTo>
                    <a:pt x="358267" y="85978"/>
                  </a:lnTo>
                  <a:lnTo>
                    <a:pt x="363474" y="82803"/>
                  </a:lnTo>
                  <a:lnTo>
                    <a:pt x="370078" y="80517"/>
                  </a:lnTo>
                  <a:lnTo>
                    <a:pt x="390398" y="73532"/>
                  </a:lnTo>
                  <a:lnTo>
                    <a:pt x="390398" y="69214"/>
                  </a:lnTo>
                  <a:lnTo>
                    <a:pt x="390398" y="59689"/>
                  </a:lnTo>
                  <a:lnTo>
                    <a:pt x="385572" y="54863"/>
                  </a:lnTo>
                  <a:lnTo>
                    <a:pt x="375920" y="54863"/>
                  </a:lnTo>
                  <a:lnTo>
                    <a:pt x="369488" y="55697"/>
                  </a:lnTo>
                  <a:lnTo>
                    <a:pt x="363140" y="58197"/>
                  </a:lnTo>
                  <a:lnTo>
                    <a:pt x="356864" y="62364"/>
                  </a:lnTo>
                  <a:lnTo>
                    <a:pt x="350647" y="68199"/>
                  </a:lnTo>
                  <a:lnTo>
                    <a:pt x="350647" y="50926"/>
                  </a:lnTo>
                  <a:lnTo>
                    <a:pt x="355794" y="46166"/>
                  </a:lnTo>
                  <a:lnTo>
                    <a:pt x="361918" y="42751"/>
                  </a:lnTo>
                  <a:lnTo>
                    <a:pt x="369042" y="40693"/>
                  </a:lnTo>
                  <a:lnTo>
                    <a:pt x="377190" y="40004"/>
                  </a:lnTo>
                  <a:close/>
                </a:path>
                <a:path w="548005" h="123189">
                  <a:moveTo>
                    <a:pt x="520827" y="39877"/>
                  </a:moveTo>
                  <a:lnTo>
                    <a:pt x="528574" y="39877"/>
                  </a:lnTo>
                  <a:lnTo>
                    <a:pt x="535051" y="42671"/>
                  </a:lnTo>
                  <a:lnTo>
                    <a:pt x="547624" y="74421"/>
                  </a:lnTo>
                  <a:lnTo>
                    <a:pt x="547624" y="121665"/>
                  </a:lnTo>
                  <a:lnTo>
                    <a:pt x="531749" y="121665"/>
                  </a:lnTo>
                  <a:lnTo>
                    <a:pt x="531749" y="74294"/>
                  </a:lnTo>
                  <a:lnTo>
                    <a:pt x="531749" y="67563"/>
                  </a:lnTo>
                  <a:lnTo>
                    <a:pt x="530352" y="62483"/>
                  </a:lnTo>
                  <a:lnTo>
                    <a:pt x="527685" y="58927"/>
                  </a:lnTo>
                  <a:lnTo>
                    <a:pt x="524891" y="55371"/>
                  </a:lnTo>
                  <a:lnTo>
                    <a:pt x="520954" y="53593"/>
                  </a:lnTo>
                  <a:lnTo>
                    <a:pt x="515874" y="53593"/>
                  </a:lnTo>
                  <a:lnTo>
                    <a:pt x="509270" y="53593"/>
                  </a:lnTo>
                  <a:lnTo>
                    <a:pt x="503174" y="56895"/>
                  </a:lnTo>
                  <a:lnTo>
                    <a:pt x="497459" y="63500"/>
                  </a:lnTo>
                  <a:lnTo>
                    <a:pt x="497459" y="121665"/>
                  </a:lnTo>
                  <a:lnTo>
                    <a:pt x="481584" y="121665"/>
                  </a:lnTo>
                  <a:lnTo>
                    <a:pt x="481584" y="77088"/>
                  </a:lnTo>
                  <a:lnTo>
                    <a:pt x="481584" y="68199"/>
                  </a:lnTo>
                  <a:lnTo>
                    <a:pt x="480314" y="61975"/>
                  </a:lnTo>
                  <a:lnTo>
                    <a:pt x="478028" y="58546"/>
                  </a:lnTo>
                  <a:lnTo>
                    <a:pt x="475615" y="54990"/>
                  </a:lnTo>
                  <a:lnTo>
                    <a:pt x="471424" y="53212"/>
                  </a:lnTo>
                  <a:lnTo>
                    <a:pt x="465582" y="53212"/>
                  </a:lnTo>
                  <a:lnTo>
                    <a:pt x="462280" y="53212"/>
                  </a:lnTo>
                  <a:lnTo>
                    <a:pt x="459232" y="53975"/>
                  </a:lnTo>
                  <a:lnTo>
                    <a:pt x="456438" y="55499"/>
                  </a:lnTo>
                  <a:lnTo>
                    <a:pt x="453644" y="57022"/>
                  </a:lnTo>
                  <a:lnTo>
                    <a:pt x="450596" y="59689"/>
                  </a:lnTo>
                  <a:lnTo>
                    <a:pt x="447040" y="63500"/>
                  </a:lnTo>
                  <a:lnTo>
                    <a:pt x="447040" y="121665"/>
                  </a:lnTo>
                  <a:lnTo>
                    <a:pt x="431165" y="121665"/>
                  </a:lnTo>
                  <a:lnTo>
                    <a:pt x="431165" y="41528"/>
                  </a:lnTo>
                  <a:lnTo>
                    <a:pt x="447040" y="41528"/>
                  </a:lnTo>
                  <a:lnTo>
                    <a:pt x="447040" y="52069"/>
                  </a:lnTo>
                  <a:lnTo>
                    <a:pt x="453016" y="46809"/>
                  </a:lnTo>
                  <a:lnTo>
                    <a:pt x="458946" y="43037"/>
                  </a:lnTo>
                  <a:lnTo>
                    <a:pt x="464827" y="40765"/>
                  </a:lnTo>
                  <a:lnTo>
                    <a:pt x="470662" y="40004"/>
                  </a:lnTo>
                  <a:lnTo>
                    <a:pt x="477853" y="40909"/>
                  </a:lnTo>
                  <a:lnTo>
                    <a:pt x="484187" y="43624"/>
                  </a:lnTo>
                  <a:lnTo>
                    <a:pt x="489664" y="48148"/>
                  </a:lnTo>
                  <a:lnTo>
                    <a:pt x="494284" y="54482"/>
                  </a:lnTo>
                  <a:lnTo>
                    <a:pt x="500717" y="48075"/>
                  </a:lnTo>
                  <a:lnTo>
                    <a:pt x="507269" y="43513"/>
                  </a:lnTo>
                  <a:lnTo>
                    <a:pt x="513965" y="40784"/>
                  </a:lnTo>
                  <a:lnTo>
                    <a:pt x="520827" y="39877"/>
                  </a:lnTo>
                  <a:close/>
                </a:path>
                <a:path w="548005" h="123189">
                  <a:moveTo>
                    <a:pt x="324231" y="7874"/>
                  </a:moveTo>
                  <a:lnTo>
                    <a:pt x="326771" y="7874"/>
                  </a:lnTo>
                  <a:lnTo>
                    <a:pt x="329057" y="8762"/>
                  </a:lnTo>
                  <a:lnTo>
                    <a:pt x="330962" y="10540"/>
                  </a:lnTo>
                  <a:lnTo>
                    <a:pt x="332740" y="12445"/>
                  </a:lnTo>
                  <a:lnTo>
                    <a:pt x="333756" y="14604"/>
                  </a:lnTo>
                  <a:lnTo>
                    <a:pt x="333756" y="17144"/>
                  </a:lnTo>
                  <a:lnTo>
                    <a:pt x="333756" y="19812"/>
                  </a:lnTo>
                  <a:lnTo>
                    <a:pt x="332740" y="21970"/>
                  </a:lnTo>
                  <a:lnTo>
                    <a:pt x="330962" y="23875"/>
                  </a:lnTo>
                  <a:lnTo>
                    <a:pt x="329057" y="25653"/>
                  </a:lnTo>
                  <a:lnTo>
                    <a:pt x="326771" y="26669"/>
                  </a:lnTo>
                  <a:lnTo>
                    <a:pt x="324231" y="26669"/>
                  </a:lnTo>
                  <a:lnTo>
                    <a:pt x="321818" y="26669"/>
                  </a:lnTo>
                  <a:lnTo>
                    <a:pt x="319659" y="25653"/>
                  </a:lnTo>
                  <a:lnTo>
                    <a:pt x="317754" y="23749"/>
                  </a:lnTo>
                  <a:lnTo>
                    <a:pt x="315849" y="21843"/>
                  </a:lnTo>
                  <a:lnTo>
                    <a:pt x="314960" y="19684"/>
                  </a:lnTo>
                  <a:lnTo>
                    <a:pt x="314960" y="17144"/>
                  </a:lnTo>
                  <a:lnTo>
                    <a:pt x="314960" y="14731"/>
                  </a:lnTo>
                  <a:lnTo>
                    <a:pt x="315849" y="12572"/>
                  </a:lnTo>
                  <a:lnTo>
                    <a:pt x="317754" y="10667"/>
                  </a:lnTo>
                  <a:lnTo>
                    <a:pt x="319659" y="8889"/>
                  </a:lnTo>
                  <a:lnTo>
                    <a:pt x="321818" y="7874"/>
                  </a:lnTo>
                  <a:lnTo>
                    <a:pt x="324231" y="7874"/>
                  </a:lnTo>
                  <a:close/>
                </a:path>
                <a:path w="548005" h="123189">
                  <a:moveTo>
                    <a:pt x="205359" y="7874"/>
                  </a:moveTo>
                  <a:lnTo>
                    <a:pt x="207899" y="7874"/>
                  </a:lnTo>
                  <a:lnTo>
                    <a:pt x="210185" y="8762"/>
                  </a:lnTo>
                  <a:lnTo>
                    <a:pt x="212090" y="10540"/>
                  </a:lnTo>
                  <a:lnTo>
                    <a:pt x="213868" y="12445"/>
                  </a:lnTo>
                  <a:lnTo>
                    <a:pt x="214884" y="14604"/>
                  </a:lnTo>
                  <a:lnTo>
                    <a:pt x="214884" y="17144"/>
                  </a:lnTo>
                  <a:lnTo>
                    <a:pt x="214884" y="19812"/>
                  </a:lnTo>
                  <a:lnTo>
                    <a:pt x="213868" y="21970"/>
                  </a:lnTo>
                  <a:lnTo>
                    <a:pt x="212090" y="23875"/>
                  </a:lnTo>
                  <a:lnTo>
                    <a:pt x="210185" y="25653"/>
                  </a:lnTo>
                  <a:lnTo>
                    <a:pt x="207899" y="26669"/>
                  </a:lnTo>
                  <a:lnTo>
                    <a:pt x="205359" y="26669"/>
                  </a:lnTo>
                  <a:lnTo>
                    <a:pt x="202946" y="26669"/>
                  </a:lnTo>
                  <a:lnTo>
                    <a:pt x="200787" y="25653"/>
                  </a:lnTo>
                  <a:lnTo>
                    <a:pt x="198882" y="23749"/>
                  </a:lnTo>
                  <a:lnTo>
                    <a:pt x="196977" y="21843"/>
                  </a:lnTo>
                  <a:lnTo>
                    <a:pt x="196088" y="19684"/>
                  </a:lnTo>
                  <a:lnTo>
                    <a:pt x="196088" y="17144"/>
                  </a:lnTo>
                  <a:lnTo>
                    <a:pt x="196088" y="14731"/>
                  </a:lnTo>
                  <a:lnTo>
                    <a:pt x="196977" y="12572"/>
                  </a:lnTo>
                  <a:lnTo>
                    <a:pt x="198882" y="10667"/>
                  </a:lnTo>
                  <a:lnTo>
                    <a:pt x="200787" y="8889"/>
                  </a:lnTo>
                  <a:lnTo>
                    <a:pt x="202946" y="7874"/>
                  </a:lnTo>
                  <a:lnTo>
                    <a:pt x="205359" y="7874"/>
                  </a:lnTo>
                  <a:close/>
                </a:path>
                <a:path w="548005" h="123189">
                  <a:moveTo>
                    <a:pt x="276733" y="0"/>
                  </a:moveTo>
                  <a:lnTo>
                    <a:pt x="292608" y="0"/>
                  </a:lnTo>
                  <a:lnTo>
                    <a:pt x="292608" y="121665"/>
                  </a:lnTo>
                  <a:lnTo>
                    <a:pt x="276733" y="121665"/>
                  </a:lnTo>
                  <a:lnTo>
                    <a:pt x="276733" y="0"/>
                  </a:lnTo>
                  <a:close/>
                </a:path>
                <a:path w="548005" h="123189">
                  <a:moveTo>
                    <a:pt x="237109" y="0"/>
                  </a:moveTo>
                  <a:lnTo>
                    <a:pt x="252984" y="0"/>
                  </a:lnTo>
                  <a:lnTo>
                    <a:pt x="252984" y="121665"/>
                  </a:lnTo>
                  <a:lnTo>
                    <a:pt x="237109" y="121665"/>
                  </a:lnTo>
                  <a:lnTo>
                    <a:pt x="237109" y="0"/>
                  </a:lnTo>
                  <a:close/>
                </a:path>
                <a:path w="548005" h="123189">
                  <a:moveTo>
                    <a:pt x="0" y="0"/>
                  </a:moveTo>
                  <a:lnTo>
                    <a:pt x="17538" y="0"/>
                  </a:lnTo>
                  <a:lnTo>
                    <a:pt x="51066" y="83946"/>
                  </a:lnTo>
                  <a:lnTo>
                    <a:pt x="84797" y="0"/>
                  </a:lnTo>
                  <a:lnTo>
                    <a:pt x="101269" y="0"/>
                  </a:lnTo>
                  <a:lnTo>
                    <a:pt x="135166" y="83946"/>
                  </a:lnTo>
                  <a:lnTo>
                    <a:pt x="168338" y="0"/>
                  </a:lnTo>
                  <a:lnTo>
                    <a:pt x="185699" y="0"/>
                  </a:lnTo>
                  <a:lnTo>
                    <a:pt x="136537" y="122174"/>
                  </a:lnTo>
                  <a:lnTo>
                    <a:pt x="132702" y="122174"/>
                  </a:lnTo>
                  <a:lnTo>
                    <a:pt x="92938" y="23240"/>
                  </a:lnTo>
                  <a:lnTo>
                    <a:pt x="52755" y="122174"/>
                  </a:lnTo>
                  <a:lnTo>
                    <a:pt x="49021" y="12217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422" y="2164333"/>
            <a:ext cx="535813" cy="1323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657" y="2162555"/>
            <a:ext cx="448437" cy="17360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9089" y="2164460"/>
            <a:ext cx="172212" cy="1320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3504" y="2164460"/>
            <a:ext cx="932307" cy="17170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6870" y="2164460"/>
            <a:ext cx="172212" cy="13208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7854" y="2164460"/>
            <a:ext cx="1067308" cy="17170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965" y="2162936"/>
            <a:ext cx="252349" cy="1337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745" y="2428113"/>
            <a:ext cx="1274953" cy="18694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5300" y="2886710"/>
            <a:ext cx="898271" cy="15354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516380" y="2887726"/>
            <a:ext cx="290195" cy="133350"/>
            <a:chOff x="1516380" y="2887726"/>
            <a:chExt cx="290195" cy="133350"/>
          </a:xfrm>
        </p:grpSpPr>
        <p:sp>
          <p:nvSpPr>
            <p:cNvPr id="24" name="object 24"/>
            <p:cNvSpPr/>
            <p:nvPr/>
          </p:nvSpPr>
          <p:spPr>
            <a:xfrm>
              <a:off x="1520952" y="2892298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66953" y="55625"/>
                  </a:moveTo>
                  <a:lnTo>
                    <a:pt x="248538" y="55625"/>
                  </a:lnTo>
                  <a:lnTo>
                    <a:pt x="253237" y="60325"/>
                  </a:lnTo>
                  <a:lnTo>
                    <a:pt x="253237" y="74167"/>
                  </a:lnTo>
                  <a:lnTo>
                    <a:pt x="226314" y="83438"/>
                  </a:lnTo>
                  <a:lnTo>
                    <a:pt x="220992" y="86740"/>
                  </a:lnTo>
                  <a:lnTo>
                    <a:pt x="213867" y="94614"/>
                  </a:lnTo>
                  <a:lnTo>
                    <a:pt x="212090" y="99060"/>
                  </a:lnTo>
                  <a:lnTo>
                    <a:pt x="212090" y="109727"/>
                  </a:lnTo>
                  <a:lnTo>
                    <a:pt x="213867" y="114300"/>
                  </a:lnTo>
                  <a:lnTo>
                    <a:pt x="217678" y="117982"/>
                  </a:lnTo>
                  <a:lnTo>
                    <a:pt x="221360" y="121665"/>
                  </a:lnTo>
                  <a:lnTo>
                    <a:pt x="226237" y="123698"/>
                  </a:lnTo>
                  <a:lnTo>
                    <a:pt x="238796" y="123698"/>
                  </a:lnTo>
                  <a:lnTo>
                    <a:pt x="246035" y="121030"/>
                  </a:lnTo>
                  <a:lnTo>
                    <a:pt x="246215" y="121030"/>
                  </a:lnTo>
                  <a:lnTo>
                    <a:pt x="253110" y="115697"/>
                  </a:lnTo>
                  <a:lnTo>
                    <a:pt x="280542" y="115697"/>
                  </a:lnTo>
                  <a:lnTo>
                    <a:pt x="280542" y="112649"/>
                  </a:lnTo>
                  <a:lnTo>
                    <a:pt x="235839" y="112649"/>
                  </a:lnTo>
                  <a:lnTo>
                    <a:pt x="233045" y="111632"/>
                  </a:lnTo>
                  <a:lnTo>
                    <a:pt x="231012" y="109474"/>
                  </a:lnTo>
                  <a:lnTo>
                    <a:pt x="228853" y="107441"/>
                  </a:lnTo>
                  <a:lnTo>
                    <a:pt x="227837" y="104775"/>
                  </a:lnTo>
                  <a:lnTo>
                    <a:pt x="227837" y="98171"/>
                  </a:lnTo>
                  <a:lnTo>
                    <a:pt x="253237" y="82676"/>
                  </a:lnTo>
                  <a:lnTo>
                    <a:pt x="268859" y="82676"/>
                  </a:lnTo>
                  <a:lnTo>
                    <a:pt x="268859" y="67437"/>
                  </a:lnTo>
                  <a:lnTo>
                    <a:pt x="268612" y="62999"/>
                  </a:lnTo>
                  <a:lnTo>
                    <a:pt x="268604" y="62864"/>
                  </a:lnTo>
                  <a:lnTo>
                    <a:pt x="267968" y="58832"/>
                  </a:lnTo>
                  <a:lnTo>
                    <a:pt x="267842" y="58038"/>
                  </a:lnTo>
                  <a:lnTo>
                    <a:pt x="266953" y="55625"/>
                  </a:lnTo>
                  <a:close/>
                </a:path>
                <a:path w="280669" h="123825">
                  <a:moveTo>
                    <a:pt x="280542" y="115697"/>
                  </a:moveTo>
                  <a:lnTo>
                    <a:pt x="253110" y="115697"/>
                  </a:lnTo>
                  <a:lnTo>
                    <a:pt x="254253" y="121030"/>
                  </a:lnTo>
                  <a:lnTo>
                    <a:pt x="258317" y="123698"/>
                  </a:lnTo>
                  <a:lnTo>
                    <a:pt x="267461" y="123698"/>
                  </a:lnTo>
                  <a:lnTo>
                    <a:pt x="269747" y="123316"/>
                  </a:lnTo>
                  <a:lnTo>
                    <a:pt x="271906" y="122427"/>
                  </a:lnTo>
                  <a:lnTo>
                    <a:pt x="274066" y="121665"/>
                  </a:lnTo>
                  <a:lnTo>
                    <a:pt x="276986" y="120014"/>
                  </a:lnTo>
                  <a:lnTo>
                    <a:pt x="280542" y="117728"/>
                  </a:lnTo>
                  <a:lnTo>
                    <a:pt x="280542" y="115697"/>
                  </a:lnTo>
                  <a:close/>
                </a:path>
                <a:path w="280669" h="123825">
                  <a:moveTo>
                    <a:pt x="268859" y="82676"/>
                  </a:moveTo>
                  <a:lnTo>
                    <a:pt x="253237" y="82676"/>
                  </a:lnTo>
                  <a:lnTo>
                    <a:pt x="253237" y="106425"/>
                  </a:lnTo>
                  <a:lnTo>
                    <a:pt x="248920" y="110616"/>
                  </a:lnTo>
                  <a:lnTo>
                    <a:pt x="244221" y="112649"/>
                  </a:lnTo>
                  <a:lnTo>
                    <a:pt x="280542" y="112649"/>
                  </a:lnTo>
                  <a:lnTo>
                    <a:pt x="280542" y="112267"/>
                  </a:lnTo>
                  <a:lnTo>
                    <a:pt x="269747" y="112267"/>
                  </a:lnTo>
                  <a:lnTo>
                    <a:pt x="268859" y="110998"/>
                  </a:lnTo>
                  <a:lnTo>
                    <a:pt x="268859" y="82676"/>
                  </a:lnTo>
                  <a:close/>
                </a:path>
                <a:path w="280669" h="123825">
                  <a:moveTo>
                    <a:pt x="280542" y="108076"/>
                  </a:moveTo>
                  <a:lnTo>
                    <a:pt x="276848" y="110616"/>
                  </a:lnTo>
                  <a:lnTo>
                    <a:pt x="276213" y="110998"/>
                  </a:lnTo>
                  <a:lnTo>
                    <a:pt x="273558" y="112267"/>
                  </a:lnTo>
                  <a:lnTo>
                    <a:pt x="280542" y="112267"/>
                  </a:lnTo>
                  <a:lnTo>
                    <a:pt x="280542" y="108076"/>
                  </a:lnTo>
                  <a:close/>
                </a:path>
                <a:path w="280669" h="123825">
                  <a:moveTo>
                    <a:pt x="248792" y="40639"/>
                  </a:moveTo>
                  <a:lnTo>
                    <a:pt x="240029" y="40639"/>
                  </a:lnTo>
                  <a:lnTo>
                    <a:pt x="231882" y="41328"/>
                  </a:lnTo>
                  <a:lnTo>
                    <a:pt x="224758" y="43386"/>
                  </a:lnTo>
                  <a:lnTo>
                    <a:pt x="218634" y="46801"/>
                  </a:lnTo>
                  <a:lnTo>
                    <a:pt x="213486" y="51562"/>
                  </a:lnTo>
                  <a:lnTo>
                    <a:pt x="213486" y="68834"/>
                  </a:lnTo>
                  <a:lnTo>
                    <a:pt x="219704" y="62999"/>
                  </a:lnTo>
                  <a:lnTo>
                    <a:pt x="225980" y="58832"/>
                  </a:lnTo>
                  <a:lnTo>
                    <a:pt x="232328" y="56332"/>
                  </a:lnTo>
                  <a:lnTo>
                    <a:pt x="237779" y="55625"/>
                  </a:lnTo>
                  <a:lnTo>
                    <a:pt x="266953" y="55625"/>
                  </a:lnTo>
                  <a:lnTo>
                    <a:pt x="264159" y="50800"/>
                  </a:lnTo>
                  <a:lnTo>
                    <a:pt x="262635" y="48894"/>
                  </a:lnTo>
                  <a:lnTo>
                    <a:pt x="260858" y="47498"/>
                  </a:lnTo>
                  <a:lnTo>
                    <a:pt x="255650" y="42925"/>
                  </a:lnTo>
                  <a:lnTo>
                    <a:pt x="248792" y="40639"/>
                  </a:lnTo>
                  <a:close/>
                </a:path>
                <a:path w="280669" h="123825">
                  <a:moveTo>
                    <a:pt x="144398" y="42163"/>
                  </a:moveTo>
                  <a:lnTo>
                    <a:pt x="128270" y="42163"/>
                  </a:lnTo>
                  <a:lnTo>
                    <a:pt x="128270" y="122300"/>
                  </a:lnTo>
                  <a:lnTo>
                    <a:pt x="144398" y="122300"/>
                  </a:lnTo>
                  <a:lnTo>
                    <a:pt x="144398" y="65150"/>
                  </a:lnTo>
                  <a:lnTo>
                    <a:pt x="149605" y="57657"/>
                  </a:lnTo>
                  <a:lnTo>
                    <a:pt x="155955" y="53848"/>
                  </a:lnTo>
                  <a:lnTo>
                    <a:pt x="191624" y="53848"/>
                  </a:lnTo>
                  <a:lnTo>
                    <a:pt x="190906" y="52450"/>
                  </a:lnTo>
                  <a:lnTo>
                    <a:pt x="144398" y="52450"/>
                  </a:lnTo>
                  <a:lnTo>
                    <a:pt x="144398" y="42163"/>
                  </a:lnTo>
                  <a:close/>
                </a:path>
                <a:path w="280669" h="123825">
                  <a:moveTo>
                    <a:pt x="191624" y="53848"/>
                  </a:moveTo>
                  <a:lnTo>
                    <a:pt x="169290" y="53848"/>
                  </a:lnTo>
                  <a:lnTo>
                    <a:pt x="173481" y="55625"/>
                  </a:lnTo>
                  <a:lnTo>
                    <a:pt x="176022" y="59181"/>
                  </a:lnTo>
                  <a:lnTo>
                    <a:pt x="178561" y="62611"/>
                  </a:lnTo>
                  <a:lnTo>
                    <a:pt x="179831" y="68452"/>
                  </a:lnTo>
                  <a:lnTo>
                    <a:pt x="179831" y="122300"/>
                  </a:lnTo>
                  <a:lnTo>
                    <a:pt x="195579" y="122300"/>
                  </a:lnTo>
                  <a:lnTo>
                    <a:pt x="195579" y="66801"/>
                  </a:lnTo>
                  <a:lnTo>
                    <a:pt x="194436" y="59689"/>
                  </a:lnTo>
                  <a:lnTo>
                    <a:pt x="192278" y="55117"/>
                  </a:lnTo>
                  <a:lnTo>
                    <a:pt x="191624" y="53848"/>
                  </a:lnTo>
                  <a:close/>
                </a:path>
                <a:path w="280669" h="123825">
                  <a:moveTo>
                    <a:pt x="173481" y="40639"/>
                  </a:moveTo>
                  <a:lnTo>
                    <a:pt x="168528" y="40639"/>
                  </a:lnTo>
                  <a:lnTo>
                    <a:pt x="161954" y="41378"/>
                  </a:lnTo>
                  <a:lnTo>
                    <a:pt x="155749" y="43592"/>
                  </a:lnTo>
                  <a:lnTo>
                    <a:pt x="149901" y="47283"/>
                  </a:lnTo>
                  <a:lnTo>
                    <a:pt x="144398" y="52450"/>
                  </a:lnTo>
                  <a:lnTo>
                    <a:pt x="190906" y="52450"/>
                  </a:lnTo>
                  <a:lnTo>
                    <a:pt x="189991" y="50673"/>
                  </a:lnTo>
                  <a:lnTo>
                    <a:pt x="186816" y="47116"/>
                  </a:lnTo>
                  <a:lnTo>
                    <a:pt x="182498" y="44576"/>
                  </a:lnTo>
                  <a:lnTo>
                    <a:pt x="178180" y="41910"/>
                  </a:lnTo>
                  <a:lnTo>
                    <a:pt x="173481" y="40639"/>
                  </a:lnTo>
                  <a:close/>
                </a:path>
                <a:path w="280669" h="123825">
                  <a:moveTo>
                    <a:pt x="64515" y="0"/>
                  </a:moveTo>
                  <a:lnTo>
                    <a:pt x="52196" y="0"/>
                  </a:lnTo>
                  <a:lnTo>
                    <a:pt x="0" y="122300"/>
                  </a:lnTo>
                  <a:lnTo>
                    <a:pt x="17906" y="122300"/>
                  </a:lnTo>
                  <a:lnTo>
                    <a:pt x="33146" y="86232"/>
                  </a:lnTo>
                  <a:lnTo>
                    <a:pt x="102931" y="86232"/>
                  </a:lnTo>
                  <a:lnTo>
                    <a:pt x="96029" y="70738"/>
                  </a:lnTo>
                  <a:lnTo>
                    <a:pt x="40004" y="70738"/>
                  </a:lnTo>
                  <a:lnTo>
                    <a:pt x="58165" y="26669"/>
                  </a:lnTo>
                  <a:lnTo>
                    <a:pt x="76397" y="26669"/>
                  </a:lnTo>
                  <a:lnTo>
                    <a:pt x="64515" y="0"/>
                  </a:lnTo>
                  <a:close/>
                </a:path>
                <a:path w="280669" h="123825">
                  <a:moveTo>
                    <a:pt x="102931" y="86232"/>
                  </a:moveTo>
                  <a:lnTo>
                    <a:pt x="84962" y="86232"/>
                  </a:lnTo>
                  <a:lnTo>
                    <a:pt x="101218" y="122300"/>
                  </a:lnTo>
                  <a:lnTo>
                    <a:pt x="118998" y="122300"/>
                  </a:lnTo>
                  <a:lnTo>
                    <a:pt x="102931" y="86232"/>
                  </a:lnTo>
                  <a:close/>
                </a:path>
                <a:path w="280669" h="123825">
                  <a:moveTo>
                    <a:pt x="76397" y="26669"/>
                  </a:moveTo>
                  <a:lnTo>
                    <a:pt x="58165" y="26669"/>
                  </a:lnTo>
                  <a:lnTo>
                    <a:pt x="77850" y="70738"/>
                  </a:lnTo>
                  <a:lnTo>
                    <a:pt x="96029" y="70738"/>
                  </a:lnTo>
                  <a:lnTo>
                    <a:pt x="76397" y="26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6380" y="2887726"/>
              <a:ext cx="289687" cy="132842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53641" y="2888360"/>
            <a:ext cx="85090" cy="13220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68525" y="2886836"/>
            <a:ext cx="204343" cy="15341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03551" y="2886710"/>
            <a:ext cx="735584" cy="15354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3882" y="2888360"/>
            <a:ext cx="508000" cy="13208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18788" y="2887726"/>
            <a:ext cx="158114" cy="13284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99203" y="2888360"/>
            <a:ext cx="124587" cy="13220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559680" y="2888360"/>
            <a:ext cx="953262" cy="1322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658865" y="2888360"/>
            <a:ext cx="165989" cy="13220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05485" y="3185414"/>
            <a:ext cx="4530953" cy="17335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8876" y="3613150"/>
            <a:ext cx="1193050" cy="17246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88922" y="3611879"/>
            <a:ext cx="446913" cy="17360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28417" y="3653790"/>
            <a:ext cx="81280" cy="9207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05710" y="3613784"/>
            <a:ext cx="439166" cy="17170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45205" y="3613784"/>
            <a:ext cx="172212" cy="13208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4191" y="3613784"/>
            <a:ext cx="964819" cy="17170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358385" y="3612260"/>
            <a:ext cx="250825" cy="13373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709414" y="3613658"/>
            <a:ext cx="422275" cy="13233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211698" y="3612260"/>
            <a:ext cx="608711" cy="17322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08711" y="3910965"/>
            <a:ext cx="1069771" cy="173228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508355" y="4336034"/>
            <a:ext cx="929640" cy="153670"/>
            <a:chOff x="508355" y="4336034"/>
            <a:chExt cx="929640" cy="153670"/>
          </a:xfrm>
        </p:grpSpPr>
        <p:sp>
          <p:nvSpPr>
            <p:cNvPr id="46" name="object 46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11758" y="100330"/>
                  </a:moveTo>
                  <a:lnTo>
                    <a:pt x="905281" y="100330"/>
                  </a:lnTo>
                  <a:lnTo>
                    <a:pt x="902741" y="101473"/>
                  </a:lnTo>
                  <a:lnTo>
                    <a:pt x="900582" y="103759"/>
                  </a:lnTo>
                  <a:lnTo>
                    <a:pt x="898550" y="106045"/>
                  </a:lnTo>
                  <a:lnTo>
                    <a:pt x="897407" y="108839"/>
                  </a:lnTo>
                  <a:lnTo>
                    <a:pt x="897407" y="117729"/>
                  </a:lnTo>
                  <a:lnTo>
                    <a:pt x="900582" y="121539"/>
                  </a:lnTo>
                  <a:lnTo>
                    <a:pt x="907113" y="123444"/>
                  </a:lnTo>
                  <a:lnTo>
                    <a:pt x="906674" y="123444"/>
                  </a:lnTo>
                  <a:lnTo>
                    <a:pt x="899439" y="141224"/>
                  </a:lnTo>
                  <a:lnTo>
                    <a:pt x="899439" y="144399"/>
                  </a:lnTo>
                  <a:lnTo>
                    <a:pt x="905916" y="142367"/>
                  </a:lnTo>
                  <a:lnTo>
                    <a:pt x="910996" y="138938"/>
                  </a:lnTo>
                  <a:lnTo>
                    <a:pt x="914679" y="133985"/>
                  </a:lnTo>
                  <a:lnTo>
                    <a:pt x="918362" y="129159"/>
                  </a:lnTo>
                  <a:lnTo>
                    <a:pt x="920267" y="123444"/>
                  </a:lnTo>
                  <a:lnTo>
                    <a:pt x="920267" y="112141"/>
                  </a:lnTo>
                  <a:lnTo>
                    <a:pt x="919124" y="108204"/>
                  </a:lnTo>
                  <a:lnTo>
                    <a:pt x="916838" y="105029"/>
                  </a:lnTo>
                  <a:lnTo>
                    <a:pt x="914679" y="101854"/>
                  </a:lnTo>
                  <a:lnTo>
                    <a:pt x="911758" y="100330"/>
                  </a:lnTo>
                  <a:close/>
                </a:path>
                <a:path w="920750" h="144779">
                  <a:moveTo>
                    <a:pt x="561962" y="1016"/>
                  </a:moveTo>
                  <a:lnTo>
                    <a:pt x="549719" y="1016"/>
                  </a:lnTo>
                  <a:lnTo>
                    <a:pt x="497484" y="123317"/>
                  </a:lnTo>
                  <a:lnTo>
                    <a:pt x="515378" y="123317"/>
                  </a:lnTo>
                  <a:lnTo>
                    <a:pt x="530567" y="87249"/>
                  </a:lnTo>
                  <a:lnTo>
                    <a:pt x="600413" y="87249"/>
                  </a:lnTo>
                  <a:lnTo>
                    <a:pt x="593504" y="71755"/>
                  </a:lnTo>
                  <a:lnTo>
                    <a:pt x="537489" y="71755"/>
                  </a:lnTo>
                  <a:lnTo>
                    <a:pt x="555688" y="27686"/>
                  </a:lnTo>
                  <a:lnTo>
                    <a:pt x="573854" y="27686"/>
                  </a:lnTo>
                  <a:lnTo>
                    <a:pt x="561962" y="1016"/>
                  </a:lnTo>
                  <a:close/>
                </a:path>
                <a:path w="920750" h="144779">
                  <a:moveTo>
                    <a:pt x="600413" y="87249"/>
                  </a:moveTo>
                  <a:lnTo>
                    <a:pt x="582460" y="87249"/>
                  </a:lnTo>
                  <a:lnTo>
                    <a:pt x="598678" y="123317"/>
                  </a:lnTo>
                  <a:lnTo>
                    <a:pt x="616496" y="123317"/>
                  </a:lnTo>
                  <a:lnTo>
                    <a:pt x="600413" y="87249"/>
                  </a:lnTo>
                  <a:close/>
                </a:path>
                <a:path w="920750" h="144779">
                  <a:moveTo>
                    <a:pt x="573854" y="27686"/>
                  </a:moveTo>
                  <a:lnTo>
                    <a:pt x="555688" y="27686"/>
                  </a:lnTo>
                  <a:lnTo>
                    <a:pt x="575310" y="71755"/>
                  </a:lnTo>
                  <a:lnTo>
                    <a:pt x="593504" y="71755"/>
                  </a:lnTo>
                  <a:lnTo>
                    <a:pt x="573854" y="27686"/>
                  </a:lnTo>
                  <a:close/>
                </a:path>
                <a:path w="920750" h="144779">
                  <a:moveTo>
                    <a:pt x="190106" y="1016"/>
                  </a:moveTo>
                  <a:lnTo>
                    <a:pt x="177863" y="1016"/>
                  </a:lnTo>
                  <a:lnTo>
                    <a:pt x="125628" y="123317"/>
                  </a:lnTo>
                  <a:lnTo>
                    <a:pt x="143522" y="123317"/>
                  </a:lnTo>
                  <a:lnTo>
                    <a:pt x="158711" y="87249"/>
                  </a:lnTo>
                  <a:lnTo>
                    <a:pt x="228557" y="87249"/>
                  </a:lnTo>
                  <a:lnTo>
                    <a:pt x="221648" y="71755"/>
                  </a:lnTo>
                  <a:lnTo>
                    <a:pt x="165633" y="71755"/>
                  </a:lnTo>
                  <a:lnTo>
                    <a:pt x="183832" y="27686"/>
                  </a:lnTo>
                  <a:lnTo>
                    <a:pt x="201998" y="27686"/>
                  </a:lnTo>
                  <a:lnTo>
                    <a:pt x="190106" y="1016"/>
                  </a:lnTo>
                  <a:close/>
                </a:path>
                <a:path w="920750" h="144779">
                  <a:moveTo>
                    <a:pt x="228557" y="87249"/>
                  </a:moveTo>
                  <a:lnTo>
                    <a:pt x="210604" y="87249"/>
                  </a:lnTo>
                  <a:lnTo>
                    <a:pt x="226822" y="123317"/>
                  </a:lnTo>
                  <a:lnTo>
                    <a:pt x="244640" y="123317"/>
                  </a:lnTo>
                  <a:lnTo>
                    <a:pt x="228557" y="87249"/>
                  </a:lnTo>
                  <a:close/>
                </a:path>
                <a:path w="920750" h="144779">
                  <a:moveTo>
                    <a:pt x="201998" y="27686"/>
                  </a:moveTo>
                  <a:lnTo>
                    <a:pt x="183832" y="27686"/>
                  </a:lnTo>
                  <a:lnTo>
                    <a:pt x="203454" y="71755"/>
                  </a:lnTo>
                  <a:lnTo>
                    <a:pt x="221648" y="71755"/>
                  </a:lnTo>
                  <a:lnTo>
                    <a:pt x="201998" y="2768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781456" y="17780"/>
                  </a:lnTo>
                  <a:lnTo>
                    <a:pt x="764233" y="49676"/>
                  </a:lnTo>
                  <a:lnTo>
                    <a:pt x="764186" y="49837"/>
                  </a:lnTo>
                  <a:lnTo>
                    <a:pt x="763097" y="62230"/>
                  </a:lnTo>
                  <a:lnTo>
                    <a:pt x="763041" y="62865"/>
                  </a:lnTo>
                  <a:lnTo>
                    <a:pt x="764170" y="75467"/>
                  </a:lnTo>
                  <a:lnTo>
                    <a:pt x="791064" y="114802"/>
                  </a:lnTo>
                  <a:lnTo>
                    <a:pt x="827176" y="124714"/>
                  </a:lnTo>
                  <a:lnTo>
                    <a:pt x="840942" y="123616"/>
                  </a:lnTo>
                  <a:lnTo>
                    <a:pt x="853481" y="120316"/>
                  </a:lnTo>
                  <a:lnTo>
                    <a:pt x="864806" y="114802"/>
                  </a:lnTo>
                  <a:lnTo>
                    <a:pt x="872769" y="108712"/>
                  </a:lnTo>
                  <a:lnTo>
                    <a:pt x="828319" y="108712"/>
                  </a:lnTo>
                  <a:lnTo>
                    <a:pt x="818576" y="107900"/>
                  </a:lnTo>
                  <a:lnTo>
                    <a:pt x="784425" y="80962"/>
                  </a:lnTo>
                  <a:lnTo>
                    <a:pt x="781075" y="62865"/>
                  </a:lnTo>
                  <a:lnTo>
                    <a:pt x="781910" y="53201"/>
                  </a:lnTo>
                  <a:lnTo>
                    <a:pt x="809651" y="19827"/>
                  </a:lnTo>
                  <a:lnTo>
                    <a:pt x="818752" y="17341"/>
                  </a:lnTo>
                  <a:lnTo>
                    <a:pt x="818581" y="17341"/>
                  </a:lnTo>
                  <a:lnTo>
                    <a:pt x="828827" y="16510"/>
                  </a:lnTo>
                  <a:lnTo>
                    <a:pt x="873427" y="16510"/>
                  </a:lnTo>
                  <a:lnTo>
                    <a:pt x="865105" y="10019"/>
                  </a:lnTo>
                  <a:lnTo>
                    <a:pt x="853941" y="4460"/>
                  </a:lnTo>
                  <a:lnTo>
                    <a:pt x="841586" y="1117"/>
                  </a:lnTo>
                  <a:lnTo>
                    <a:pt x="828065" y="0"/>
                  </a:lnTo>
                  <a:close/>
                </a:path>
                <a:path w="920750" h="144779">
                  <a:moveTo>
                    <a:pt x="873427" y="16510"/>
                  </a:moveTo>
                  <a:lnTo>
                    <a:pt x="828827" y="16510"/>
                  </a:lnTo>
                  <a:lnTo>
                    <a:pt x="838350" y="17341"/>
                  </a:lnTo>
                  <a:lnTo>
                    <a:pt x="847099" y="19827"/>
                  </a:lnTo>
                  <a:lnTo>
                    <a:pt x="875087" y="52917"/>
                  </a:lnTo>
                  <a:lnTo>
                    <a:pt x="875944" y="62230"/>
                  </a:lnTo>
                  <a:lnTo>
                    <a:pt x="875087" y="71731"/>
                  </a:lnTo>
                  <a:lnTo>
                    <a:pt x="846835" y="105457"/>
                  </a:lnTo>
                  <a:lnTo>
                    <a:pt x="846705" y="105457"/>
                  </a:lnTo>
                  <a:lnTo>
                    <a:pt x="838004" y="107900"/>
                  </a:lnTo>
                  <a:lnTo>
                    <a:pt x="837826" y="107900"/>
                  </a:lnTo>
                  <a:lnTo>
                    <a:pt x="828319" y="108712"/>
                  </a:lnTo>
                  <a:lnTo>
                    <a:pt x="872769" y="108712"/>
                  </a:lnTo>
                  <a:lnTo>
                    <a:pt x="892613" y="75628"/>
                  </a:lnTo>
                  <a:lnTo>
                    <a:pt x="893827" y="62865"/>
                  </a:lnTo>
                  <a:lnTo>
                    <a:pt x="893816" y="62230"/>
                  </a:lnTo>
                  <a:lnTo>
                    <a:pt x="892697" y="49837"/>
                  </a:lnTo>
                  <a:lnTo>
                    <a:pt x="892682" y="49676"/>
                  </a:lnTo>
                  <a:lnTo>
                    <a:pt x="889191" y="37988"/>
                  </a:lnTo>
                  <a:lnTo>
                    <a:pt x="888485" y="36673"/>
                  </a:lnTo>
                  <a:lnTo>
                    <a:pt x="883308" y="27306"/>
                  </a:lnTo>
                  <a:lnTo>
                    <a:pt x="875055" y="17780"/>
                  </a:lnTo>
                  <a:lnTo>
                    <a:pt x="873427" y="16510"/>
                  </a:lnTo>
                  <a:close/>
                </a:path>
                <a:path w="920750" h="144779">
                  <a:moveTo>
                    <a:pt x="644385" y="1651"/>
                  </a:moveTo>
                  <a:lnTo>
                    <a:pt x="630288" y="1651"/>
                  </a:lnTo>
                  <a:lnTo>
                    <a:pt x="630288" y="123317"/>
                  </a:lnTo>
                  <a:lnTo>
                    <a:pt x="646645" y="123317"/>
                  </a:lnTo>
                  <a:lnTo>
                    <a:pt x="646645" y="29718"/>
                  </a:lnTo>
                  <a:lnTo>
                    <a:pt x="668747" y="29718"/>
                  </a:lnTo>
                  <a:lnTo>
                    <a:pt x="644385" y="1651"/>
                  </a:lnTo>
                  <a:close/>
                </a:path>
                <a:path w="920750" h="144779">
                  <a:moveTo>
                    <a:pt x="668747" y="29718"/>
                  </a:moveTo>
                  <a:lnTo>
                    <a:pt x="646645" y="29718"/>
                  </a:lnTo>
                  <a:lnTo>
                    <a:pt x="727964" y="123317"/>
                  </a:lnTo>
                  <a:lnTo>
                    <a:pt x="742950" y="123317"/>
                  </a:lnTo>
                  <a:lnTo>
                    <a:pt x="742950" y="96139"/>
                  </a:lnTo>
                  <a:lnTo>
                    <a:pt x="726401" y="96139"/>
                  </a:lnTo>
                  <a:lnTo>
                    <a:pt x="668747" y="29718"/>
                  </a:lnTo>
                  <a:close/>
                </a:path>
                <a:path w="920750" h="144779">
                  <a:moveTo>
                    <a:pt x="742950" y="1651"/>
                  </a:moveTo>
                  <a:lnTo>
                    <a:pt x="726401" y="1651"/>
                  </a:lnTo>
                  <a:lnTo>
                    <a:pt x="726401" y="96139"/>
                  </a:lnTo>
                  <a:lnTo>
                    <a:pt x="742950" y="96139"/>
                  </a:lnTo>
                  <a:lnTo>
                    <a:pt x="742950" y="1651"/>
                  </a:lnTo>
                  <a:close/>
                </a:path>
                <a:path w="920750" h="144779">
                  <a:moveTo>
                    <a:pt x="272529" y="1651"/>
                  </a:moveTo>
                  <a:lnTo>
                    <a:pt x="258432" y="1651"/>
                  </a:lnTo>
                  <a:lnTo>
                    <a:pt x="258432" y="123317"/>
                  </a:lnTo>
                  <a:lnTo>
                    <a:pt x="274789" y="123317"/>
                  </a:lnTo>
                  <a:lnTo>
                    <a:pt x="274789" y="29718"/>
                  </a:lnTo>
                  <a:lnTo>
                    <a:pt x="296891" y="29718"/>
                  </a:lnTo>
                  <a:lnTo>
                    <a:pt x="272529" y="1651"/>
                  </a:lnTo>
                  <a:close/>
                </a:path>
                <a:path w="920750" h="144779">
                  <a:moveTo>
                    <a:pt x="296891" y="29718"/>
                  </a:moveTo>
                  <a:lnTo>
                    <a:pt x="274789" y="29718"/>
                  </a:lnTo>
                  <a:lnTo>
                    <a:pt x="356108" y="123317"/>
                  </a:lnTo>
                  <a:lnTo>
                    <a:pt x="371094" y="123317"/>
                  </a:lnTo>
                  <a:lnTo>
                    <a:pt x="371094" y="96139"/>
                  </a:lnTo>
                  <a:lnTo>
                    <a:pt x="354545" y="96139"/>
                  </a:lnTo>
                  <a:lnTo>
                    <a:pt x="296891" y="29718"/>
                  </a:lnTo>
                  <a:close/>
                </a:path>
                <a:path w="920750" h="144779">
                  <a:moveTo>
                    <a:pt x="371094" y="1651"/>
                  </a:moveTo>
                  <a:lnTo>
                    <a:pt x="354545" y="1651"/>
                  </a:lnTo>
                  <a:lnTo>
                    <a:pt x="354545" y="96139"/>
                  </a:lnTo>
                  <a:lnTo>
                    <a:pt x="371094" y="96139"/>
                  </a:lnTo>
                  <a:lnTo>
                    <a:pt x="371094" y="1651"/>
                  </a:lnTo>
                  <a:close/>
                </a:path>
                <a:path w="920750" h="144779">
                  <a:moveTo>
                    <a:pt x="16484" y="1651"/>
                  </a:moveTo>
                  <a:lnTo>
                    <a:pt x="0" y="1651"/>
                  </a:lnTo>
                  <a:lnTo>
                    <a:pt x="0" y="123317"/>
                  </a:lnTo>
                  <a:lnTo>
                    <a:pt x="17411" y="123317"/>
                  </a:lnTo>
                  <a:lnTo>
                    <a:pt x="17411" y="28702"/>
                  </a:lnTo>
                  <a:lnTo>
                    <a:pt x="38331" y="28702"/>
                  </a:lnTo>
                  <a:lnTo>
                    <a:pt x="16484" y="1651"/>
                  </a:lnTo>
                  <a:close/>
                </a:path>
                <a:path w="920750" h="144779">
                  <a:moveTo>
                    <a:pt x="113360" y="28702"/>
                  </a:moveTo>
                  <a:lnTo>
                    <a:pt x="95859" y="28702"/>
                  </a:lnTo>
                  <a:lnTo>
                    <a:pt x="95859" y="123317"/>
                  </a:lnTo>
                  <a:lnTo>
                    <a:pt x="113360" y="123317"/>
                  </a:lnTo>
                  <a:lnTo>
                    <a:pt x="113360" y="28702"/>
                  </a:lnTo>
                  <a:close/>
                </a:path>
                <a:path w="920750" h="144779">
                  <a:moveTo>
                    <a:pt x="38331" y="28702"/>
                  </a:moveTo>
                  <a:lnTo>
                    <a:pt x="17411" y="28702"/>
                  </a:lnTo>
                  <a:lnTo>
                    <a:pt x="55245" y="75692"/>
                  </a:lnTo>
                  <a:lnTo>
                    <a:pt x="58470" y="75692"/>
                  </a:lnTo>
                  <a:lnTo>
                    <a:pt x="77569" y="51689"/>
                  </a:lnTo>
                  <a:lnTo>
                    <a:pt x="56896" y="51689"/>
                  </a:lnTo>
                  <a:lnTo>
                    <a:pt x="38331" y="28702"/>
                  </a:lnTo>
                  <a:close/>
                </a:path>
                <a:path w="920750" h="144779">
                  <a:moveTo>
                    <a:pt x="113360" y="1651"/>
                  </a:moveTo>
                  <a:lnTo>
                    <a:pt x="97078" y="1651"/>
                  </a:lnTo>
                  <a:lnTo>
                    <a:pt x="56896" y="51689"/>
                  </a:lnTo>
                  <a:lnTo>
                    <a:pt x="77569" y="51689"/>
                  </a:lnTo>
                  <a:lnTo>
                    <a:pt x="95859" y="28702"/>
                  </a:lnTo>
                  <a:lnTo>
                    <a:pt x="113360" y="28702"/>
                  </a:lnTo>
                  <a:lnTo>
                    <a:pt x="113360" y="1651"/>
                  </a:lnTo>
                  <a:close/>
                </a:path>
                <a:path w="920750" h="144779">
                  <a:moveTo>
                    <a:pt x="493623" y="1524"/>
                  </a:moveTo>
                  <a:lnTo>
                    <a:pt x="388797" y="1524"/>
                  </a:lnTo>
                  <a:lnTo>
                    <a:pt x="388797" y="17018"/>
                  </a:lnTo>
                  <a:lnTo>
                    <a:pt x="461645" y="17018"/>
                  </a:lnTo>
                  <a:lnTo>
                    <a:pt x="383832" y="123317"/>
                  </a:lnTo>
                  <a:lnTo>
                    <a:pt x="493623" y="123317"/>
                  </a:lnTo>
                  <a:lnTo>
                    <a:pt x="493623" y="107823"/>
                  </a:lnTo>
                  <a:lnTo>
                    <a:pt x="415925" y="107823"/>
                  </a:lnTo>
                  <a:lnTo>
                    <a:pt x="493623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08202" y="100330"/>
                  </a:moveTo>
                  <a:lnTo>
                    <a:pt x="911758" y="100330"/>
                  </a:lnTo>
                  <a:lnTo>
                    <a:pt x="914679" y="101854"/>
                  </a:lnTo>
                  <a:lnTo>
                    <a:pt x="916838" y="105029"/>
                  </a:lnTo>
                  <a:lnTo>
                    <a:pt x="919124" y="108204"/>
                  </a:lnTo>
                  <a:lnTo>
                    <a:pt x="920267" y="112141"/>
                  </a:lnTo>
                  <a:lnTo>
                    <a:pt x="920267" y="117094"/>
                  </a:lnTo>
                  <a:lnTo>
                    <a:pt x="920267" y="123444"/>
                  </a:lnTo>
                  <a:lnTo>
                    <a:pt x="918362" y="129159"/>
                  </a:lnTo>
                  <a:lnTo>
                    <a:pt x="914679" y="133985"/>
                  </a:lnTo>
                  <a:lnTo>
                    <a:pt x="910996" y="138938"/>
                  </a:lnTo>
                  <a:lnTo>
                    <a:pt x="905916" y="142367"/>
                  </a:lnTo>
                  <a:lnTo>
                    <a:pt x="899439" y="144399"/>
                  </a:lnTo>
                  <a:lnTo>
                    <a:pt x="899439" y="141224"/>
                  </a:lnTo>
                  <a:lnTo>
                    <a:pt x="901979" y="138684"/>
                  </a:lnTo>
                  <a:lnTo>
                    <a:pt x="903757" y="136144"/>
                  </a:lnTo>
                  <a:lnTo>
                    <a:pt x="904900" y="133604"/>
                  </a:lnTo>
                  <a:lnTo>
                    <a:pt x="905916" y="131064"/>
                  </a:lnTo>
                  <a:lnTo>
                    <a:pt x="906551" y="127635"/>
                  </a:lnTo>
                  <a:lnTo>
                    <a:pt x="906678" y="123317"/>
                  </a:lnTo>
                  <a:lnTo>
                    <a:pt x="900582" y="121539"/>
                  </a:lnTo>
                  <a:lnTo>
                    <a:pt x="897407" y="117729"/>
                  </a:lnTo>
                  <a:lnTo>
                    <a:pt x="897407" y="111887"/>
                  </a:lnTo>
                  <a:lnTo>
                    <a:pt x="897407" y="108839"/>
                  </a:lnTo>
                  <a:lnTo>
                    <a:pt x="898550" y="106045"/>
                  </a:lnTo>
                  <a:lnTo>
                    <a:pt x="900582" y="103759"/>
                  </a:lnTo>
                  <a:lnTo>
                    <a:pt x="902741" y="101473"/>
                  </a:lnTo>
                  <a:lnTo>
                    <a:pt x="905281" y="100330"/>
                  </a:lnTo>
                  <a:lnTo>
                    <a:pt x="908202" y="100330"/>
                  </a:lnTo>
                  <a:close/>
                </a:path>
                <a:path w="920750" h="144779">
                  <a:moveTo>
                    <a:pt x="555688" y="27686"/>
                  </a:moveTo>
                  <a:lnTo>
                    <a:pt x="537489" y="71755"/>
                  </a:lnTo>
                  <a:lnTo>
                    <a:pt x="575310" y="71755"/>
                  </a:lnTo>
                  <a:lnTo>
                    <a:pt x="555688" y="27686"/>
                  </a:lnTo>
                  <a:close/>
                </a:path>
                <a:path w="920750" h="144779">
                  <a:moveTo>
                    <a:pt x="183832" y="27686"/>
                  </a:moveTo>
                  <a:lnTo>
                    <a:pt x="165633" y="71755"/>
                  </a:lnTo>
                  <a:lnTo>
                    <a:pt x="203454" y="71755"/>
                  </a:lnTo>
                  <a:lnTo>
                    <a:pt x="183832" y="27686"/>
                  </a:lnTo>
                  <a:close/>
                </a:path>
                <a:path w="920750" h="144779">
                  <a:moveTo>
                    <a:pt x="828827" y="16510"/>
                  </a:moveTo>
                  <a:lnTo>
                    <a:pt x="788629" y="36540"/>
                  </a:lnTo>
                  <a:lnTo>
                    <a:pt x="781075" y="62865"/>
                  </a:lnTo>
                  <a:lnTo>
                    <a:pt x="781910" y="72342"/>
                  </a:lnTo>
                  <a:lnTo>
                    <a:pt x="809713" y="105457"/>
                  </a:lnTo>
                  <a:lnTo>
                    <a:pt x="828319" y="108712"/>
                  </a:lnTo>
                  <a:lnTo>
                    <a:pt x="838082" y="107878"/>
                  </a:lnTo>
                  <a:lnTo>
                    <a:pt x="872515" y="80422"/>
                  </a:lnTo>
                  <a:lnTo>
                    <a:pt x="875944" y="62230"/>
                  </a:lnTo>
                  <a:lnTo>
                    <a:pt x="875087" y="52917"/>
                  </a:lnTo>
                  <a:lnTo>
                    <a:pt x="847099" y="19827"/>
                  </a:lnTo>
                  <a:lnTo>
                    <a:pt x="828827" y="16510"/>
                  </a:lnTo>
                  <a:close/>
                </a:path>
                <a:path w="920750" h="144779">
                  <a:moveTo>
                    <a:pt x="630288" y="1651"/>
                  </a:moveTo>
                  <a:lnTo>
                    <a:pt x="644385" y="1651"/>
                  </a:lnTo>
                  <a:lnTo>
                    <a:pt x="726401" y="96139"/>
                  </a:lnTo>
                  <a:lnTo>
                    <a:pt x="726401" y="1651"/>
                  </a:lnTo>
                  <a:lnTo>
                    <a:pt x="742950" y="1651"/>
                  </a:lnTo>
                  <a:lnTo>
                    <a:pt x="742950" y="123317"/>
                  </a:lnTo>
                  <a:lnTo>
                    <a:pt x="727964" y="123317"/>
                  </a:lnTo>
                  <a:lnTo>
                    <a:pt x="646645" y="29718"/>
                  </a:lnTo>
                  <a:lnTo>
                    <a:pt x="646645" y="123317"/>
                  </a:lnTo>
                  <a:lnTo>
                    <a:pt x="630288" y="123317"/>
                  </a:lnTo>
                  <a:lnTo>
                    <a:pt x="630288" y="1651"/>
                  </a:lnTo>
                  <a:close/>
                </a:path>
                <a:path w="920750" h="144779">
                  <a:moveTo>
                    <a:pt x="258432" y="1651"/>
                  </a:moveTo>
                  <a:lnTo>
                    <a:pt x="272529" y="1651"/>
                  </a:lnTo>
                  <a:lnTo>
                    <a:pt x="354545" y="96139"/>
                  </a:lnTo>
                  <a:lnTo>
                    <a:pt x="354545" y="1651"/>
                  </a:lnTo>
                  <a:lnTo>
                    <a:pt x="371094" y="1651"/>
                  </a:lnTo>
                  <a:lnTo>
                    <a:pt x="371094" y="123317"/>
                  </a:lnTo>
                  <a:lnTo>
                    <a:pt x="356108" y="123317"/>
                  </a:lnTo>
                  <a:lnTo>
                    <a:pt x="274789" y="29718"/>
                  </a:lnTo>
                  <a:lnTo>
                    <a:pt x="274789" y="123317"/>
                  </a:lnTo>
                  <a:lnTo>
                    <a:pt x="258432" y="123317"/>
                  </a:lnTo>
                  <a:lnTo>
                    <a:pt x="258432" y="1651"/>
                  </a:lnTo>
                  <a:close/>
                </a:path>
                <a:path w="920750" h="144779">
                  <a:moveTo>
                    <a:pt x="0" y="1651"/>
                  </a:moveTo>
                  <a:lnTo>
                    <a:pt x="16484" y="1651"/>
                  </a:lnTo>
                  <a:lnTo>
                    <a:pt x="56896" y="51689"/>
                  </a:lnTo>
                  <a:lnTo>
                    <a:pt x="97078" y="1651"/>
                  </a:lnTo>
                  <a:lnTo>
                    <a:pt x="113360" y="1651"/>
                  </a:lnTo>
                  <a:lnTo>
                    <a:pt x="113360" y="123317"/>
                  </a:lnTo>
                  <a:lnTo>
                    <a:pt x="95859" y="123317"/>
                  </a:lnTo>
                  <a:lnTo>
                    <a:pt x="95859" y="28702"/>
                  </a:lnTo>
                  <a:lnTo>
                    <a:pt x="58470" y="75692"/>
                  </a:lnTo>
                  <a:lnTo>
                    <a:pt x="55245" y="75692"/>
                  </a:lnTo>
                  <a:lnTo>
                    <a:pt x="17411" y="28702"/>
                  </a:lnTo>
                  <a:lnTo>
                    <a:pt x="17411" y="123317"/>
                  </a:lnTo>
                  <a:lnTo>
                    <a:pt x="0" y="123317"/>
                  </a:lnTo>
                  <a:lnTo>
                    <a:pt x="0" y="1651"/>
                  </a:lnTo>
                  <a:close/>
                </a:path>
                <a:path w="920750" h="144779">
                  <a:moveTo>
                    <a:pt x="388797" y="1524"/>
                  </a:moveTo>
                  <a:lnTo>
                    <a:pt x="493623" y="1524"/>
                  </a:lnTo>
                  <a:lnTo>
                    <a:pt x="415925" y="107823"/>
                  </a:lnTo>
                  <a:lnTo>
                    <a:pt x="493623" y="107823"/>
                  </a:lnTo>
                  <a:lnTo>
                    <a:pt x="493623" y="123317"/>
                  </a:lnTo>
                  <a:lnTo>
                    <a:pt x="383832" y="123317"/>
                  </a:lnTo>
                  <a:lnTo>
                    <a:pt x="461645" y="17018"/>
                  </a:lnTo>
                  <a:lnTo>
                    <a:pt x="388797" y="17018"/>
                  </a:lnTo>
                  <a:lnTo>
                    <a:pt x="388797" y="1524"/>
                  </a:lnTo>
                  <a:close/>
                </a:path>
                <a:path w="920750" h="144779">
                  <a:moveTo>
                    <a:pt x="549719" y="1016"/>
                  </a:moveTo>
                  <a:lnTo>
                    <a:pt x="561962" y="1016"/>
                  </a:lnTo>
                  <a:lnTo>
                    <a:pt x="616496" y="123317"/>
                  </a:lnTo>
                  <a:lnTo>
                    <a:pt x="598678" y="123317"/>
                  </a:lnTo>
                  <a:lnTo>
                    <a:pt x="582460" y="87249"/>
                  </a:lnTo>
                  <a:lnTo>
                    <a:pt x="530567" y="87249"/>
                  </a:lnTo>
                  <a:lnTo>
                    <a:pt x="515378" y="123317"/>
                  </a:lnTo>
                  <a:lnTo>
                    <a:pt x="497484" y="123317"/>
                  </a:lnTo>
                  <a:lnTo>
                    <a:pt x="549719" y="1016"/>
                  </a:lnTo>
                  <a:close/>
                </a:path>
                <a:path w="920750" h="144779">
                  <a:moveTo>
                    <a:pt x="177863" y="1016"/>
                  </a:moveTo>
                  <a:lnTo>
                    <a:pt x="190106" y="1016"/>
                  </a:lnTo>
                  <a:lnTo>
                    <a:pt x="244640" y="123317"/>
                  </a:lnTo>
                  <a:lnTo>
                    <a:pt x="226822" y="123317"/>
                  </a:lnTo>
                  <a:lnTo>
                    <a:pt x="210604" y="87249"/>
                  </a:lnTo>
                  <a:lnTo>
                    <a:pt x="158711" y="87249"/>
                  </a:lnTo>
                  <a:lnTo>
                    <a:pt x="143522" y="123317"/>
                  </a:lnTo>
                  <a:lnTo>
                    <a:pt x="125628" y="123317"/>
                  </a:lnTo>
                  <a:lnTo>
                    <a:pt x="177863" y="101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865105" y="10019"/>
                  </a:lnTo>
                  <a:lnTo>
                    <a:pt x="892682" y="49676"/>
                  </a:lnTo>
                  <a:lnTo>
                    <a:pt x="893851" y="62611"/>
                  </a:lnTo>
                  <a:lnTo>
                    <a:pt x="892662" y="75467"/>
                  </a:lnTo>
                  <a:lnTo>
                    <a:pt x="864806" y="114802"/>
                  </a:lnTo>
                  <a:lnTo>
                    <a:pt x="827176" y="124714"/>
                  </a:lnTo>
                  <a:lnTo>
                    <a:pt x="814012" y="123616"/>
                  </a:lnTo>
                  <a:lnTo>
                    <a:pt x="773328" y="97726"/>
                  </a:lnTo>
                  <a:lnTo>
                    <a:pt x="763041" y="62865"/>
                  </a:lnTo>
                  <a:lnTo>
                    <a:pt x="764186" y="49837"/>
                  </a:lnTo>
                  <a:lnTo>
                    <a:pt x="791310" y="10019"/>
                  </a:lnTo>
                  <a:lnTo>
                    <a:pt x="828065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43558" y="4337684"/>
            <a:ext cx="94361" cy="17183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752600" y="4337050"/>
            <a:ext cx="158115" cy="13284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039366" y="4337684"/>
            <a:ext cx="163957" cy="13220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328545" y="4336160"/>
            <a:ext cx="204343" cy="153416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2655189" y="4336034"/>
            <a:ext cx="777875" cy="153670"/>
            <a:chOff x="2655189" y="4336034"/>
            <a:chExt cx="777875" cy="153670"/>
          </a:xfrm>
        </p:grpSpPr>
        <p:sp>
          <p:nvSpPr>
            <p:cNvPr id="53" name="object 53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9840" y="100330"/>
                  </a:moveTo>
                  <a:lnTo>
                    <a:pt x="753363" y="100330"/>
                  </a:lnTo>
                  <a:lnTo>
                    <a:pt x="750824" y="101473"/>
                  </a:lnTo>
                  <a:lnTo>
                    <a:pt x="748664" y="103759"/>
                  </a:lnTo>
                  <a:lnTo>
                    <a:pt x="746633" y="106045"/>
                  </a:lnTo>
                  <a:lnTo>
                    <a:pt x="745489" y="108839"/>
                  </a:lnTo>
                  <a:lnTo>
                    <a:pt x="745489" y="117729"/>
                  </a:lnTo>
                  <a:lnTo>
                    <a:pt x="748664" y="121539"/>
                  </a:lnTo>
                  <a:lnTo>
                    <a:pt x="755196" y="123444"/>
                  </a:lnTo>
                  <a:lnTo>
                    <a:pt x="754757" y="123444"/>
                  </a:lnTo>
                  <a:lnTo>
                    <a:pt x="747522" y="141224"/>
                  </a:lnTo>
                  <a:lnTo>
                    <a:pt x="747522" y="144399"/>
                  </a:lnTo>
                  <a:lnTo>
                    <a:pt x="753999" y="142367"/>
                  </a:lnTo>
                  <a:lnTo>
                    <a:pt x="759078" y="138938"/>
                  </a:lnTo>
                  <a:lnTo>
                    <a:pt x="762762" y="133985"/>
                  </a:lnTo>
                  <a:lnTo>
                    <a:pt x="766444" y="129159"/>
                  </a:lnTo>
                  <a:lnTo>
                    <a:pt x="768350" y="123444"/>
                  </a:lnTo>
                  <a:lnTo>
                    <a:pt x="768350" y="112141"/>
                  </a:lnTo>
                  <a:lnTo>
                    <a:pt x="767206" y="108204"/>
                  </a:lnTo>
                  <a:lnTo>
                    <a:pt x="764921" y="105029"/>
                  </a:lnTo>
                  <a:lnTo>
                    <a:pt x="762762" y="101854"/>
                  </a:lnTo>
                  <a:lnTo>
                    <a:pt x="759840" y="100330"/>
                  </a:lnTo>
                  <a:close/>
                </a:path>
                <a:path w="768350" h="144779">
                  <a:moveTo>
                    <a:pt x="684402" y="1016"/>
                  </a:moveTo>
                  <a:lnTo>
                    <a:pt x="672084" y="1016"/>
                  </a:lnTo>
                  <a:lnTo>
                    <a:pt x="619887" y="123317"/>
                  </a:lnTo>
                  <a:lnTo>
                    <a:pt x="637793" y="123317"/>
                  </a:lnTo>
                  <a:lnTo>
                    <a:pt x="653034" y="87249"/>
                  </a:lnTo>
                  <a:lnTo>
                    <a:pt x="722818" y="87249"/>
                  </a:lnTo>
                  <a:lnTo>
                    <a:pt x="715916" y="71755"/>
                  </a:lnTo>
                  <a:lnTo>
                    <a:pt x="659891" y="71755"/>
                  </a:lnTo>
                  <a:lnTo>
                    <a:pt x="678052" y="27686"/>
                  </a:lnTo>
                  <a:lnTo>
                    <a:pt x="696284" y="27686"/>
                  </a:lnTo>
                  <a:lnTo>
                    <a:pt x="684402" y="1016"/>
                  </a:lnTo>
                  <a:close/>
                </a:path>
                <a:path w="768350" h="144779">
                  <a:moveTo>
                    <a:pt x="722818" y="87249"/>
                  </a:moveTo>
                  <a:lnTo>
                    <a:pt x="704850" y="87249"/>
                  </a:lnTo>
                  <a:lnTo>
                    <a:pt x="721105" y="123317"/>
                  </a:lnTo>
                  <a:lnTo>
                    <a:pt x="738886" y="123317"/>
                  </a:lnTo>
                  <a:lnTo>
                    <a:pt x="722818" y="87249"/>
                  </a:lnTo>
                  <a:close/>
                </a:path>
                <a:path w="768350" h="144779">
                  <a:moveTo>
                    <a:pt x="696284" y="27686"/>
                  </a:moveTo>
                  <a:lnTo>
                    <a:pt x="678052" y="27686"/>
                  </a:lnTo>
                  <a:lnTo>
                    <a:pt x="697738" y="71755"/>
                  </a:lnTo>
                  <a:lnTo>
                    <a:pt x="715916" y="71755"/>
                  </a:lnTo>
                  <a:lnTo>
                    <a:pt x="696284" y="27686"/>
                  </a:lnTo>
                  <a:close/>
                </a:path>
                <a:path w="768350" h="144779">
                  <a:moveTo>
                    <a:pt x="556132" y="1651"/>
                  </a:moveTo>
                  <a:lnTo>
                    <a:pt x="525652" y="1651"/>
                  </a:lnTo>
                  <a:lnTo>
                    <a:pt x="525652" y="123317"/>
                  </a:lnTo>
                  <a:lnTo>
                    <a:pt x="543051" y="123317"/>
                  </a:lnTo>
                  <a:lnTo>
                    <a:pt x="543051" y="70358"/>
                  </a:lnTo>
                  <a:lnTo>
                    <a:pt x="582041" y="70358"/>
                  </a:lnTo>
                  <a:lnTo>
                    <a:pt x="579501" y="68072"/>
                  </a:lnTo>
                  <a:lnTo>
                    <a:pt x="575690" y="65532"/>
                  </a:lnTo>
                  <a:lnTo>
                    <a:pt x="582294" y="62992"/>
                  </a:lnTo>
                  <a:lnTo>
                    <a:pt x="587375" y="59055"/>
                  </a:lnTo>
                  <a:lnTo>
                    <a:pt x="590308" y="54864"/>
                  </a:lnTo>
                  <a:lnTo>
                    <a:pt x="543051" y="54864"/>
                  </a:lnTo>
                  <a:lnTo>
                    <a:pt x="543051" y="16510"/>
                  </a:lnTo>
                  <a:lnTo>
                    <a:pt x="590539" y="16510"/>
                  </a:lnTo>
                  <a:lnTo>
                    <a:pt x="590103" y="15771"/>
                  </a:lnTo>
                  <a:lnTo>
                    <a:pt x="585343" y="10795"/>
                  </a:lnTo>
                  <a:lnTo>
                    <a:pt x="579439" y="6794"/>
                  </a:lnTo>
                  <a:lnTo>
                    <a:pt x="572595" y="3937"/>
                  </a:lnTo>
                  <a:lnTo>
                    <a:pt x="564822" y="2222"/>
                  </a:lnTo>
                  <a:lnTo>
                    <a:pt x="556132" y="1651"/>
                  </a:lnTo>
                  <a:close/>
                </a:path>
                <a:path w="768350" h="144779">
                  <a:moveTo>
                    <a:pt x="582041" y="70358"/>
                  </a:moveTo>
                  <a:lnTo>
                    <a:pt x="553212" y="70358"/>
                  </a:lnTo>
                  <a:lnTo>
                    <a:pt x="557276" y="70993"/>
                  </a:lnTo>
                  <a:lnTo>
                    <a:pt x="559688" y="72390"/>
                  </a:lnTo>
                  <a:lnTo>
                    <a:pt x="588899" y="109093"/>
                  </a:lnTo>
                  <a:lnTo>
                    <a:pt x="592327" y="113792"/>
                  </a:lnTo>
                  <a:lnTo>
                    <a:pt x="592931" y="114681"/>
                  </a:lnTo>
                  <a:lnTo>
                    <a:pt x="593216" y="115062"/>
                  </a:lnTo>
                  <a:lnTo>
                    <a:pt x="593343" y="115316"/>
                  </a:lnTo>
                  <a:lnTo>
                    <a:pt x="598677" y="123317"/>
                  </a:lnTo>
                  <a:lnTo>
                    <a:pt x="619378" y="123317"/>
                  </a:lnTo>
                  <a:lnTo>
                    <a:pt x="612901" y="114681"/>
                  </a:lnTo>
                  <a:lnTo>
                    <a:pt x="610362" y="111125"/>
                  </a:lnTo>
                  <a:lnTo>
                    <a:pt x="606933" y="105918"/>
                  </a:lnTo>
                  <a:lnTo>
                    <a:pt x="602741" y="99060"/>
                  </a:lnTo>
                  <a:lnTo>
                    <a:pt x="597979" y="91412"/>
                  </a:lnTo>
                  <a:lnTo>
                    <a:pt x="593788" y="85026"/>
                  </a:lnTo>
                  <a:lnTo>
                    <a:pt x="590168" y="79879"/>
                  </a:lnTo>
                  <a:lnTo>
                    <a:pt x="587120" y="75946"/>
                  </a:lnTo>
                  <a:lnTo>
                    <a:pt x="583311" y="71501"/>
                  </a:lnTo>
                  <a:lnTo>
                    <a:pt x="582041" y="70358"/>
                  </a:lnTo>
                  <a:close/>
                </a:path>
                <a:path w="768350" h="144779">
                  <a:moveTo>
                    <a:pt x="590539" y="16510"/>
                  </a:moveTo>
                  <a:lnTo>
                    <a:pt x="556768" y="16510"/>
                  </a:lnTo>
                  <a:lnTo>
                    <a:pt x="562863" y="17145"/>
                  </a:lnTo>
                  <a:lnTo>
                    <a:pt x="570230" y="19685"/>
                  </a:lnTo>
                  <a:lnTo>
                    <a:pt x="573151" y="21844"/>
                  </a:lnTo>
                  <a:lnTo>
                    <a:pt x="575182" y="25019"/>
                  </a:lnTo>
                  <a:lnTo>
                    <a:pt x="577239" y="28154"/>
                  </a:lnTo>
                  <a:lnTo>
                    <a:pt x="578231" y="31623"/>
                  </a:lnTo>
                  <a:lnTo>
                    <a:pt x="578231" y="39243"/>
                  </a:lnTo>
                  <a:lnTo>
                    <a:pt x="577373" y="42672"/>
                  </a:lnTo>
                  <a:lnTo>
                    <a:pt x="577341" y="42799"/>
                  </a:lnTo>
                  <a:lnTo>
                    <a:pt x="575437" y="45847"/>
                  </a:lnTo>
                  <a:lnTo>
                    <a:pt x="573658" y="48895"/>
                  </a:lnTo>
                  <a:lnTo>
                    <a:pt x="571119" y="51181"/>
                  </a:lnTo>
                  <a:lnTo>
                    <a:pt x="567816" y="52578"/>
                  </a:lnTo>
                  <a:lnTo>
                    <a:pt x="564514" y="54102"/>
                  </a:lnTo>
                  <a:lnTo>
                    <a:pt x="558419" y="54864"/>
                  </a:lnTo>
                  <a:lnTo>
                    <a:pt x="590308" y="54864"/>
                  </a:lnTo>
                  <a:lnTo>
                    <a:pt x="594400" y="48895"/>
                  </a:lnTo>
                  <a:lnTo>
                    <a:pt x="595338" y="45847"/>
                  </a:lnTo>
                  <a:lnTo>
                    <a:pt x="596227" y="42799"/>
                  </a:lnTo>
                  <a:lnTo>
                    <a:pt x="596264" y="35560"/>
                  </a:lnTo>
                  <a:lnTo>
                    <a:pt x="595576" y="28154"/>
                  </a:lnTo>
                  <a:lnTo>
                    <a:pt x="593607" y="21844"/>
                  </a:lnTo>
                  <a:lnTo>
                    <a:pt x="593518" y="21558"/>
                  </a:lnTo>
                  <a:lnTo>
                    <a:pt x="590539" y="16510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8414" y="17780"/>
                  </a:lnTo>
                  <a:lnTo>
                    <a:pt x="1191" y="49676"/>
                  </a:lnTo>
                  <a:lnTo>
                    <a:pt x="1144" y="49837"/>
                  </a:lnTo>
                  <a:lnTo>
                    <a:pt x="55" y="62230"/>
                  </a:lnTo>
                  <a:lnTo>
                    <a:pt x="0" y="62865"/>
                  </a:lnTo>
                  <a:lnTo>
                    <a:pt x="1128" y="75467"/>
                  </a:lnTo>
                  <a:lnTo>
                    <a:pt x="1143" y="75628"/>
                  </a:lnTo>
                  <a:lnTo>
                    <a:pt x="28023" y="114802"/>
                  </a:lnTo>
                  <a:lnTo>
                    <a:pt x="64134" y="124714"/>
                  </a:lnTo>
                  <a:lnTo>
                    <a:pt x="77900" y="123616"/>
                  </a:lnTo>
                  <a:lnTo>
                    <a:pt x="90439" y="120316"/>
                  </a:lnTo>
                  <a:lnTo>
                    <a:pt x="101764" y="114802"/>
                  </a:lnTo>
                  <a:lnTo>
                    <a:pt x="109728" y="108712"/>
                  </a:lnTo>
                  <a:lnTo>
                    <a:pt x="65277" y="108712"/>
                  </a:lnTo>
                  <a:lnTo>
                    <a:pt x="55534" y="107900"/>
                  </a:lnTo>
                  <a:lnTo>
                    <a:pt x="21383" y="80962"/>
                  </a:lnTo>
                  <a:lnTo>
                    <a:pt x="18033" y="62865"/>
                  </a:lnTo>
                  <a:lnTo>
                    <a:pt x="18869" y="53201"/>
                  </a:lnTo>
                  <a:lnTo>
                    <a:pt x="21383" y="44418"/>
                  </a:lnTo>
                  <a:lnTo>
                    <a:pt x="25517" y="36673"/>
                  </a:lnTo>
                  <a:lnTo>
                    <a:pt x="25588" y="36540"/>
                  </a:lnTo>
                  <a:lnTo>
                    <a:pt x="55711" y="17341"/>
                  </a:lnTo>
                  <a:lnTo>
                    <a:pt x="55540" y="17341"/>
                  </a:lnTo>
                  <a:lnTo>
                    <a:pt x="65786" y="16510"/>
                  </a:lnTo>
                  <a:lnTo>
                    <a:pt x="110385" y="16510"/>
                  </a:lnTo>
                  <a:lnTo>
                    <a:pt x="102064" y="10019"/>
                  </a:lnTo>
                  <a:lnTo>
                    <a:pt x="90900" y="4460"/>
                  </a:lnTo>
                  <a:lnTo>
                    <a:pt x="78545" y="1117"/>
                  </a:lnTo>
                  <a:lnTo>
                    <a:pt x="65024" y="0"/>
                  </a:lnTo>
                  <a:close/>
                </a:path>
                <a:path w="768350" h="144779">
                  <a:moveTo>
                    <a:pt x="110385" y="16510"/>
                  </a:moveTo>
                  <a:lnTo>
                    <a:pt x="65786" y="16510"/>
                  </a:lnTo>
                  <a:lnTo>
                    <a:pt x="75309" y="17341"/>
                  </a:lnTo>
                  <a:lnTo>
                    <a:pt x="84058" y="19827"/>
                  </a:lnTo>
                  <a:lnTo>
                    <a:pt x="112045" y="52917"/>
                  </a:lnTo>
                  <a:lnTo>
                    <a:pt x="112902" y="62230"/>
                  </a:lnTo>
                  <a:lnTo>
                    <a:pt x="112045" y="71731"/>
                  </a:lnTo>
                  <a:lnTo>
                    <a:pt x="83793" y="105457"/>
                  </a:lnTo>
                  <a:lnTo>
                    <a:pt x="83664" y="105457"/>
                  </a:lnTo>
                  <a:lnTo>
                    <a:pt x="74963" y="107900"/>
                  </a:lnTo>
                  <a:lnTo>
                    <a:pt x="74785" y="107900"/>
                  </a:lnTo>
                  <a:lnTo>
                    <a:pt x="65277" y="108712"/>
                  </a:lnTo>
                  <a:lnTo>
                    <a:pt x="109728" y="108712"/>
                  </a:lnTo>
                  <a:lnTo>
                    <a:pt x="129572" y="75628"/>
                  </a:lnTo>
                  <a:lnTo>
                    <a:pt x="130786" y="62865"/>
                  </a:lnTo>
                  <a:lnTo>
                    <a:pt x="130775" y="62230"/>
                  </a:lnTo>
                  <a:lnTo>
                    <a:pt x="129655" y="49837"/>
                  </a:lnTo>
                  <a:lnTo>
                    <a:pt x="129641" y="49676"/>
                  </a:lnTo>
                  <a:lnTo>
                    <a:pt x="126150" y="37988"/>
                  </a:lnTo>
                  <a:lnTo>
                    <a:pt x="125443" y="36673"/>
                  </a:lnTo>
                  <a:lnTo>
                    <a:pt x="120267" y="27306"/>
                  </a:lnTo>
                  <a:lnTo>
                    <a:pt x="112013" y="17780"/>
                  </a:lnTo>
                  <a:lnTo>
                    <a:pt x="110385" y="16510"/>
                  </a:lnTo>
                  <a:close/>
                </a:path>
                <a:path w="768350" h="144779">
                  <a:moveTo>
                    <a:pt x="498475" y="1651"/>
                  </a:moveTo>
                  <a:lnTo>
                    <a:pt x="481075" y="1651"/>
                  </a:lnTo>
                  <a:lnTo>
                    <a:pt x="481075" y="123317"/>
                  </a:lnTo>
                  <a:lnTo>
                    <a:pt x="498475" y="123317"/>
                  </a:lnTo>
                  <a:lnTo>
                    <a:pt x="498475" y="1651"/>
                  </a:lnTo>
                  <a:close/>
                </a:path>
                <a:path w="768350" h="144779">
                  <a:moveTo>
                    <a:pt x="459994" y="1651"/>
                  </a:moveTo>
                  <a:lnTo>
                    <a:pt x="391032" y="1651"/>
                  </a:lnTo>
                  <a:lnTo>
                    <a:pt x="391032" y="123190"/>
                  </a:lnTo>
                  <a:lnTo>
                    <a:pt x="461644" y="123190"/>
                  </a:lnTo>
                  <a:lnTo>
                    <a:pt x="461644" y="107696"/>
                  </a:lnTo>
                  <a:lnTo>
                    <a:pt x="408431" y="107696"/>
                  </a:lnTo>
                  <a:lnTo>
                    <a:pt x="408431" y="69850"/>
                  </a:lnTo>
                  <a:lnTo>
                    <a:pt x="458215" y="69850"/>
                  </a:lnTo>
                  <a:lnTo>
                    <a:pt x="458215" y="54229"/>
                  </a:lnTo>
                  <a:lnTo>
                    <a:pt x="408431" y="54229"/>
                  </a:lnTo>
                  <a:lnTo>
                    <a:pt x="408431" y="17145"/>
                  </a:lnTo>
                  <a:lnTo>
                    <a:pt x="459994" y="17145"/>
                  </a:lnTo>
                  <a:lnTo>
                    <a:pt x="459994" y="1651"/>
                  </a:lnTo>
                  <a:close/>
                </a:path>
                <a:path w="768350" h="144779">
                  <a:moveTo>
                    <a:pt x="286893" y="1651"/>
                  </a:moveTo>
                  <a:lnTo>
                    <a:pt x="269366" y="1651"/>
                  </a:lnTo>
                  <a:lnTo>
                    <a:pt x="321818" y="123825"/>
                  </a:lnTo>
                  <a:lnTo>
                    <a:pt x="325755" y="123825"/>
                  </a:lnTo>
                  <a:lnTo>
                    <a:pt x="341206" y="87122"/>
                  </a:lnTo>
                  <a:lnTo>
                    <a:pt x="323469" y="87122"/>
                  </a:lnTo>
                  <a:lnTo>
                    <a:pt x="286893" y="1651"/>
                  </a:lnTo>
                  <a:close/>
                </a:path>
                <a:path w="768350" h="144779">
                  <a:moveTo>
                    <a:pt x="377189" y="1651"/>
                  </a:moveTo>
                  <a:lnTo>
                    <a:pt x="359790" y="1651"/>
                  </a:lnTo>
                  <a:lnTo>
                    <a:pt x="323469" y="87122"/>
                  </a:lnTo>
                  <a:lnTo>
                    <a:pt x="341206" y="87122"/>
                  </a:lnTo>
                  <a:lnTo>
                    <a:pt x="377189" y="1651"/>
                  </a:lnTo>
                  <a:close/>
                </a:path>
                <a:path w="768350" h="144779">
                  <a:moveTo>
                    <a:pt x="256158" y="1651"/>
                  </a:moveTo>
                  <a:lnTo>
                    <a:pt x="238759" y="1651"/>
                  </a:lnTo>
                  <a:lnTo>
                    <a:pt x="238759" y="123317"/>
                  </a:lnTo>
                  <a:lnTo>
                    <a:pt x="256158" y="123317"/>
                  </a:lnTo>
                  <a:lnTo>
                    <a:pt x="256158" y="1651"/>
                  </a:lnTo>
                  <a:close/>
                </a:path>
                <a:path w="768350" h="144779">
                  <a:moveTo>
                    <a:pt x="169163" y="1651"/>
                  </a:moveTo>
                  <a:lnTo>
                    <a:pt x="151764" y="1651"/>
                  </a:lnTo>
                  <a:lnTo>
                    <a:pt x="151764" y="123317"/>
                  </a:lnTo>
                  <a:lnTo>
                    <a:pt x="223900" y="123317"/>
                  </a:lnTo>
                  <a:lnTo>
                    <a:pt x="223900" y="107442"/>
                  </a:lnTo>
                  <a:lnTo>
                    <a:pt x="169163" y="107442"/>
                  </a:lnTo>
                  <a:lnTo>
                    <a:pt x="169163" y="1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6285" y="100330"/>
                  </a:moveTo>
                  <a:lnTo>
                    <a:pt x="759840" y="100330"/>
                  </a:lnTo>
                  <a:lnTo>
                    <a:pt x="762762" y="101854"/>
                  </a:lnTo>
                  <a:lnTo>
                    <a:pt x="764921" y="105029"/>
                  </a:lnTo>
                  <a:lnTo>
                    <a:pt x="767206" y="108204"/>
                  </a:lnTo>
                  <a:lnTo>
                    <a:pt x="768350" y="112141"/>
                  </a:lnTo>
                  <a:lnTo>
                    <a:pt x="768350" y="117094"/>
                  </a:lnTo>
                  <a:lnTo>
                    <a:pt x="768350" y="123444"/>
                  </a:lnTo>
                  <a:lnTo>
                    <a:pt x="766444" y="129159"/>
                  </a:lnTo>
                  <a:lnTo>
                    <a:pt x="762762" y="133985"/>
                  </a:lnTo>
                  <a:lnTo>
                    <a:pt x="759078" y="138938"/>
                  </a:lnTo>
                  <a:lnTo>
                    <a:pt x="753999" y="142367"/>
                  </a:lnTo>
                  <a:lnTo>
                    <a:pt x="747522" y="144399"/>
                  </a:lnTo>
                  <a:lnTo>
                    <a:pt x="747522" y="141224"/>
                  </a:lnTo>
                  <a:lnTo>
                    <a:pt x="750062" y="138684"/>
                  </a:lnTo>
                  <a:lnTo>
                    <a:pt x="751839" y="136144"/>
                  </a:lnTo>
                  <a:lnTo>
                    <a:pt x="752983" y="133604"/>
                  </a:lnTo>
                  <a:lnTo>
                    <a:pt x="753999" y="131064"/>
                  </a:lnTo>
                  <a:lnTo>
                    <a:pt x="754634" y="127635"/>
                  </a:lnTo>
                  <a:lnTo>
                    <a:pt x="754761" y="123317"/>
                  </a:lnTo>
                  <a:lnTo>
                    <a:pt x="748664" y="121539"/>
                  </a:lnTo>
                  <a:lnTo>
                    <a:pt x="745489" y="117729"/>
                  </a:lnTo>
                  <a:lnTo>
                    <a:pt x="745489" y="111887"/>
                  </a:lnTo>
                  <a:lnTo>
                    <a:pt x="745489" y="108839"/>
                  </a:lnTo>
                  <a:lnTo>
                    <a:pt x="746633" y="106045"/>
                  </a:lnTo>
                  <a:lnTo>
                    <a:pt x="748664" y="103759"/>
                  </a:lnTo>
                  <a:lnTo>
                    <a:pt x="750824" y="101473"/>
                  </a:lnTo>
                  <a:lnTo>
                    <a:pt x="753363" y="100330"/>
                  </a:lnTo>
                  <a:lnTo>
                    <a:pt x="756285" y="100330"/>
                  </a:lnTo>
                  <a:close/>
                </a:path>
                <a:path w="768350" h="144779">
                  <a:moveTo>
                    <a:pt x="678052" y="27686"/>
                  </a:moveTo>
                  <a:lnTo>
                    <a:pt x="659891" y="71755"/>
                  </a:lnTo>
                  <a:lnTo>
                    <a:pt x="697738" y="71755"/>
                  </a:lnTo>
                  <a:lnTo>
                    <a:pt x="678052" y="27686"/>
                  </a:lnTo>
                  <a:close/>
                </a:path>
                <a:path w="768350" h="144779">
                  <a:moveTo>
                    <a:pt x="543051" y="16510"/>
                  </a:moveTo>
                  <a:lnTo>
                    <a:pt x="543051" y="54864"/>
                  </a:lnTo>
                  <a:lnTo>
                    <a:pt x="549656" y="54864"/>
                  </a:lnTo>
                  <a:lnTo>
                    <a:pt x="558419" y="54864"/>
                  </a:lnTo>
                  <a:lnTo>
                    <a:pt x="564514" y="54102"/>
                  </a:lnTo>
                  <a:lnTo>
                    <a:pt x="567816" y="52578"/>
                  </a:lnTo>
                  <a:lnTo>
                    <a:pt x="571119" y="51181"/>
                  </a:lnTo>
                  <a:lnTo>
                    <a:pt x="573658" y="48895"/>
                  </a:lnTo>
                  <a:lnTo>
                    <a:pt x="575437" y="45847"/>
                  </a:lnTo>
                  <a:lnTo>
                    <a:pt x="577341" y="42799"/>
                  </a:lnTo>
                  <a:lnTo>
                    <a:pt x="578231" y="39243"/>
                  </a:lnTo>
                  <a:lnTo>
                    <a:pt x="578231" y="35433"/>
                  </a:lnTo>
                  <a:lnTo>
                    <a:pt x="578231" y="31623"/>
                  </a:lnTo>
                  <a:lnTo>
                    <a:pt x="577214" y="28067"/>
                  </a:lnTo>
                  <a:lnTo>
                    <a:pt x="575182" y="25019"/>
                  </a:lnTo>
                  <a:lnTo>
                    <a:pt x="573151" y="21844"/>
                  </a:lnTo>
                  <a:lnTo>
                    <a:pt x="570230" y="19685"/>
                  </a:lnTo>
                  <a:lnTo>
                    <a:pt x="566546" y="18415"/>
                  </a:lnTo>
                  <a:lnTo>
                    <a:pt x="562863" y="17145"/>
                  </a:lnTo>
                  <a:lnTo>
                    <a:pt x="556768" y="16510"/>
                  </a:lnTo>
                  <a:lnTo>
                    <a:pt x="548258" y="16510"/>
                  </a:lnTo>
                  <a:lnTo>
                    <a:pt x="543051" y="16510"/>
                  </a:lnTo>
                  <a:close/>
                </a:path>
                <a:path w="768350" h="144779">
                  <a:moveTo>
                    <a:pt x="65786" y="16510"/>
                  </a:moveTo>
                  <a:lnTo>
                    <a:pt x="25588" y="36540"/>
                  </a:lnTo>
                  <a:lnTo>
                    <a:pt x="18033" y="62865"/>
                  </a:lnTo>
                  <a:lnTo>
                    <a:pt x="18869" y="72342"/>
                  </a:lnTo>
                  <a:lnTo>
                    <a:pt x="46672" y="105457"/>
                  </a:lnTo>
                  <a:lnTo>
                    <a:pt x="65277" y="108712"/>
                  </a:lnTo>
                  <a:lnTo>
                    <a:pt x="75041" y="107878"/>
                  </a:lnTo>
                  <a:lnTo>
                    <a:pt x="109474" y="80422"/>
                  </a:lnTo>
                  <a:lnTo>
                    <a:pt x="112902" y="62230"/>
                  </a:lnTo>
                  <a:lnTo>
                    <a:pt x="112045" y="52917"/>
                  </a:lnTo>
                  <a:lnTo>
                    <a:pt x="84058" y="19827"/>
                  </a:lnTo>
                  <a:lnTo>
                    <a:pt x="65786" y="16510"/>
                  </a:lnTo>
                  <a:close/>
                </a:path>
                <a:path w="768350" h="144779">
                  <a:moveTo>
                    <a:pt x="525652" y="1651"/>
                  </a:moveTo>
                  <a:lnTo>
                    <a:pt x="556132" y="1651"/>
                  </a:lnTo>
                  <a:lnTo>
                    <a:pt x="564822" y="2222"/>
                  </a:lnTo>
                  <a:lnTo>
                    <a:pt x="595576" y="28154"/>
                  </a:lnTo>
                  <a:lnTo>
                    <a:pt x="596264" y="35560"/>
                  </a:lnTo>
                  <a:lnTo>
                    <a:pt x="596264" y="42672"/>
                  </a:lnTo>
                  <a:lnTo>
                    <a:pt x="575690" y="65532"/>
                  </a:lnTo>
                  <a:lnTo>
                    <a:pt x="579501" y="68072"/>
                  </a:lnTo>
                  <a:lnTo>
                    <a:pt x="602741" y="99060"/>
                  </a:lnTo>
                  <a:lnTo>
                    <a:pt x="606933" y="105918"/>
                  </a:lnTo>
                  <a:lnTo>
                    <a:pt x="610362" y="111125"/>
                  </a:lnTo>
                  <a:lnTo>
                    <a:pt x="612901" y="114681"/>
                  </a:lnTo>
                  <a:lnTo>
                    <a:pt x="619378" y="123317"/>
                  </a:lnTo>
                  <a:lnTo>
                    <a:pt x="598677" y="123317"/>
                  </a:lnTo>
                  <a:lnTo>
                    <a:pt x="593343" y="115316"/>
                  </a:lnTo>
                  <a:lnTo>
                    <a:pt x="593216" y="115062"/>
                  </a:lnTo>
                  <a:lnTo>
                    <a:pt x="592836" y="114554"/>
                  </a:lnTo>
                  <a:lnTo>
                    <a:pt x="592327" y="113792"/>
                  </a:lnTo>
                  <a:lnTo>
                    <a:pt x="588899" y="109093"/>
                  </a:lnTo>
                  <a:lnTo>
                    <a:pt x="583564" y="100203"/>
                  </a:lnTo>
                  <a:lnTo>
                    <a:pt x="559688" y="72390"/>
                  </a:lnTo>
                  <a:lnTo>
                    <a:pt x="557276" y="70993"/>
                  </a:lnTo>
                  <a:lnTo>
                    <a:pt x="553212" y="70358"/>
                  </a:lnTo>
                  <a:lnTo>
                    <a:pt x="547496" y="70358"/>
                  </a:lnTo>
                  <a:lnTo>
                    <a:pt x="543051" y="70358"/>
                  </a:lnTo>
                  <a:lnTo>
                    <a:pt x="543051" y="123317"/>
                  </a:lnTo>
                  <a:lnTo>
                    <a:pt x="525652" y="123317"/>
                  </a:lnTo>
                  <a:lnTo>
                    <a:pt x="525652" y="1651"/>
                  </a:lnTo>
                  <a:close/>
                </a:path>
                <a:path w="768350" h="144779">
                  <a:moveTo>
                    <a:pt x="481075" y="1651"/>
                  </a:moveTo>
                  <a:lnTo>
                    <a:pt x="498475" y="1651"/>
                  </a:lnTo>
                  <a:lnTo>
                    <a:pt x="498475" y="123317"/>
                  </a:lnTo>
                  <a:lnTo>
                    <a:pt x="481075" y="123317"/>
                  </a:lnTo>
                  <a:lnTo>
                    <a:pt x="481075" y="1651"/>
                  </a:lnTo>
                  <a:close/>
                </a:path>
                <a:path w="768350" h="144779">
                  <a:moveTo>
                    <a:pt x="391032" y="1651"/>
                  </a:moveTo>
                  <a:lnTo>
                    <a:pt x="459994" y="1651"/>
                  </a:lnTo>
                  <a:lnTo>
                    <a:pt x="459994" y="17145"/>
                  </a:lnTo>
                  <a:lnTo>
                    <a:pt x="408431" y="17145"/>
                  </a:lnTo>
                  <a:lnTo>
                    <a:pt x="408431" y="54229"/>
                  </a:lnTo>
                  <a:lnTo>
                    <a:pt x="458215" y="54229"/>
                  </a:lnTo>
                  <a:lnTo>
                    <a:pt x="458215" y="69850"/>
                  </a:lnTo>
                  <a:lnTo>
                    <a:pt x="408431" y="69850"/>
                  </a:lnTo>
                  <a:lnTo>
                    <a:pt x="408431" y="107696"/>
                  </a:lnTo>
                  <a:lnTo>
                    <a:pt x="461644" y="107696"/>
                  </a:lnTo>
                  <a:lnTo>
                    <a:pt x="461644" y="123190"/>
                  </a:lnTo>
                  <a:lnTo>
                    <a:pt x="391032" y="123190"/>
                  </a:lnTo>
                  <a:lnTo>
                    <a:pt x="391032" y="1651"/>
                  </a:lnTo>
                  <a:close/>
                </a:path>
                <a:path w="768350" h="144779">
                  <a:moveTo>
                    <a:pt x="269366" y="1651"/>
                  </a:moveTo>
                  <a:lnTo>
                    <a:pt x="286893" y="1651"/>
                  </a:lnTo>
                  <a:lnTo>
                    <a:pt x="323469" y="87122"/>
                  </a:lnTo>
                  <a:lnTo>
                    <a:pt x="359790" y="1651"/>
                  </a:lnTo>
                  <a:lnTo>
                    <a:pt x="377189" y="1651"/>
                  </a:lnTo>
                  <a:lnTo>
                    <a:pt x="325755" y="123825"/>
                  </a:lnTo>
                  <a:lnTo>
                    <a:pt x="321818" y="123825"/>
                  </a:lnTo>
                  <a:lnTo>
                    <a:pt x="269366" y="1651"/>
                  </a:lnTo>
                  <a:close/>
                </a:path>
                <a:path w="768350" h="144779">
                  <a:moveTo>
                    <a:pt x="238759" y="1651"/>
                  </a:moveTo>
                  <a:lnTo>
                    <a:pt x="256158" y="1651"/>
                  </a:lnTo>
                  <a:lnTo>
                    <a:pt x="256158" y="123317"/>
                  </a:lnTo>
                  <a:lnTo>
                    <a:pt x="238759" y="123317"/>
                  </a:lnTo>
                  <a:lnTo>
                    <a:pt x="238759" y="1651"/>
                  </a:lnTo>
                  <a:close/>
                </a:path>
                <a:path w="768350" h="144779">
                  <a:moveTo>
                    <a:pt x="151764" y="1651"/>
                  </a:moveTo>
                  <a:lnTo>
                    <a:pt x="169163" y="1651"/>
                  </a:lnTo>
                  <a:lnTo>
                    <a:pt x="169163" y="107442"/>
                  </a:lnTo>
                  <a:lnTo>
                    <a:pt x="223900" y="107442"/>
                  </a:lnTo>
                  <a:lnTo>
                    <a:pt x="223900" y="123317"/>
                  </a:lnTo>
                  <a:lnTo>
                    <a:pt x="151764" y="123317"/>
                  </a:lnTo>
                  <a:lnTo>
                    <a:pt x="151764" y="1651"/>
                  </a:lnTo>
                  <a:close/>
                </a:path>
                <a:path w="768350" h="144779">
                  <a:moveTo>
                    <a:pt x="672084" y="1016"/>
                  </a:moveTo>
                  <a:lnTo>
                    <a:pt x="684402" y="1016"/>
                  </a:lnTo>
                  <a:lnTo>
                    <a:pt x="738886" y="123317"/>
                  </a:lnTo>
                  <a:lnTo>
                    <a:pt x="721105" y="123317"/>
                  </a:lnTo>
                  <a:lnTo>
                    <a:pt x="704850" y="87249"/>
                  </a:lnTo>
                  <a:lnTo>
                    <a:pt x="653034" y="87249"/>
                  </a:lnTo>
                  <a:lnTo>
                    <a:pt x="637793" y="123317"/>
                  </a:lnTo>
                  <a:lnTo>
                    <a:pt x="619887" y="123317"/>
                  </a:lnTo>
                  <a:lnTo>
                    <a:pt x="672084" y="1016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02064" y="10019"/>
                  </a:lnTo>
                  <a:lnTo>
                    <a:pt x="129641" y="49676"/>
                  </a:lnTo>
                  <a:lnTo>
                    <a:pt x="130809" y="62611"/>
                  </a:lnTo>
                  <a:lnTo>
                    <a:pt x="129621" y="75467"/>
                  </a:lnTo>
                  <a:lnTo>
                    <a:pt x="101764" y="114802"/>
                  </a:lnTo>
                  <a:lnTo>
                    <a:pt x="64134" y="124714"/>
                  </a:lnTo>
                  <a:lnTo>
                    <a:pt x="50970" y="123616"/>
                  </a:lnTo>
                  <a:lnTo>
                    <a:pt x="10287" y="97726"/>
                  </a:lnTo>
                  <a:lnTo>
                    <a:pt x="0" y="62865"/>
                  </a:lnTo>
                  <a:lnTo>
                    <a:pt x="1144" y="49837"/>
                  </a:lnTo>
                  <a:lnTo>
                    <a:pt x="28269" y="10019"/>
                  </a:lnTo>
                  <a:lnTo>
                    <a:pt x="65024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535426" y="4337684"/>
            <a:ext cx="94361" cy="17183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759580" y="4337684"/>
            <a:ext cx="85090" cy="13220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60876" y="4337050"/>
            <a:ext cx="843153" cy="17233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2934" y="4335779"/>
            <a:ext cx="446913" cy="17360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7896" y="4377690"/>
            <a:ext cx="306959" cy="1316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3135" y="4634865"/>
            <a:ext cx="5334165" cy="17322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711" y="4900040"/>
            <a:ext cx="809167" cy="186944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08355" y="5359653"/>
            <a:ext cx="688975" cy="153035"/>
            <a:chOff x="508355" y="5359653"/>
            <a:chExt cx="688975" cy="153035"/>
          </a:xfrm>
        </p:grpSpPr>
        <p:sp>
          <p:nvSpPr>
            <p:cNvPr id="63" name="object 63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70915" y="99314"/>
                  </a:moveTo>
                  <a:lnTo>
                    <a:pt x="664476" y="99314"/>
                  </a:lnTo>
                  <a:lnTo>
                    <a:pt x="661974" y="100457"/>
                  </a:lnTo>
                  <a:lnTo>
                    <a:pt x="657733" y="105029"/>
                  </a:lnTo>
                  <a:lnTo>
                    <a:pt x="656666" y="107823"/>
                  </a:lnTo>
                  <a:lnTo>
                    <a:pt x="656666" y="116712"/>
                  </a:lnTo>
                  <a:lnTo>
                    <a:pt x="659752" y="120523"/>
                  </a:lnTo>
                  <a:lnTo>
                    <a:pt x="666338" y="122428"/>
                  </a:lnTo>
                  <a:lnTo>
                    <a:pt x="665893" y="122428"/>
                  </a:lnTo>
                  <a:lnTo>
                    <a:pt x="658583" y="140208"/>
                  </a:lnTo>
                  <a:lnTo>
                    <a:pt x="658583" y="143383"/>
                  </a:lnTo>
                  <a:lnTo>
                    <a:pt x="665086" y="141351"/>
                  </a:lnTo>
                  <a:lnTo>
                    <a:pt x="670191" y="137922"/>
                  </a:lnTo>
                  <a:lnTo>
                    <a:pt x="673912" y="132969"/>
                  </a:lnTo>
                  <a:lnTo>
                    <a:pt x="677621" y="128143"/>
                  </a:lnTo>
                  <a:lnTo>
                    <a:pt x="679488" y="122428"/>
                  </a:lnTo>
                  <a:lnTo>
                    <a:pt x="679488" y="111125"/>
                  </a:lnTo>
                  <a:lnTo>
                    <a:pt x="678357" y="107187"/>
                  </a:lnTo>
                  <a:lnTo>
                    <a:pt x="673823" y="100837"/>
                  </a:lnTo>
                  <a:lnTo>
                    <a:pt x="670915" y="99314"/>
                  </a:lnTo>
                  <a:close/>
                </a:path>
                <a:path w="680085" h="143510">
                  <a:moveTo>
                    <a:pt x="595490" y="0"/>
                  </a:moveTo>
                  <a:lnTo>
                    <a:pt x="583247" y="0"/>
                  </a:lnTo>
                  <a:lnTo>
                    <a:pt x="531012" y="122301"/>
                  </a:lnTo>
                  <a:lnTo>
                    <a:pt x="548906" y="122301"/>
                  </a:lnTo>
                  <a:lnTo>
                    <a:pt x="564095" y="86233"/>
                  </a:lnTo>
                  <a:lnTo>
                    <a:pt x="633941" y="86233"/>
                  </a:lnTo>
                  <a:lnTo>
                    <a:pt x="627032" y="70739"/>
                  </a:lnTo>
                  <a:lnTo>
                    <a:pt x="571017" y="70739"/>
                  </a:lnTo>
                  <a:lnTo>
                    <a:pt x="589216" y="26670"/>
                  </a:lnTo>
                  <a:lnTo>
                    <a:pt x="607382" y="26670"/>
                  </a:lnTo>
                  <a:lnTo>
                    <a:pt x="595490" y="0"/>
                  </a:lnTo>
                  <a:close/>
                </a:path>
                <a:path w="680085" h="143510">
                  <a:moveTo>
                    <a:pt x="633941" y="86233"/>
                  </a:moveTo>
                  <a:lnTo>
                    <a:pt x="615988" y="86233"/>
                  </a:lnTo>
                  <a:lnTo>
                    <a:pt x="632206" y="122301"/>
                  </a:lnTo>
                  <a:lnTo>
                    <a:pt x="650024" y="122301"/>
                  </a:lnTo>
                  <a:lnTo>
                    <a:pt x="633941" y="86233"/>
                  </a:lnTo>
                  <a:close/>
                </a:path>
                <a:path w="680085" h="143510">
                  <a:moveTo>
                    <a:pt x="607382" y="26670"/>
                  </a:moveTo>
                  <a:lnTo>
                    <a:pt x="589216" y="26670"/>
                  </a:lnTo>
                  <a:lnTo>
                    <a:pt x="608838" y="70739"/>
                  </a:lnTo>
                  <a:lnTo>
                    <a:pt x="627032" y="70739"/>
                  </a:lnTo>
                  <a:lnTo>
                    <a:pt x="607382" y="26670"/>
                  </a:lnTo>
                  <a:close/>
                </a:path>
                <a:path w="680085" h="143510">
                  <a:moveTo>
                    <a:pt x="268605" y="635"/>
                  </a:moveTo>
                  <a:lnTo>
                    <a:pt x="227596" y="635"/>
                  </a:lnTo>
                  <a:lnTo>
                    <a:pt x="227596" y="122174"/>
                  </a:lnTo>
                  <a:lnTo>
                    <a:pt x="276872" y="122174"/>
                  </a:lnTo>
                  <a:lnTo>
                    <a:pt x="284187" y="121793"/>
                  </a:lnTo>
                  <a:lnTo>
                    <a:pt x="288023" y="121285"/>
                  </a:lnTo>
                  <a:lnTo>
                    <a:pt x="291858" y="120650"/>
                  </a:lnTo>
                  <a:lnTo>
                    <a:pt x="296062" y="119380"/>
                  </a:lnTo>
                  <a:lnTo>
                    <a:pt x="300647" y="117602"/>
                  </a:lnTo>
                  <a:lnTo>
                    <a:pt x="308483" y="114681"/>
                  </a:lnTo>
                  <a:lnTo>
                    <a:pt x="315366" y="110236"/>
                  </a:lnTo>
                  <a:lnTo>
                    <a:pt x="319048" y="106680"/>
                  </a:lnTo>
                  <a:lnTo>
                    <a:pt x="245008" y="106680"/>
                  </a:lnTo>
                  <a:lnTo>
                    <a:pt x="245008" y="16129"/>
                  </a:lnTo>
                  <a:lnTo>
                    <a:pt x="319385" y="16129"/>
                  </a:lnTo>
                  <a:lnTo>
                    <a:pt x="314731" y="12291"/>
                  </a:lnTo>
                  <a:lnTo>
                    <a:pt x="307873" y="8128"/>
                  </a:lnTo>
                  <a:lnTo>
                    <a:pt x="299998" y="4867"/>
                  </a:lnTo>
                  <a:lnTo>
                    <a:pt x="290830" y="2524"/>
                  </a:lnTo>
                  <a:lnTo>
                    <a:pt x="280366" y="1109"/>
                  </a:lnTo>
                  <a:lnTo>
                    <a:pt x="268605" y="635"/>
                  </a:lnTo>
                  <a:close/>
                </a:path>
                <a:path w="680085" h="143510">
                  <a:moveTo>
                    <a:pt x="319385" y="16129"/>
                  </a:moveTo>
                  <a:lnTo>
                    <a:pt x="275132" y="16129"/>
                  </a:lnTo>
                  <a:lnTo>
                    <a:pt x="281203" y="16510"/>
                  </a:lnTo>
                  <a:lnTo>
                    <a:pt x="288747" y="17780"/>
                  </a:lnTo>
                  <a:lnTo>
                    <a:pt x="292735" y="19050"/>
                  </a:lnTo>
                  <a:lnTo>
                    <a:pt x="296951" y="21082"/>
                  </a:lnTo>
                  <a:lnTo>
                    <a:pt x="301155" y="22987"/>
                  </a:lnTo>
                  <a:lnTo>
                    <a:pt x="321373" y="60579"/>
                  </a:lnTo>
                  <a:lnTo>
                    <a:pt x="320601" y="69723"/>
                  </a:lnTo>
                  <a:lnTo>
                    <a:pt x="296418" y="102108"/>
                  </a:lnTo>
                  <a:lnTo>
                    <a:pt x="276009" y="106680"/>
                  </a:lnTo>
                  <a:lnTo>
                    <a:pt x="319048" y="106680"/>
                  </a:lnTo>
                  <a:lnTo>
                    <a:pt x="321284" y="104521"/>
                  </a:lnTo>
                  <a:lnTo>
                    <a:pt x="327088" y="98806"/>
                  </a:lnTo>
                  <a:lnTo>
                    <a:pt x="331558" y="92329"/>
                  </a:lnTo>
                  <a:lnTo>
                    <a:pt x="334683" y="84836"/>
                  </a:lnTo>
                  <a:lnTo>
                    <a:pt x="337820" y="77470"/>
                  </a:lnTo>
                  <a:lnTo>
                    <a:pt x="339311" y="70131"/>
                  </a:lnTo>
                  <a:lnTo>
                    <a:pt x="339330" y="60579"/>
                  </a:lnTo>
                  <a:lnTo>
                    <a:pt x="338861" y="53189"/>
                  </a:lnTo>
                  <a:lnTo>
                    <a:pt x="320848" y="17335"/>
                  </a:lnTo>
                  <a:lnTo>
                    <a:pt x="319385" y="16129"/>
                  </a:lnTo>
                  <a:close/>
                </a:path>
                <a:path w="680085" h="143510">
                  <a:moveTo>
                    <a:pt x="420357" y="635"/>
                  </a:moveTo>
                  <a:lnTo>
                    <a:pt x="406260" y="635"/>
                  </a:lnTo>
                  <a:lnTo>
                    <a:pt x="406260" y="122301"/>
                  </a:lnTo>
                  <a:lnTo>
                    <a:pt x="422617" y="122301"/>
                  </a:lnTo>
                  <a:lnTo>
                    <a:pt x="422617" y="28702"/>
                  </a:lnTo>
                  <a:lnTo>
                    <a:pt x="444719" y="28702"/>
                  </a:lnTo>
                  <a:lnTo>
                    <a:pt x="420357" y="635"/>
                  </a:lnTo>
                  <a:close/>
                </a:path>
                <a:path w="680085" h="143510">
                  <a:moveTo>
                    <a:pt x="444719" y="28702"/>
                  </a:moveTo>
                  <a:lnTo>
                    <a:pt x="422617" y="28702"/>
                  </a:lnTo>
                  <a:lnTo>
                    <a:pt x="503936" y="122301"/>
                  </a:lnTo>
                  <a:lnTo>
                    <a:pt x="518922" y="122301"/>
                  </a:lnTo>
                  <a:lnTo>
                    <a:pt x="518922" y="95123"/>
                  </a:lnTo>
                  <a:lnTo>
                    <a:pt x="502373" y="95123"/>
                  </a:lnTo>
                  <a:lnTo>
                    <a:pt x="444719" y="28702"/>
                  </a:lnTo>
                  <a:close/>
                </a:path>
                <a:path w="680085" h="143510">
                  <a:moveTo>
                    <a:pt x="518922" y="635"/>
                  </a:moveTo>
                  <a:lnTo>
                    <a:pt x="502373" y="635"/>
                  </a:lnTo>
                  <a:lnTo>
                    <a:pt x="502373" y="95123"/>
                  </a:lnTo>
                  <a:lnTo>
                    <a:pt x="518922" y="95123"/>
                  </a:lnTo>
                  <a:lnTo>
                    <a:pt x="518922" y="635"/>
                  </a:lnTo>
                  <a:close/>
                </a:path>
                <a:path w="680085" h="143510">
                  <a:moveTo>
                    <a:pt x="379120" y="635"/>
                  </a:moveTo>
                  <a:lnTo>
                    <a:pt x="361708" y="635"/>
                  </a:lnTo>
                  <a:lnTo>
                    <a:pt x="361708" y="122301"/>
                  </a:lnTo>
                  <a:lnTo>
                    <a:pt x="379120" y="122301"/>
                  </a:lnTo>
                  <a:lnTo>
                    <a:pt x="379120" y="635"/>
                  </a:lnTo>
                  <a:close/>
                </a:path>
                <a:path w="680085" h="143510">
                  <a:moveTo>
                    <a:pt x="207987" y="635"/>
                  </a:moveTo>
                  <a:lnTo>
                    <a:pt x="139039" y="635"/>
                  </a:lnTo>
                  <a:lnTo>
                    <a:pt x="139039" y="122174"/>
                  </a:lnTo>
                  <a:lnTo>
                    <a:pt x="209638" y="122174"/>
                  </a:lnTo>
                  <a:lnTo>
                    <a:pt x="209638" y="106680"/>
                  </a:lnTo>
                  <a:lnTo>
                    <a:pt x="156451" y="106680"/>
                  </a:lnTo>
                  <a:lnTo>
                    <a:pt x="156451" y="68834"/>
                  </a:lnTo>
                  <a:lnTo>
                    <a:pt x="206248" y="68834"/>
                  </a:lnTo>
                  <a:lnTo>
                    <a:pt x="206248" y="53212"/>
                  </a:lnTo>
                  <a:lnTo>
                    <a:pt x="156451" y="53212"/>
                  </a:lnTo>
                  <a:lnTo>
                    <a:pt x="156451" y="16129"/>
                  </a:lnTo>
                  <a:lnTo>
                    <a:pt x="207987" y="16129"/>
                  </a:lnTo>
                  <a:lnTo>
                    <a:pt x="207987" y="635"/>
                  </a:lnTo>
                  <a:close/>
                </a:path>
                <a:path w="680085" h="143510">
                  <a:moveTo>
                    <a:pt x="16484" y="635"/>
                  </a:moveTo>
                  <a:lnTo>
                    <a:pt x="0" y="635"/>
                  </a:lnTo>
                  <a:lnTo>
                    <a:pt x="0" y="122301"/>
                  </a:lnTo>
                  <a:lnTo>
                    <a:pt x="17411" y="122301"/>
                  </a:lnTo>
                  <a:lnTo>
                    <a:pt x="17411" y="27686"/>
                  </a:lnTo>
                  <a:lnTo>
                    <a:pt x="38331" y="27686"/>
                  </a:lnTo>
                  <a:lnTo>
                    <a:pt x="16484" y="635"/>
                  </a:lnTo>
                  <a:close/>
                </a:path>
                <a:path w="680085" h="143510">
                  <a:moveTo>
                    <a:pt x="113360" y="27686"/>
                  </a:moveTo>
                  <a:lnTo>
                    <a:pt x="95859" y="27686"/>
                  </a:lnTo>
                  <a:lnTo>
                    <a:pt x="95859" y="122301"/>
                  </a:lnTo>
                  <a:lnTo>
                    <a:pt x="113360" y="122301"/>
                  </a:lnTo>
                  <a:lnTo>
                    <a:pt x="113360" y="27686"/>
                  </a:lnTo>
                  <a:close/>
                </a:path>
                <a:path w="680085" h="143510">
                  <a:moveTo>
                    <a:pt x="38331" y="27686"/>
                  </a:moveTo>
                  <a:lnTo>
                    <a:pt x="17411" y="27686"/>
                  </a:lnTo>
                  <a:lnTo>
                    <a:pt x="55245" y="74676"/>
                  </a:lnTo>
                  <a:lnTo>
                    <a:pt x="58470" y="74676"/>
                  </a:lnTo>
                  <a:lnTo>
                    <a:pt x="77569" y="50673"/>
                  </a:lnTo>
                  <a:lnTo>
                    <a:pt x="56896" y="50673"/>
                  </a:lnTo>
                  <a:lnTo>
                    <a:pt x="38331" y="27686"/>
                  </a:lnTo>
                  <a:close/>
                </a:path>
                <a:path w="680085" h="143510">
                  <a:moveTo>
                    <a:pt x="113360" y="635"/>
                  </a:moveTo>
                  <a:lnTo>
                    <a:pt x="97078" y="635"/>
                  </a:lnTo>
                  <a:lnTo>
                    <a:pt x="56896" y="50673"/>
                  </a:lnTo>
                  <a:lnTo>
                    <a:pt x="77569" y="50673"/>
                  </a:lnTo>
                  <a:lnTo>
                    <a:pt x="95859" y="27686"/>
                  </a:lnTo>
                  <a:lnTo>
                    <a:pt x="113360" y="27686"/>
                  </a:lnTo>
                  <a:lnTo>
                    <a:pt x="113360" y="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67385" y="99314"/>
                  </a:moveTo>
                  <a:lnTo>
                    <a:pt x="670915" y="99314"/>
                  </a:lnTo>
                  <a:lnTo>
                    <a:pt x="673823" y="100837"/>
                  </a:lnTo>
                  <a:lnTo>
                    <a:pt x="676084" y="104012"/>
                  </a:lnTo>
                  <a:lnTo>
                    <a:pt x="678357" y="107187"/>
                  </a:lnTo>
                  <a:lnTo>
                    <a:pt x="679488" y="111125"/>
                  </a:lnTo>
                  <a:lnTo>
                    <a:pt x="679488" y="116078"/>
                  </a:lnTo>
                  <a:lnTo>
                    <a:pt x="679488" y="122428"/>
                  </a:lnTo>
                  <a:lnTo>
                    <a:pt x="677621" y="128143"/>
                  </a:lnTo>
                  <a:lnTo>
                    <a:pt x="673912" y="132969"/>
                  </a:lnTo>
                  <a:lnTo>
                    <a:pt x="670191" y="137922"/>
                  </a:lnTo>
                  <a:lnTo>
                    <a:pt x="665086" y="141351"/>
                  </a:lnTo>
                  <a:lnTo>
                    <a:pt x="658583" y="143383"/>
                  </a:lnTo>
                  <a:lnTo>
                    <a:pt x="658583" y="140208"/>
                  </a:lnTo>
                  <a:lnTo>
                    <a:pt x="661200" y="137668"/>
                  </a:lnTo>
                  <a:lnTo>
                    <a:pt x="663028" y="135128"/>
                  </a:lnTo>
                  <a:lnTo>
                    <a:pt x="664070" y="132587"/>
                  </a:lnTo>
                  <a:lnTo>
                    <a:pt x="665111" y="130048"/>
                  </a:lnTo>
                  <a:lnTo>
                    <a:pt x="665721" y="126618"/>
                  </a:lnTo>
                  <a:lnTo>
                    <a:pt x="665899" y="122301"/>
                  </a:lnTo>
                  <a:lnTo>
                    <a:pt x="659752" y="120523"/>
                  </a:lnTo>
                  <a:lnTo>
                    <a:pt x="656666" y="116712"/>
                  </a:lnTo>
                  <a:lnTo>
                    <a:pt x="656666" y="110871"/>
                  </a:lnTo>
                  <a:lnTo>
                    <a:pt x="656666" y="107823"/>
                  </a:lnTo>
                  <a:lnTo>
                    <a:pt x="657733" y="105029"/>
                  </a:lnTo>
                  <a:lnTo>
                    <a:pt x="659853" y="102743"/>
                  </a:lnTo>
                  <a:lnTo>
                    <a:pt x="661974" y="100457"/>
                  </a:lnTo>
                  <a:lnTo>
                    <a:pt x="664476" y="99314"/>
                  </a:lnTo>
                  <a:lnTo>
                    <a:pt x="667385" y="99314"/>
                  </a:lnTo>
                  <a:close/>
                </a:path>
                <a:path w="680085" h="143510">
                  <a:moveTo>
                    <a:pt x="589216" y="26670"/>
                  </a:moveTo>
                  <a:lnTo>
                    <a:pt x="571017" y="70739"/>
                  </a:lnTo>
                  <a:lnTo>
                    <a:pt x="608838" y="70739"/>
                  </a:lnTo>
                  <a:lnTo>
                    <a:pt x="589216" y="26670"/>
                  </a:lnTo>
                  <a:close/>
                </a:path>
                <a:path w="680085" h="143510">
                  <a:moveTo>
                    <a:pt x="245008" y="16129"/>
                  </a:moveTo>
                  <a:lnTo>
                    <a:pt x="245008" y="106680"/>
                  </a:lnTo>
                  <a:lnTo>
                    <a:pt x="267296" y="106680"/>
                  </a:lnTo>
                  <a:lnTo>
                    <a:pt x="276009" y="106680"/>
                  </a:lnTo>
                  <a:lnTo>
                    <a:pt x="299643" y="100330"/>
                  </a:lnTo>
                  <a:lnTo>
                    <a:pt x="302869" y="98552"/>
                  </a:lnTo>
                  <a:lnTo>
                    <a:pt x="321373" y="60579"/>
                  </a:lnTo>
                  <a:lnTo>
                    <a:pt x="320545" y="51220"/>
                  </a:lnTo>
                  <a:lnTo>
                    <a:pt x="296951" y="21082"/>
                  </a:lnTo>
                  <a:lnTo>
                    <a:pt x="292735" y="19050"/>
                  </a:lnTo>
                  <a:lnTo>
                    <a:pt x="288747" y="17780"/>
                  </a:lnTo>
                  <a:lnTo>
                    <a:pt x="284975" y="17145"/>
                  </a:lnTo>
                  <a:lnTo>
                    <a:pt x="281203" y="16510"/>
                  </a:lnTo>
                  <a:lnTo>
                    <a:pt x="275132" y="16129"/>
                  </a:lnTo>
                  <a:lnTo>
                    <a:pt x="266776" y="16129"/>
                  </a:lnTo>
                  <a:lnTo>
                    <a:pt x="245008" y="16129"/>
                  </a:lnTo>
                  <a:close/>
                </a:path>
                <a:path w="680085" h="143510">
                  <a:moveTo>
                    <a:pt x="406260" y="635"/>
                  </a:moveTo>
                  <a:lnTo>
                    <a:pt x="420357" y="635"/>
                  </a:lnTo>
                  <a:lnTo>
                    <a:pt x="502373" y="95123"/>
                  </a:lnTo>
                  <a:lnTo>
                    <a:pt x="502373" y="635"/>
                  </a:lnTo>
                  <a:lnTo>
                    <a:pt x="518922" y="635"/>
                  </a:lnTo>
                  <a:lnTo>
                    <a:pt x="518922" y="122301"/>
                  </a:lnTo>
                  <a:lnTo>
                    <a:pt x="503936" y="122301"/>
                  </a:lnTo>
                  <a:lnTo>
                    <a:pt x="422617" y="28702"/>
                  </a:lnTo>
                  <a:lnTo>
                    <a:pt x="422617" y="122301"/>
                  </a:lnTo>
                  <a:lnTo>
                    <a:pt x="406260" y="122301"/>
                  </a:lnTo>
                  <a:lnTo>
                    <a:pt x="406260" y="635"/>
                  </a:lnTo>
                  <a:close/>
                </a:path>
                <a:path w="680085" h="143510">
                  <a:moveTo>
                    <a:pt x="361708" y="635"/>
                  </a:moveTo>
                  <a:lnTo>
                    <a:pt x="379120" y="635"/>
                  </a:lnTo>
                  <a:lnTo>
                    <a:pt x="379120" y="122301"/>
                  </a:lnTo>
                  <a:lnTo>
                    <a:pt x="361708" y="122301"/>
                  </a:lnTo>
                  <a:lnTo>
                    <a:pt x="361708" y="635"/>
                  </a:lnTo>
                  <a:close/>
                </a:path>
                <a:path w="680085" h="143510">
                  <a:moveTo>
                    <a:pt x="227596" y="635"/>
                  </a:moveTo>
                  <a:lnTo>
                    <a:pt x="268605" y="635"/>
                  </a:lnTo>
                  <a:lnTo>
                    <a:pt x="280366" y="1109"/>
                  </a:lnTo>
                  <a:lnTo>
                    <a:pt x="320848" y="17335"/>
                  </a:lnTo>
                  <a:lnTo>
                    <a:pt x="338861" y="53189"/>
                  </a:lnTo>
                  <a:lnTo>
                    <a:pt x="339394" y="61595"/>
                  </a:lnTo>
                  <a:lnTo>
                    <a:pt x="339394" y="69723"/>
                  </a:lnTo>
                  <a:lnTo>
                    <a:pt x="337820" y="77470"/>
                  </a:lnTo>
                  <a:lnTo>
                    <a:pt x="334683" y="84836"/>
                  </a:lnTo>
                  <a:lnTo>
                    <a:pt x="331558" y="92329"/>
                  </a:lnTo>
                  <a:lnTo>
                    <a:pt x="300647" y="117602"/>
                  </a:lnTo>
                  <a:lnTo>
                    <a:pt x="296062" y="119380"/>
                  </a:lnTo>
                  <a:lnTo>
                    <a:pt x="291858" y="120650"/>
                  </a:lnTo>
                  <a:lnTo>
                    <a:pt x="288023" y="121285"/>
                  </a:lnTo>
                  <a:lnTo>
                    <a:pt x="284187" y="121793"/>
                  </a:lnTo>
                  <a:lnTo>
                    <a:pt x="276872" y="122174"/>
                  </a:lnTo>
                  <a:lnTo>
                    <a:pt x="266077" y="122174"/>
                  </a:lnTo>
                  <a:lnTo>
                    <a:pt x="227596" y="122174"/>
                  </a:lnTo>
                  <a:lnTo>
                    <a:pt x="227596" y="635"/>
                  </a:lnTo>
                  <a:close/>
                </a:path>
                <a:path w="680085" h="143510">
                  <a:moveTo>
                    <a:pt x="139039" y="635"/>
                  </a:moveTo>
                  <a:lnTo>
                    <a:pt x="207987" y="635"/>
                  </a:lnTo>
                  <a:lnTo>
                    <a:pt x="207987" y="16129"/>
                  </a:lnTo>
                  <a:lnTo>
                    <a:pt x="156451" y="16129"/>
                  </a:lnTo>
                  <a:lnTo>
                    <a:pt x="156451" y="53212"/>
                  </a:lnTo>
                  <a:lnTo>
                    <a:pt x="206248" y="53212"/>
                  </a:lnTo>
                  <a:lnTo>
                    <a:pt x="206248" y="68834"/>
                  </a:lnTo>
                  <a:lnTo>
                    <a:pt x="156451" y="68834"/>
                  </a:lnTo>
                  <a:lnTo>
                    <a:pt x="156451" y="106680"/>
                  </a:lnTo>
                  <a:lnTo>
                    <a:pt x="209638" y="106680"/>
                  </a:lnTo>
                  <a:lnTo>
                    <a:pt x="209638" y="122174"/>
                  </a:lnTo>
                  <a:lnTo>
                    <a:pt x="139039" y="122174"/>
                  </a:lnTo>
                  <a:lnTo>
                    <a:pt x="139039" y="635"/>
                  </a:lnTo>
                  <a:close/>
                </a:path>
                <a:path w="680085" h="143510">
                  <a:moveTo>
                    <a:pt x="0" y="635"/>
                  </a:moveTo>
                  <a:lnTo>
                    <a:pt x="16484" y="635"/>
                  </a:lnTo>
                  <a:lnTo>
                    <a:pt x="56896" y="50673"/>
                  </a:lnTo>
                  <a:lnTo>
                    <a:pt x="97078" y="635"/>
                  </a:lnTo>
                  <a:lnTo>
                    <a:pt x="113360" y="635"/>
                  </a:lnTo>
                  <a:lnTo>
                    <a:pt x="113360" y="122301"/>
                  </a:lnTo>
                  <a:lnTo>
                    <a:pt x="95859" y="122301"/>
                  </a:lnTo>
                  <a:lnTo>
                    <a:pt x="95859" y="27686"/>
                  </a:lnTo>
                  <a:lnTo>
                    <a:pt x="58470" y="74676"/>
                  </a:lnTo>
                  <a:lnTo>
                    <a:pt x="55245" y="74676"/>
                  </a:lnTo>
                  <a:lnTo>
                    <a:pt x="17411" y="27686"/>
                  </a:lnTo>
                  <a:lnTo>
                    <a:pt x="17411" y="122301"/>
                  </a:lnTo>
                  <a:lnTo>
                    <a:pt x="0" y="122301"/>
                  </a:lnTo>
                  <a:lnTo>
                    <a:pt x="0" y="635"/>
                  </a:lnTo>
                  <a:close/>
                </a:path>
                <a:path w="680085" h="143510">
                  <a:moveTo>
                    <a:pt x="583247" y="0"/>
                  </a:moveTo>
                  <a:lnTo>
                    <a:pt x="595490" y="0"/>
                  </a:lnTo>
                  <a:lnTo>
                    <a:pt x="650024" y="122301"/>
                  </a:lnTo>
                  <a:lnTo>
                    <a:pt x="632206" y="122301"/>
                  </a:lnTo>
                  <a:lnTo>
                    <a:pt x="615988" y="86233"/>
                  </a:lnTo>
                  <a:lnTo>
                    <a:pt x="564095" y="86233"/>
                  </a:lnTo>
                  <a:lnTo>
                    <a:pt x="548906" y="122301"/>
                  </a:lnTo>
                  <a:lnTo>
                    <a:pt x="531012" y="122301"/>
                  </a:lnTo>
                  <a:lnTo>
                    <a:pt x="583247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5" name="object 6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70380" y="5360289"/>
            <a:ext cx="485267" cy="151891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1828673" y="5358765"/>
            <a:ext cx="574040" cy="153670"/>
            <a:chOff x="1828673" y="5358765"/>
            <a:chExt cx="574040" cy="153670"/>
          </a:xfrm>
        </p:grpSpPr>
        <p:sp>
          <p:nvSpPr>
            <p:cNvPr id="67" name="object 67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6132" y="100203"/>
                  </a:moveTo>
                  <a:lnTo>
                    <a:pt x="549656" y="100203"/>
                  </a:lnTo>
                  <a:lnTo>
                    <a:pt x="547116" y="101346"/>
                  </a:lnTo>
                  <a:lnTo>
                    <a:pt x="544957" y="103631"/>
                  </a:lnTo>
                  <a:lnTo>
                    <a:pt x="542925" y="105918"/>
                  </a:lnTo>
                  <a:lnTo>
                    <a:pt x="541782" y="108712"/>
                  </a:lnTo>
                  <a:lnTo>
                    <a:pt x="541782" y="117601"/>
                  </a:lnTo>
                  <a:lnTo>
                    <a:pt x="544957" y="121412"/>
                  </a:lnTo>
                  <a:lnTo>
                    <a:pt x="551488" y="123316"/>
                  </a:lnTo>
                  <a:lnTo>
                    <a:pt x="551049" y="123316"/>
                  </a:lnTo>
                  <a:lnTo>
                    <a:pt x="543813" y="141097"/>
                  </a:lnTo>
                  <a:lnTo>
                    <a:pt x="543813" y="144272"/>
                  </a:lnTo>
                  <a:lnTo>
                    <a:pt x="550291" y="142240"/>
                  </a:lnTo>
                  <a:lnTo>
                    <a:pt x="555371" y="138810"/>
                  </a:lnTo>
                  <a:lnTo>
                    <a:pt x="559054" y="133857"/>
                  </a:lnTo>
                  <a:lnTo>
                    <a:pt x="562737" y="129031"/>
                  </a:lnTo>
                  <a:lnTo>
                    <a:pt x="564642" y="123316"/>
                  </a:lnTo>
                  <a:lnTo>
                    <a:pt x="564642" y="112013"/>
                  </a:lnTo>
                  <a:lnTo>
                    <a:pt x="563499" y="108076"/>
                  </a:lnTo>
                  <a:lnTo>
                    <a:pt x="561213" y="104901"/>
                  </a:lnTo>
                  <a:lnTo>
                    <a:pt x="559054" y="101726"/>
                  </a:lnTo>
                  <a:lnTo>
                    <a:pt x="556132" y="100203"/>
                  </a:lnTo>
                  <a:close/>
                </a:path>
                <a:path w="565150" h="144779">
                  <a:moveTo>
                    <a:pt x="201549" y="1524"/>
                  </a:moveTo>
                  <a:lnTo>
                    <a:pt x="171069" y="1524"/>
                  </a:lnTo>
                  <a:lnTo>
                    <a:pt x="171069" y="123190"/>
                  </a:lnTo>
                  <a:lnTo>
                    <a:pt x="188468" y="123190"/>
                  </a:lnTo>
                  <a:lnTo>
                    <a:pt x="188468" y="70231"/>
                  </a:lnTo>
                  <a:lnTo>
                    <a:pt x="227457" y="70231"/>
                  </a:lnTo>
                  <a:lnTo>
                    <a:pt x="224917" y="67944"/>
                  </a:lnTo>
                  <a:lnTo>
                    <a:pt x="221106" y="65404"/>
                  </a:lnTo>
                  <a:lnTo>
                    <a:pt x="227711" y="62865"/>
                  </a:lnTo>
                  <a:lnTo>
                    <a:pt x="232791" y="58928"/>
                  </a:lnTo>
                  <a:lnTo>
                    <a:pt x="235724" y="54737"/>
                  </a:lnTo>
                  <a:lnTo>
                    <a:pt x="188468" y="54737"/>
                  </a:lnTo>
                  <a:lnTo>
                    <a:pt x="188468" y="16382"/>
                  </a:lnTo>
                  <a:lnTo>
                    <a:pt x="235955" y="16382"/>
                  </a:lnTo>
                  <a:lnTo>
                    <a:pt x="235519" y="15644"/>
                  </a:lnTo>
                  <a:lnTo>
                    <a:pt x="230759" y="10668"/>
                  </a:lnTo>
                  <a:lnTo>
                    <a:pt x="224855" y="6667"/>
                  </a:lnTo>
                  <a:lnTo>
                    <a:pt x="218011" y="3810"/>
                  </a:lnTo>
                  <a:lnTo>
                    <a:pt x="210238" y="2095"/>
                  </a:lnTo>
                  <a:lnTo>
                    <a:pt x="201549" y="1524"/>
                  </a:lnTo>
                  <a:close/>
                </a:path>
                <a:path w="565150" h="144779">
                  <a:moveTo>
                    <a:pt x="227457" y="70231"/>
                  </a:moveTo>
                  <a:lnTo>
                    <a:pt x="198628" y="70231"/>
                  </a:lnTo>
                  <a:lnTo>
                    <a:pt x="202692" y="70865"/>
                  </a:lnTo>
                  <a:lnTo>
                    <a:pt x="205105" y="72262"/>
                  </a:lnTo>
                  <a:lnTo>
                    <a:pt x="234315" y="108965"/>
                  </a:lnTo>
                  <a:lnTo>
                    <a:pt x="237744" y="113665"/>
                  </a:lnTo>
                  <a:lnTo>
                    <a:pt x="238252" y="114426"/>
                  </a:lnTo>
                  <a:lnTo>
                    <a:pt x="238632" y="114934"/>
                  </a:lnTo>
                  <a:lnTo>
                    <a:pt x="238760" y="115188"/>
                  </a:lnTo>
                  <a:lnTo>
                    <a:pt x="244094" y="123190"/>
                  </a:lnTo>
                  <a:lnTo>
                    <a:pt x="264794" y="123190"/>
                  </a:lnTo>
                  <a:lnTo>
                    <a:pt x="258318" y="114553"/>
                  </a:lnTo>
                  <a:lnTo>
                    <a:pt x="255778" y="110997"/>
                  </a:lnTo>
                  <a:lnTo>
                    <a:pt x="252349" y="105790"/>
                  </a:lnTo>
                  <a:lnTo>
                    <a:pt x="248157" y="98932"/>
                  </a:lnTo>
                  <a:lnTo>
                    <a:pt x="243395" y="91285"/>
                  </a:lnTo>
                  <a:lnTo>
                    <a:pt x="239204" y="84899"/>
                  </a:lnTo>
                  <a:lnTo>
                    <a:pt x="235585" y="79752"/>
                  </a:lnTo>
                  <a:lnTo>
                    <a:pt x="232537" y="75818"/>
                  </a:lnTo>
                  <a:lnTo>
                    <a:pt x="228727" y="71374"/>
                  </a:lnTo>
                  <a:lnTo>
                    <a:pt x="227457" y="70231"/>
                  </a:lnTo>
                  <a:close/>
                </a:path>
                <a:path w="565150" h="144779">
                  <a:moveTo>
                    <a:pt x="312293" y="16890"/>
                  </a:moveTo>
                  <a:lnTo>
                    <a:pt x="294767" y="16890"/>
                  </a:lnTo>
                  <a:lnTo>
                    <a:pt x="294767" y="123190"/>
                  </a:lnTo>
                  <a:lnTo>
                    <a:pt x="312293" y="123190"/>
                  </a:lnTo>
                  <a:lnTo>
                    <a:pt x="312293" y="16890"/>
                  </a:lnTo>
                  <a:close/>
                </a:path>
                <a:path w="565150" h="144779">
                  <a:moveTo>
                    <a:pt x="235955" y="16382"/>
                  </a:moveTo>
                  <a:lnTo>
                    <a:pt x="202184" y="16382"/>
                  </a:lnTo>
                  <a:lnTo>
                    <a:pt x="208280" y="17018"/>
                  </a:lnTo>
                  <a:lnTo>
                    <a:pt x="215646" y="19557"/>
                  </a:lnTo>
                  <a:lnTo>
                    <a:pt x="218567" y="21716"/>
                  </a:lnTo>
                  <a:lnTo>
                    <a:pt x="220599" y="24891"/>
                  </a:lnTo>
                  <a:lnTo>
                    <a:pt x="222655" y="28027"/>
                  </a:lnTo>
                  <a:lnTo>
                    <a:pt x="223647" y="31496"/>
                  </a:lnTo>
                  <a:lnTo>
                    <a:pt x="223647" y="39115"/>
                  </a:lnTo>
                  <a:lnTo>
                    <a:pt x="222789" y="42544"/>
                  </a:lnTo>
                  <a:lnTo>
                    <a:pt x="222757" y="42671"/>
                  </a:lnTo>
                  <a:lnTo>
                    <a:pt x="220853" y="45719"/>
                  </a:lnTo>
                  <a:lnTo>
                    <a:pt x="219149" y="48640"/>
                  </a:lnTo>
                  <a:lnTo>
                    <a:pt x="219075" y="48768"/>
                  </a:lnTo>
                  <a:lnTo>
                    <a:pt x="216535" y="51053"/>
                  </a:lnTo>
                  <a:lnTo>
                    <a:pt x="213232" y="52450"/>
                  </a:lnTo>
                  <a:lnTo>
                    <a:pt x="209931" y="53975"/>
                  </a:lnTo>
                  <a:lnTo>
                    <a:pt x="203835" y="54737"/>
                  </a:lnTo>
                  <a:lnTo>
                    <a:pt x="235724" y="54737"/>
                  </a:lnTo>
                  <a:lnTo>
                    <a:pt x="239816" y="48768"/>
                  </a:lnTo>
                  <a:lnTo>
                    <a:pt x="239903" y="48640"/>
                  </a:lnTo>
                  <a:lnTo>
                    <a:pt x="241643" y="42671"/>
                  </a:lnTo>
                  <a:lnTo>
                    <a:pt x="241681" y="35432"/>
                  </a:lnTo>
                  <a:lnTo>
                    <a:pt x="240992" y="28027"/>
                  </a:lnTo>
                  <a:lnTo>
                    <a:pt x="239023" y="21716"/>
                  </a:lnTo>
                  <a:lnTo>
                    <a:pt x="238934" y="21431"/>
                  </a:lnTo>
                  <a:lnTo>
                    <a:pt x="235955" y="16382"/>
                  </a:lnTo>
                  <a:close/>
                </a:path>
                <a:path w="565150" h="144779">
                  <a:moveTo>
                    <a:pt x="354711" y="1396"/>
                  </a:moveTo>
                  <a:lnTo>
                    <a:pt x="253111" y="1396"/>
                  </a:lnTo>
                  <a:lnTo>
                    <a:pt x="253111" y="16890"/>
                  </a:lnTo>
                  <a:lnTo>
                    <a:pt x="354711" y="16890"/>
                  </a:lnTo>
                  <a:lnTo>
                    <a:pt x="354711" y="1396"/>
                  </a:lnTo>
                  <a:close/>
                </a:path>
                <a:path w="565150" h="144779">
                  <a:moveTo>
                    <a:pt x="389255" y="1524"/>
                  </a:moveTo>
                  <a:lnTo>
                    <a:pt x="371856" y="1524"/>
                  </a:lnTo>
                  <a:lnTo>
                    <a:pt x="371856" y="123190"/>
                  </a:lnTo>
                  <a:lnTo>
                    <a:pt x="389255" y="123190"/>
                  </a:lnTo>
                  <a:lnTo>
                    <a:pt x="389255" y="1524"/>
                  </a:lnTo>
                  <a:close/>
                </a:path>
                <a:path w="565150" h="144779">
                  <a:moveTo>
                    <a:pt x="151130" y="1524"/>
                  </a:moveTo>
                  <a:lnTo>
                    <a:pt x="82168" y="1524"/>
                  </a:lnTo>
                  <a:lnTo>
                    <a:pt x="82168" y="123062"/>
                  </a:lnTo>
                  <a:lnTo>
                    <a:pt x="152781" y="123062"/>
                  </a:lnTo>
                  <a:lnTo>
                    <a:pt x="152781" y="107568"/>
                  </a:lnTo>
                  <a:lnTo>
                    <a:pt x="99568" y="107568"/>
                  </a:lnTo>
                  <a:lnTo>
                    <a:pt x="99568" y="69722"/>
                  </a:lnTo>
                  <a:lnTo>
                    <a:pt x="149352" y="69722"/>
                  </a:lnTo>
                  <a:lnTo>
                    <a:pt x="149352" y="54101"/>
                  </a:lnTo>
                  <a:lnTo>
                    <a:pt x="99568" y="54101"/>
                  </a:lnTo>
                  <a:lnTo>
                    <a:pt x="99568" y="17018"/>
                  </a:lnTo>
                  <a:lnTo>
                    <a:pt x="151130" y="17018"/>
                  </a:lnTo>
                  <a:lnTo>
                    <a:pt x="151130" y="1524"/>
                  </a:lnTo>
                  <a:close/>
                </a:path>
                <a:path w="565150" h="144779">
                  <a:moveTo>
                    <a:pt x="64897" y="1524"/>
                  </a:moveTo>
                  <a:lnTo>
                    <a:pt x="0" y="1524"/>
                  </a:lnTo>
                  <a:lnTo>
                    <a:pt x="0" y="123190"/>
                  </a:lnTo>
                  <a:lnTo>
                    <a:pt x="17399" y="123190"/>
                  </a:lnTo>
                  <a:lnTo>
                    <a:pt x="17399" y="66547"/>
                  </a:lnTo>
                  <a:lnTo>
                    <a:pt x="64897" y="66547"/>
                  </a:lnTo>
                  <a:lnTo>
                    <a:pt x="64897" y="51053"/>
                  </a:lnTo>
                  <a:lnTo>
                    <a:pt x="17399" y="51053"/>
                  </a:lnTo>
                  <a:lnTo>
                    <a:pt x="17399" y="17018"/>
                  </a:lnTo>
                  <a:lnTo>
                    <a:pt x="64897" y="17018"/>
                  </a:lnTo>
                  <a:lnTo>
                    <a:pt x="64897" y="1524"/>
                  </a:lnTo>
                  <a:close/>
                </a:path>
                <a:path w="565150" h="144779">
                  <a:moveTo>
                    <a:pt x="483997" y="0"/>
                  </a:moveTo>
                  <a:lnTo>
                    <a:pt x="477138" y="0"/>
                  </a:lnTo>
                  <a:lnTo>
                    <a:pt x="463637" y="1141"/>
                  </a:lnTo>
                  <a:lnTo>
                    <a:pt x="422034" y="27781"/>
                  </a:lnTo>
                  <a:lnTo>
                    <a:pt x="411480" y="63500"/>
                  </a:lnTo>
                  <a:lnTo>
                    <a:pt x="412621" y="75930"/>
                  </a:lnTo>
                  <a:lnTo>
                    <a:pt x="439378" y="114675"/>
                  </a:lnTo>
                  <a:lnTo>
                    <a:pt x="477900" y="124587"/>
                  </a:lnTo>
                  <a:lnTo>
                    <a:pt x="488973" y="123969"/>
                  </a:lnTo>
                  <a:lnTo>
                    <a:pt x="500094" y="122126"/>
                  </a:lnTo>
                  <a:lnTo>
                    <a:pt x="511262" y="119068"/>
                  </a:lnTo>
                  <a:lnTo>
                    <a:pt x="522478" y="114807"/>
                  </a:lnTo>
                  <a:lnTo>
                    <a:pt x="522478" y="109474"/>
                  </a:lnTo>
                  <a:lnTo>
                    <a:pt x="478409" y="109474"/>
                  </a:lnTo>
                  <a:lnTo>
                    <a:pt x="468143" y="108642"/>
                  </a:lnTo>
                  <a:lnTo>
                    <a:pt x="432943" y="81232"/>
                  </a:lnTo>
                  <a:lnTo>
                    <a:pt x="429513" y="62484"/>
                  </a:lnTo>
                  <a:lnTo>
                    <a:pt x="430371" y="52960"/>
                  </a:lnTo>
                  <a:lnTo>
                    <a:pt x="458469" y="18907"/>
                  </a:lnTo>
                  <a:lnTo>
                    <a:pt x="476757" y="15493"/>
                  </a:lnTo>
                  <a:lnTo>
                    <a:pt x="519938" y="15493"/>
                  </a:lnTo>
                  <a:lnTo>
                    <a:pt x="519938" y="10413"/>
                  </a:lnTo>
                  <a:lnTo>
                    <a:pt x="510540" y="6476"/>
                  </a:lnTo>
                  <a:lnTo>
                    <a:pt x="502793" y="3682"/>
                  </a:lnTo>
                  <a:lnTo>
                    <a:pt x="496697" y="2285"/>
                  </a:lnTo>
                  <a:lnTo>
                    <a:pt x="490474" y="762"/>
                  </a:lnTo>
                  <a:lnTo>
                    <a:pt x="483997" y="0"/>
                  </a:lnTo>
                  <a:close/>
                </a:path>
                <a:path w="565150" h="144779">
                  <a:moveTo>
                    <a:pt x="522478" y="63246"/>
                  </a:moveTo>
                  <a:lnTo>
                    <a:pt x="481584" y="63246"/>
                  </a:lnTo>
                  <a:lnTo>
                    <a:pt x="481584" y="78740"/>
                  </a:lnTo>
                  <a:lnTo>
                    <a:pt x="505079" y="78740"/>
                  </a:lnTo>
                  <a:lnTo>
                    <a:pt x="505079" y="104140"/>
                  </a:lnTo>
                  <a:lnTo>
                    <a:pt x="478409" y="109474"/>
                  </a:lnTo>
                  <a:lnTo>
                    <a:pt x="522478" y="109474"/>
                  </a:lnTo>
                  <a:lnTo>
                    <a:pt x="522478" y="63246"/>
                  </a:lnTo>
                  <a:close/>
                </a:path>
                <a:path w="565150" h="144779">
                  <a:moveTo>
                    <a:pt x="519938" y="15493"/>
                  </a:moveTo>
                  <a:lnTo>
                    <a:pt x="476757" y="15493"/>
                  </a:lnTo>
                  <a:lnTo>
                    <a:pt x="488445" y="16349"/>
                  </a:lnTo>
                  <a:lnTo>
                    <a:pt x="487829" y="16349"/>
                  </a:lnTo>
                  <a:lnTo>
                    <a:pt x="498300" y="18653"/>
                  </a:lnTo>
                  <a:lnTo>
                    <a:pt x="509101" y="22619"/>
                  </a:lnTo>
                  <a:lnTo>
                    <a:pt x="519938" y="28193"/>
                  </a:lnTo>
                  <a:lnTo>
                    <a:pt x="519938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2577" y="100203"/>
                  </a:moveTo>
                  <a:lnTo>
                    <a:pt x="556132" y="100203"/>
                  </a:lnTo>
                  <a:lnTo>
                    <a:pt x="559054" y="101726"/>
                  </a:lnTo>
                  <a:lnTo>
                    <a:pt x="561213" y="104901"/>
                  </a:lnTo>
                  <a:lnTo>
                    <a:pt x="563499" y="108076"/>
                  </a:lnTo>
                  <a:lnTo>
                    <a:pt x="564642" y="112013"/>
                  </a:lnTo>
                  <a:lnTo>
                    <a:pt x="564642" y="116966"/>
                  </a:lnTo>
                  <a:lnTo>
                    <a:pt x="564642" y="123316"/>
                  </a:lnTo>
                  <a:lnTo>
                    <a:pt x="562737" y="129031"/>
                  </a:lnTo>
                  <a:lnTo>
                    <a:pt x="559054" y="133857"/>
                  </a:lnTo>
                  <a:lnTo>
                    <a:pt x="555371" y="138810"/>
                  </a:lnTo>
                  <a:lnTo>
                    <a:pt x="550291" y="142240"/>
                  </a:lnTo>
                  <a:lnTo>
                    <a:pt x="543813" y="144272"/>
                  </a:lnTo>
                  <a:lnTo>
                    <a:pt x="543813" y="141097"/>
                  </a:lnTo>
                  <a:lnTo>
                    <a:pt x="546354" y="138556"/>
                  </a:lnTo>
                  <a:lnTo>
                    <a:pt x="548132" y="136016"/>
                  </a:lnTo>
                  <a:lnTo>
                    <a:pt x="549275" y="133476"/>
                  </a:lnTo>
                  <a:lnTo>
                    <a:pt x="550291" y="130937"/>
                  </a:lnTo>
                  <a:lnTo>
                    <a:pt x="550926" y="127507"/>
                  </a:lnTo>
                  <a:lnTo>
                    <a:pt x="551053" y="123190"/>
                  </a:lnTo>
                  <a:lnTo>
                    <a:pt x="544957" y="121412"/>
                  </a:lnTo>
                  <a:lnTo>
                    <a:pt x="541782" y="117601"/>
                  </a:lnTo>
                  <a:lnTo>
                    <a:pt x="541782" y="111759"/>
                  </a:lnTo>
                  <a:lnTo>
                    <a:pt x="541782" y="108712"/>
                  </a:lnTo>
                  <a:lnTo>
                    <a:pt x="542925" y="105918"/>
                  </a:lnTo>
                  <a:lnTo>
                    <a:pt x="544957" y="103631"/>
                  </a:lnTo>
                  <a:lnTo>
                    <a:pt x="547116" y="101346"/>
                  </a:lnTo>
                  <a:lnTo>
                    <a:pt x="549656" y="100203"/>
                  </a:lnTo>
                  <a:lnTo>
                    <a:pt x="552577" y="100203"/>
                  </a:lnTo>
                  <a:close/>
                </a:path>
                <a:path w="565150" h="144779">
                  <a:moveTo>
                    <a:pt x="188468" y="16382"/>
                  </a:moveTo>
                  <a:lnTo>
                    <a:pt x="188468" y="54737"/>
                  </a:lnTo>
                  <a:lnTo>
                    <a:pt x="195072" y="54737"/>
                  </a:lnTo>
                  <a:lnTo>
                    <a:pt x="203835" y="54737"/>
                  </a:lnTo>
                  <a:lnTo>
                    <a:pt x="209931" y="53975"/>
                  </a:lnTo>
                  <a:lnTo>
                    <a:pt x="213232" y="52450"/>
                  </a:lnTo>
                  <a:lnTo>
                    <a:pt x="216535" y="51053"/>
                  </a:lnTo>
                  <a:lnTo>
                    <a:pt x="219075" y="48768"/>
                  </a:lnTo>
                  <a:lnTo>
                    <a:pt x="220853" y="45719"/>
                  </a:lnTo>
                  <a:lnTo>
                    <a:pt x="222757" y="42671"/>
                  </a:lnTo>
                  <a:lnTo>
                    <a:pt x="223647" y="39115"/>
                  </a:lnTo>
                  <a:lnTo>
                    <a:pt x="223647" y="35306"/>
                  </a:lnTo>
                  <a:lnTo>
                    <a:pt x="223647" y="31496"/>
                  </a:lnTo>
                  <a:lnTo>
                    <a:pt x="222631" y="27940"/>
                  </a:lnTo>
                  <a:lnTo>
                    <a:pt x="220599" y="24891"/>
                  </a:lnTo>
                  <a:lnTo>
                    <a:pt x="218567" y="21716"/>
                  </a:lnTo>
                  <a:lnTo>
                    <a:pt x="215646" y="19557"/>
                  </a:lnTo>
                  <a:lnTo>
                    <a:pt x="211962" y="18287"/>
                  </a:lnTo>
                  <a:lnTo>
                    <a:pt x="208280" y="17018"/>
                  </a:lnTo>
                  <a:lnTo>
                    <a:pt x="202184" y="16382"/>
                  </a:lnTo>
                  <a:lnTo>
                    <a:pt x="193675" y="16382"/>
                  </a:lnTo>
                  <a:lnTo>
                    <a:pt x="188468" y="16382"/>
                  </a:lnTo>
                  <a:close/>
                </a:path>
                <a:path w="565150" h="144779">
                  <a:moveTo>
                    <a:pt x="371856" y="1524"/>
                  </a:moveTo>
                  <a:lnTo>
                    <a:pt x="389255" y="1524"/>
                  </a:lnTo>
                  <a:lnTo>
                    <a:pt x="389255" y="123190"/>
                  </a:lnTo>
                  <a:lnTo>
                    <a:pt x="371856" y="123190"/>
                  </a:lnTo>
                  <a:lnTo>
                    <a:pt x="371856" y="1524"/>
                  </a:lnTo>
                  <a:close/>
                </a:path>
                <a:path w="565150" h="144779">
                  <a:moveTo>
                    <a:pt x="171069" y="1524"/>
                  </a:moveTo>
                  <a:lnTo>
                    <a:pt x="201549" y="1524"/>
                  </a:lnTo>
                  <a:lnTo>
                    <a:pt x="210238" y="2095"/>
                  </a:lnTo>
                  <a:lnTo>
                    <a:pt x="240992" y="28027"/>
                  </a:lnTo>
                  <a:lnTo>
                    <a:pt x="241681" y="35432"/>
                  </a:lnTo>
                  <a:lnTo>
                    <a:pt x="241681" y="42544"/>
                  </a:lnTo>
                  <a:lnTo>
                    <a:pt x="221106" y="65404"/>
                  </a:lnTo>
                  <a:lnTo>
                    <a:pt x="224917" y="67944"/>
                  </a:lnTo>
                  <a:lnTo>
                    <a:pt x="248157" y="98932"/>
                  </a:lnTo>
                  <a:lnTo>
                    <a:pt x="252349" y="105790"/>
                  </a:lnTo>
                  <a:lnTo>
                    <a:pt x="255778" y="110997"/>
                  </a:lnTo>
                  <a:lnTo>
                    <a:pt x="258318" y="114553"/>
                  </a:lnTo>
                  <a:lnTo>
                    <a:pt x="264794" y="123190"/>
                  </a:lnTo>
                  <a:lnTo>
                    <a:pt x="244094" y="123190"/>
                  </a:lnTo>
                  <a:lnTo>
                    <a:pt x="238760" y="115188"/>
                  </a:lnTo>
                  <a:lnTo>
                    <a:pt x="238632" y="114934"/>
                  </a:lnTo>
                  <a:lnTo>
                    <a:pt x="238252" y="114426"/>
                  </a:lnTo>
                  <a:lnTo>
                    <a:pt x="237744" y="113665"/>
                  </a:lnTo>
                  <a:lnTo>
                    <a:pt x="234315" y="108965"/>
                  </a:lnTo>
                  <a:lnTo>
                    <a:pt x="228981" y="100075"/>
                  </a:lnTo>
                  <a:lnTo>
                    <a:pt x="223138" y="90550"/>
                  </a:lnTo>
                  <a:lnTo>
                    <a:pt x="219582" y="85597"/>
                  </a:lnTo>
                  <a:lnTo>
                    <a:pt x="216281" y="81534"/>
                  </a:lnTo>
                  <a:lnTo>
                    <a:pt x="213232" y="78612"/>
                  </a:lnTo>
                  <a:lnTo>
                    <a:pt x="210185" y="75691"/>
                  </a:lnTo>
                  <a:lnTo>
                    <a:pt x="207518" y="73532"/>
                  </a:lnTo>
                  <a:lnTo>
                    <a:pt x="205105" y="72262"/>
                  </a:lnTo>
                  <a:lnTo>
                    <a:pt x="202692" y="70865"/>
                  </a:lnTo>
                  <a:lnTo>
                    <a:pt x="198628" y="70231"/>
                  </a:lnTo>
                  <a:lnTo>
                    <a:pt x="192912" y="70231"/>
                  </a:lnTo>
                  <a:lnTo>
                    <a:pt x="188468" y="70231"/>
                  </a:lnTo>
                  <a:lnTo>
                    <a:pt x="188468" y="123190"/>
                  </a:lnTo>
                  <a:lnTo>
                    <a:pt x="171069" y="123190"/>
                  </a:lnTo>
                  <a:lnTo>
                    <a:pt x="171069" y="1524"/>
                  </a:lnTo>
                  <a:close/>
                </a:path>
                <a:path w="565150" h="144779">
                  <a:moveTo>
                    <a:pt x="82168" y="1524"/>
                  </a:moveTo>
                  <a:lnTo>
                    <a:pt x="151130" y="1524"/>
                  </a:lnTo>
                  <a:lnTo>
                    <a:pt x="151130" y="17018"/>
                  </a:lnTo>
                  <a:lnTo>
                    <a:pt x="99568" y="17018"/>
                  </a:lnTo>
                  <a:lnTo>
                    <a:pt x="99568" y="54101"/>
                  </a:lnTo>
                  <a:lnTo>
                    <a:pt x="149352" y="54101"/>
                  </a:lnTo>
                  <a:lnTo>
                    <a:pt x="149352" y="69722"/>
                  </a:lnTo>
                  <a:lnTo>
                    <a:pt x="99568" y="69722"/>
                  </a:lnTo>
                  <a:lnTo>
                    <a:pt x="99568" y="107568"/>
                  </a:lnTo>
                  <a:lnTo>
                    <a:pt x="152781" y="107568"/>
                  </a:lnTo>
                  <a:lnTo>
                    <a:pt x="152781" y="123062"/>
                  </a:lnTo>
                  <a:lnTo>
                    <a:pt x="82168" y="123062"/>
                  </a:lnTo>
                  <a:lnTo>
                    <a:pt x="82168" y="1524"/>
                  </a:lnTo>
                  <a:close/>
                </a:path>
                <a:path w="565150" h="144779">
                  <a:moveTo>
                    <a:pt x="0" y="1524"/>
                  </a:moveTo>
                  <a:lnTo>
                    <a:pt x="64897" y="1524"/>
                  </a:lnTo>
                  <a:lnTo>
                    <a:pt x="64897" y="17018"/>
                  </a:lnTo>
                  <a:lnTo>
                    <a:pt x="17399" y="17018"/>
                  </a:lnTo>
                  <a:lnTo>
                    <a:pt x="17399" y="51053"/>
                  </a:lnTo>
                  <a:lnTo>
                    <a:pt x="64897" y="51053"/>
                  </a:lnTo>
                  <a:lnTo>
                    <a:pt x="64897" y="66547"/>
                  </a:lnTo>
                  <a:lnTo>
                    <a:pt x="17399" y="66547"/>
                  </a:lnTo>
                  <a:lnTo>
                    <a:pt x="17399" y="123190"/>
                  </a:lnTo>
                  <a:lnTo>
                    <a:pt x="0" y="123190"/>
                  </a:lnTo>
                  <a:lnTo>
                    <a:pt x="0" y="1524"/>
                  </a:lnTo>
                  <a:close/>
                </a:path>
                <a:path w="565150" h="144779">
                  <a:moveTo>
                    <a:pt x="253111" y="1396"/>
                  </a:moveTo>
                  <a:lnTo>
                    <a:pt x="354711" y="1396"/>
                  </a:lnTo>
                  <a:lnTo>
                    <a:pt x="354711" y="16890"/>
                  </a:lnTo>
                  <a:lnTo>
                    <a:pt x="312293" y="16890"/>
                  </a:lnTo>
                  <a:lnTo>
                    <a:pt x="312293" y="123190"/>
                  </a:lnTo>
                  <a:lnTo>
                    <a:pt x="294767" y="123190"/>
                  </a:lnTo>
                  <a:lnTo>
                    <a:pt x="294767" y="16890"/>
                  </a:lnTo>
                  <a:lnTo>
                    <a:pt x="253111" y="16890"/>
                  </a:lnTo>
                  <a:lnTo>
                    <a:pt x="253111" y="1396"/>
                  </a:lnTo>
                  <a:close/>
                </a:path>
                <a:path w="565150" h="144779">
                  <a:moveTo>
                    <a:pt x="477138" y="0"/>
                  </a:moveTo>
                  <a:lnTo>
                    <a:pt x="483997" y="0"/>
                  </a:lnTo>
                  <a:lnTo>
                    <a:pt x="490474" y="762"/>
                  </a:lnTo>
                  <a:lnTo>
                    <a:pt x="496697" y="2285"/>
                  </a:lnTo>
                  <a:lnTo>
                    <a:pt x="502793" y="3682"/>
                  </a:lnTo>
                  <a:lnTo>
                    <a:pt x="510540" y="6476"/>
                  </a:lnTo>
                  <a:lnTo>
                    <a:pt x="519938" y="10413"/>
                  </a:lnTo>
                  <a:lnTo>
                    <a:pt x="519938" y="28193"/>
                  </a:lnTo>
                  <a:lnTo>
                    <a:pt x="509101" y="22619"/>
                  </a:lnTo>
                  <a:lnTo>
                    <a:pt x="498300" y="18653"/>
                  </a:lnTo>
                  <a:lnTo>
                    <a:pt x="487523" y="16281"/>
                  </a:lnTo>
                  <a:lnTo>
                    <a:pt x="476757" y="15493"/>
                  </a:lnTo>
                  <a:lnTo>
                    <a:pt x="467232" y="16349"/>
                  </a:lnTo>
                  <a:lnTo>
                    <a:pt x="432943" y="44211"/>
                  </a:lnTo>
                  <a:lnTo>
                    <a:pt x="429513" y="62484"/>
                  </a:lnTo>
                  <a:lnTo>
                    <a:pt x="430371" y="72316"/>
                  </a:lnTo>
                  <a:lnTo>
                    <a:pt x="458866" y="106156"/>
                  </a:lnTo>
                  <a:lnTo>
                    <a:pt x="478409" y="109474"/>
                  </a:lnTo>
                  <a:lnTo>
                    <a:pt x="483889" y="109166"/>
                  </a:lnTo>
                  <a:lnTo>
                    <a:pt x="489870" y="108251"/>
                  </a:lnTo>
                  <a:lnTo>
                    <a:pt x="496375" y="106741"/>
                  </a:lnTo>
                  <a:lnTo>
                    <a:pt x="503428" y="104647"/>
                  </a:lnTo>
                  <a:lnTo>
                    <a:pt x="505079" y="104140"/>
                  </a:lnTo>
                  <a:lnTo>
                    <a:pt x="505079" y="78740"/>
                  </a:lnTo>
                  <a:lnTo>
                    <a:pt x="481584" y="78740"/>
                  </a:lnTo>
                  <a:lnTo>
                    <a:pt x="481584" y="63246"/>
                  </a:lnTo>
                  <a:lnTo>
                    <a:pt x="522478" y="63246"/>
                  </a:lnTo>
                  <a:lnTo>
                    <a:pt x="522478" y="114807"/>
                  </a:lnTo>
                  <a:lnTo>
                    <a:pt x="511262" y="119068"/>
                  </a:lnTo>
                  <a:lnTo>
                    <a:pt x="500094" y="122126"/>
                  </a:lnTo>
                  <a:lnTo>
                    <a:pt x="488973" y="123969"/>
                  </a:lnTo>
                  <a:lnTo>
                    <a:pt x="477900" y="124587"/>
                  </a:lnTo>
                  <a:lnTo>
                    <a:pt x="463520" y="123489"/>
                  </a:lnTo>
                  <a:lnTo>
                    <a:pt x="421713" y="97647"/>
                  </a:lnTo>
                  <a:lnTo>
                    <a:pt x="411480" y="63500"/>
                  </a:lnTo>
                  <a:lnTo>
                    <a:pt x="412648" y="50450"/>
                  </a:lnTo>
                  <a:lnTo>
                    <a:pt x="440205" y="10233"/>
                  </a:lnTo>
                  <a:lnTo>
                    <a:pt x="463637" y="1141"/>
                  </a:lnTo>
                  <a:lnTo>
                    <a:pt x="477138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9" name="object 6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70023" y="5358765"/>
            <a:ext cx="1464056" cy="17322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015485" y="5400294"/>
            <a:ext cx="81280" cy="9207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179823" y="5360289"/>
            <a:ext cx="964819" cy="17170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205984" y="5360161"/>
            <a:ext cx="455803" cy="13233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40653" y="5400294"/>
            <a:ext cx="81280" cy="92075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5485" y="5657126"/>
            <a:ext cx="2401925" cy="17352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07745" y="6084201"/>
            <a:ext cx="1336929" cy="15340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912366" y="6085065"/>
            <a:ext cx="1343152" cy="17230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318636" y="6083846"/>
            <a:ext cx="1900047" cy="173520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284851" y="6084201"/>
            <a:ext cx="540004" cy="133731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00087" y="6349377"/>
            <a:ext cx="3053499" cy="20669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542531" y="5323332"/>
            <a:ext cx="3372612" cy="133959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7666481" y="3682110"/>
            <a:ext cx="347027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u="sng" spc="-70" dirty="0" err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7"/>
              </a:rPr>
              <a:t>ffigaro</a:t>
            </a:r>
            <a:r>
              <a:rPr sz="1800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7"/>
              </a:rPr>
              <a:t>@sp.senai.br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800" spc="-85" dirty="0">
                <a:solidFill>
                  <a:srgbClr val="373D40"/>
                </a:solidFill>
                <a:latin typeface="Trebuchet MS"/>
                <a:cs typeface="Trebuchet MS"/>
              </a:rPr>
              <a:t>Fernando Oliveira Figaro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3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83" name="object 83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211568" y="3691128"/>
            <a:ext cx="361188" cy="359663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7205471" y="4195571"/>
            <a:ext cx="361315" cy="361315"/>
            <a:chOff x="7205471" y="4195571"/>
            <a:chExt cx="361315" cy="361315"/>
          </a:xfrm>
        </p:grpSpPr>
        <p:sp>
          <p:nvSpPr>
            <p:cNvPr id="85" name="object 85"/>
            <p:cNvSpPr/>
            <p:nvPr/>
          </p:nvSpPr>
          <p:spPr>
            <a:xfrm>
              <a:off x="7382255" y="437521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715" y="0"/>
                  </a:lnTo>
                </a:path>
              </a:pathLst>
            </a:custGeom>
            <a:ln w="5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205471" y="4195571"/>
              <a:ext cx="361188" cy="361188"/>
            </a:xfrm>
            <a:prstGeom prst="rect">
              <a:avLst/>
            </a:prstGeom>
          </p:spPr>
        </p:pic>
      </p:grpSp>
      <p:pic>
        <p:nvPicPr>
          <p:cNvPr id="87" name="object 87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7219188" y="4713732"/>
            <a:ext cx="361188" cy="359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852</Words>
  <Application>Microsoft Office PowerPoint</Application>
  <PresentationFormat>Widescreen</PresentationFormat>
  <Paragraphs>127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Microsoft Sans Serif</vt:lpstr>
      <vt:lpstr>Times New Roman</vt:lpstr>
      <vt:lpstr>Trebuchet MS</vt:lpstr>
      <vt:lpstr>Office Theme</vt:lpstr>
      <vt:lpstr>PROGRAMAÇÃO EM PYTHON</vt:lpstr>
      <vt:lpstr>PROGRAMAÇÃO EM PYTHON</vt:lpstr>
      <vt:lpstr>PROGRAMAÇÃO EM PYTHON</vt:lpstr>
      <vt:lpstr>Definição</vt:lpstr>
      <vt:lpstr>O uso de constantes melhora a legibilidade, manutenção e segurança do código.</vt:lpstr>
      <vt:lpstr>Convenções para Definir Constantes</vt:lpstr>
      <vt:lpstr>Apresentação do PowerPoint</vt:lpstr>
      <vt:lpstr>Apresentação do PowerPoint</vt:lpstr>
      <vt:lpstr>Características das Listas</vt:lpstr>
      <vt:lpstr>Listas</vt:lpstr>
      <vt:lpstr>Listas</vt:lpstr>
      <vt:lpstr>Apresentação do PowerPoint</vt:lpstr>
      <vt:lpstr>Parte 01</vt:lpstr>
      <vt:lpstr>Parte 02</vt:lpstr>
      <vt:lpstr>Apresentação do PowerPoint</vt:lpstr>
      <vt:lpstr>PROGRAMAÇÃO EM PYTHON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1</cp:revision>
  <dcterms:created xsi:type="dcterms:W3CDTF">2026-01-05T19:33:45Z</dcterms:created>
  <dcterms:modified xsi:type="dcterms:W3CDTF">2026-01-09T23:43:34Z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